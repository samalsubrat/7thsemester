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86" r:id="rId2"/>
    <p:sldId id="307" r:id="rId3"/>
    <p:sldId id="285" r:id="rId4"/>
    <p:sldId id="264" r:id="rId5"/>
    <p:sldId id="268" r:id="rId6"/>
    <p:sldId id="269" r:id="rId7"/>
    <p:sldId id="308" r:id="rId8"/>
    <p:sldId id="270" r:id="rId9"/>
    <p:sldId id="276" r:id="rId10"/>
    <p:sldId id="277" r:id="rId11"/>
    <p:sldId id="292" r:id="rId12"/>
    <p:sldId id="280" r:id="rId13"/>
    <p:sldId id="281" r:id="rId14"/>
    <p:sldId id="290" r:id="rId15"/>
    <p:sldId id="309" r:id="rId16"/>
    <p:sldId id="272" r:id="rId17"/>
    <p:sldId id="310" r:id="rId18"/>
    <p:sldId id="273" r:id="rId19"/>
    <p:sldId id="29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1B805C-9F4B-4D04-A5A1-4BE0CCF9B2A9}" type="datetimeFigureOut">
              <a:rPr lang="en-US" smtClean="0"/>
              <a:pPr/>
              <a:t>8/30/2025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965740-257A-46F3-95E7-B0AD32C7B06B}" type="slidenum">
              <a:rPr lang="en-US" smtClean="0"/>
              <a:pPr/>
              <a:t>‹#›</a:t>
            </a:fld>
            <a:endParaRPr lang="en-US"/>
          </a:p>
        </p:txBody>
      </p:sp>
    </p:spTree>
    <p:extLst>
      <p:ext uri="{BB962C8B-B14F-4D97-AF65-F5344CB8AC3E}">
        <p14:creationId xmlns:p14="http://schemas.microsoft.com/office/powerpoint/2010/main" val="3437714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7"/>
          <p:cNvSpPr txBox="1">
            <a:spLocks noGrp="1" noChangeArrowheads="1"/>
          </p:cNvSpPr>
          <p:nvPr/>
        </p:nvSpPr>
        <p:spPr bwMode="auto">
          <a:xfrm>
            <a:off x="3894138" y="9558338"/>
            <a:ext cx="2978150" cy="503237"/>
          </a:xfrm>
          <a:prstGeom prst="rect">
            <a:avLst/>
          </a:prstGeom>
          <a:noFill/>
          <a:ln w="9525">
            <a:noFill/>
            <a:miter lim="800000"/>
            <a:headEnd/>
            <a:tailEnd/>
          </a:ln>
        </p:spPr>
        <p:txBody>
          <a:bodyPr lIns="96780" tIns="48390" rIns="96780" bIns="48390" anchor="b"/>
          <a:lstStyle/>
          <a:p>
            <a:pPr algn="r" defTabSz="965200" eaLnBrk="1" hangingPunct="1">
              <a:buClr>
                <a:srgbClr val="000000"/>
              </a:buClr>
            </a:pPr>
            <a:fld id="{80858C5B-47FB-42E5-BCA8-25173A393ACE}" type="slidenum">
              <a:rPr lang="zh-CN" altLang="zh-CN" sz="1300">
                <a:latin typeface="Calibri" pitchFamily="34" charset="0"/>
              </a:rPr>
              <a:pPr algn="r" defTabSz="965200" eaLnBrk="1" hangingPunct="1">
                <a:buClr>
                  <a:srgbClr val="000000"/>
                </a:buClr>
              </a:pPr>
              <a:t>2</a:t>
            </a:fld>
            <a:endParaRPr lang="en-US" altLang="zh-CN" sz="1300">
              <a:latin typeface="Calibri" pitchFamily="34" charset="0"/>
            </a:endParaRPr>
          </a:p>
        </p:txBody>
      </p:sp>
      <p:sp>
        <p:nvSpPr>
          <p:cNvPr id="829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latin typeface="Arial" pitchFamily="34" charset="0"/>
            </a:endParaRPr>
          </a:p>
        </p:txBody>
      </p:sp>
    </p:spTree>
    <p:extLst>
      <p:ext uri="{BB962C8B-B14F-4D97-AF65-F5344CB8AC3E}">
        <p14:creationId xmlns:p14="http://schemas.microsoft.com/office/powerpoint/2010/main" val="1414084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C1DE070-7270-4072-ACA9-F8E555F94386}" type="slidenum">
              <a:rPr lang="en-US" smtClean="0"/>
              <a:pPr/>
              <a:t>16</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marL="247650" indent="-247650"/>
            <a:r>
              <a:rPr lang="en-US" smtClean="0">
                <a:sym typeface="Wingdings" pitchFamily="2" charset="2"/>
              </a:rPr>
              <a:t>Methods of mitigating global warming include </a:t>
            </a:r>
          </a:p>
          <a:p>
            <a:pPr marL="704850" lvl="1" indent="-247650"/>
            <a:r>
              <a:rPr lang="en-US" smtClean="0">
                <a:sym typeface="Wingdings" pitchFamily="2" charset="2"/>
              </a:rPr>
              <a:t>Conservation </a:t>
            </a:r>
          </a:p>
          <a:p>
            <a:pPr marL="1162050" lvl="2" indent="-247650"/>
            <a:r>
              <a:rPr lang="en-US" smtClean="0">
                <a:sym typeface="Wingdings" pitchFamily="2" charset="2"/>
              </a:rPr>
              <a:t>Reduce energy needs, such as electrical usage, petroleum usage, reduced packaging </a:t>
            </a:r>
          </a:p>
          <a:p>
            <a:pPr marL="1162050" lvl="2" indent="-247650"/>
            <a:r>
              <a:rPr lang="en-US" smtClean="0">
                <a:sym typeface="Wingdings" pitchFamily="2" charset="2"/>
              </a:rPr>
              <a:t>Recycling, which uses less energy to produce products compared to </a:t>
            </a:r>
          </a:p>
          <a:p>
            <a:pPr marL="704850" lvl="1" indent="-247650"/>
            <a:r>
              <a:rPr lang="en-US" smtClean="0">
                <a:sym typeface="Wingdings" pitchFamily="2" charset="2"/>
              </a:rPr>
              <a:t>Another way to reduce carbon emissions is to use alternate energy sources, such as </a:t>
            </a:r>
          </a:p>
          <a:p>
            <a:pPr marL="1162050" lvl="2" indent="-247650"/>
            <a:r>
              <a:rPr lang="en-US" smtClean="0">
                <a:sym typeface="Wingdings" pitchFamily="2" charset="2"/>
              </a:rPr>
              <a:t>Nuclear </a:t>
            </a:r>
          </a:p>
          <a:p>
            <a:pPr marL="1162050" lvl="2" indent="-247650"/>
            <a:r>
              <a:rPr lang="en-US" smtClean="0">
                <a:sym typeface="Wingdings" pitchFamily="2" charset="2"/>
              </a:rPr>
              <a:t>Wind </a:t>
            </a:r>
          </a:p>
          <a:p>
            <a:pPr marL="1162050" lvl="2" indent="-247650"/>
            <a:r>
              <a:rPr lang="en-US" smtClean="0">
                <a:sym typeface="Wingdings" pitchFamily="2" charset="2"/>
              </a:rPr>
              <a:t>Geothermal </a:t>
            </a:r>
          </a:p>
          <a:p>
            <a:pPr marL="1162050" lvl="2" indent="-247650"/>
            <a:r>
              <a:rPr lang="en-US" smtClean="0">
                <a:sym typeface="Wingdings" pitchFamily="2" charset="2"/>
              </a:rPr>
              <a:t>Hydroelectric </a:t>
            </a:r>
          </a:p>
          <a:p>
            <a:pPr marL="1162050" lvl="2" indent="-247650"/>
            <a:r>
              <a:rPr lang="en-US" smtClean="0">
                <a:sym typeface="Wingdings" pitchFamily="2" charset="2"/>
              </a:rPr>
              <a:t>Solar </a:t>
            </a:r>
          </a:p>
          <a:p>
            <a:pPr marL="1162050" lvl="2" indent="-247650"/>
            <a:r>
              <a:rPr lang="en-US" smtClean="0">
                <a:sym typeface="Wingdings" pitchFamily="2" charset="2"/>
              </a:rPr>
              <a:t>Fusion? </a:t>
            </a:r>
          </a:p>
        </p:txBody>
      </p:sp>
    </p:spTree>
    <p:extLst>
      <p:ext uri="{BB962C8B-B14F-4D97-AF65-F5344CB8AC3E}">
        <p14:creationId xmlns:p14="http://schemas.microsoft.com/office/powerpoint/2010/main" val="3925182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B0517269-473F-4D02-B379-22C0313079E5}" type="slidenum">
              <a:rPr lang="en-US" smtClean="0"/>
              <a:pPr/>
              <a:t>18</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r>
              <a:rPr lang="en-US" smtClean="0"/>
              <a:t>Another promising way to reduce global warming is to store carbon dioxide underground. </a:t>
            </a:r>
            <a:r>
              <a:rPr lang="en-US" smtClean="0">
                <a:cs typeface="Arial" pitchFamily="34" charset="0"/>
                <a:sym typeface="Wingdings" pitchFamily="2" charset="2"/>
              </a:rPr>
              <a:t> Carbon dioxide can be pumped into depleted oil and gas reservoirs.  In addition, carbon dioxide can be pumped into existing oil and gas deposits to enhance recovery. Another method  Carbon dioxide can also be used to enhance methane recovery from coal beds. </a:t>
            </a:r>
          </a:p>
        </p:txBody>
      </p:sp>
    </p:spTree>
    <p:extLst>
      <p:ext uri="{BB962C8B-B14F-4D97-AF65-F5344CB8AC3E}">
        <p14:creationId xmlns:p14="http://schemas.microsoft.com/office/powerpoint/2010/main" val="2269519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B12DA01-FFA9-46DC-A86F-35F31A4AC442}" type="datetimeFigureOut">
              <a:rPr lang="en-US" smtClean="0"/>
              <a:pPr/>
              <a:t>8/30/2025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60A9D85B-DBB0-40F5-9EC1-0FBA5F874F5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B12DA01-FFA9-46DC-A86F-35F31A4AC442}"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B12DA01-FFA9-46DC-A86F-35F31A4AC442}"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B12DA01-FFA9-46DC-A86F-35F31A4AC442}" type="datetimeFigureOut">
              <a:rPr lang="en-US" smtClean="0"/>
              <a:pPr/>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B12DA01-FFA9-46DC-A86F-35F31A4AC442}" type="datetimeFigureOut">
              <a:rPr lang="en-US" smtClean="0"/>
              <a:pPr/>
              <a:t>8/30/2025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B12DA01-FFA9-46DC-A86F-35F31A4AC442}" type="datetimeFigureOut">
              <a:rPr lang="en-US" smtClean="0"/>
              <a:pPr/>
              <a:t>8/30/2025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12DA01-FFA9-46DC-A86F-35F31A4AC442}" type="datetimeFigureOut">
              <a:rPr lang="en-US" smtClean="0"/>
              <a:pPr/>
              <a:t>8/30/2025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B12DA01-FFA9-46DC-A86F-35F31A4AC442}" type="datetimeFigureOut">
              <a:rPr lang="en-US" smtClean="0"/>
              <a:pPr/>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B12DA01-FFA9-46DC-A86F-35F31A4AC442}" type="datetimeFigureOut">
              <a:rPr lang="en-US" smtClean="0"/>
              <a:pPr/>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60A9D85B-DBB0-40F5-9EC1-0FBA5F874F59}"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B12DA01-FFA9-46DC-A86F-35F31A4AC442}"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B12DA01-FFA9-46DC-A86F-35F31A4AC442}" type="datetimeFigureOut">
              <a:rPr lang="en-US" smtClean="0"/>
              <a:pPr/>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9D85B-DBB0-40F5-9EC1-0FBA5F874F5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B12DA01-FFA9-46DC-A86F-35F31A4AC442}" type="datetimeFigureOut">
              <a:rPr lang="en-US" smtClean="0"/>
              <a:pPr/>
              <a:t>8/30/2025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0A9D85B-DBB0-40F5-9EC1-0FBA5F874F59}"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hyperlink" Target="http://upload.wikimedia.org/wikipedia/commons/4/44/Recycle001.svg" TargetMode="External"/><Relationship Id="rId7"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image" Target="../media/image26.jpeg"/><Relationship Id="rId5" Type="http://schemas.openxmlformats.org/officeDocument/2006/relationships/image" Target="../media/image20.jpe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jpeg"/></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676400"/>
            <a:ext cx="8077200" cy="1077218"/>
          </a:xfrm>
          <a:prstGeom prst="rect">
            <a:avLst/>
          </a:prstGeom>
        </p:spPr>
        <p:txBody>
          <a:bodyPr wrap="square">
            <a:spAutoFit/>
          </a:bodyPr>
          <a:lstStyle/>
          <a:p>
            <a:pPr algn="ctr">
              <a:defRPr/>
            </a:pPr>
            <a:r>
              <a:rPr lang="en-US" sz="3200" dirty="0" smtClean="0">
                <a:solidFill>
                  <a:srgbClr val="0000CC"/>
                </a:solidFill>
              </a:rPr>
              <a:t>Global Warming and Climate change</a:t>
            </a:r>
            <a:r>
              <a:rPr lang="en-US" sz="3200" b="1" dirty="0" smtClean="0"/>
              <a:t> </a:t>
            </a:r>
            <a:endParaRPr lang="en-US" sz="3200" b="1" dirty="0"/>
          </a:p>
          <a:p>
            <a:pPr algn="ctr">
              <a:defRPr/>
            </a:pPr>
            <a:r>
              <a:rPr lang="en-US" sz="3200" b="1" dirty="0"/>
              <a:t>	</a:t>
            </a:r>
          </a:p>
        </p:txBody>
      </p:sp>
      <p:sp>
        <p:nvSpPr>
          <p:cNvPr id="5" name="Rectangle 4"/>
          <p:cNvSpPr/>
          <p:nvPr/>
        </p:nvSpPr>
        <p:spPr>
          <a:xfrm>
            <a:off x="152400" y="5257800"/>
            <a:ext cx="4572000" cy="646331"/>
          </a:xfrm>
          <a:prstGeom prst="rect">
            <a:avLst/>
          </a:prstGeom>
        </p:spPr>
        <p:txBody>
          <a:bodyPr>
            <a:spAutoFit/>
          </a:bodyPr>
          <a:lstStyle/>
          <a:p>
            <a:pPr algn="just"/>
            <a:r>
              <a:rPr lang="en-US" altLang="en-US" b="1" dirty="0" smtClean="0">
                <a:latin typeface="Comic Sans MS" pitchFamily="66" charset="0"/>
              </a:rPr>
              <a:t>Department: Chemistry</a:t>
            </a:r>
          </a:p>
          <a:p>
            <a:pPr algn="just"/>
            <a:r>
              <a:rPr lang="en-US" altLang="en-US" b="1" dirty="0" smtClean="0">
                <a:latin typeface="Comic Sans MS" pitchFamily="66" charset="0"/>
              </a:rPr>
              <a:t>Subject: </a:t>
            </a:r>
            <a:r>
              <a:rPr lang="en-US" altLang="en-US" b="1" dirty="0" smtClean="0">
                <a:latin typeface="Comic Sans MS" pitchFamily="66" charset="0"/>
              </a:rPr>
              <a:t>MTES (CHM 2049)</a:t>
            </a:r>
            <a:endParaRPr lang="en-US" altLang="en-US" b="1" dirty="0" smtClean="0">
              <a:latin typeface="Comic Sans MS" pitchFamily="66" charset="0"/>
            </a:endParaRPr>
          </a:p>
        </p:txBody>
      </p:sp>
      <p:pic>
        <p:nvPicPr>
          <p:cNvPr id="6" name="image1.png"/>
          <p:cNvPicPr>
            <a:picLocks noChangeAspect="1" noChangeArrowheads="1"/>
          </p:cNvPicPr>
          <p:nvPr/>
        </p:nvPicPr>
        <p:blipFill>
          <a:blip r:embed="rId2"/>
          <a:srcRect/>
          <a:stretch>
            <a:fillRect/>
          </a:stretch>
        </p:blipFill>
        <p:spPr bwMode="auto">
          <a:xfrm>
            <a:off x="7315200" y="76200"/>
            <a:ext cx="1514475" cy="1447800"/>
          </a:xfrm>
          <a:prstGeom prst="rect">
            <a:avLst/>
          </a:prstGeom>
          <a:noFill/>
          <a:ln w="9525">
            <a:noFill/>
            <a:miter lim="800000"/>
            <a:headEnd/>
            <a:tailEnd/>
          </a:ln>
        </p:spPr>
      </p:pic>
      <p:sp>
        <p:nvSpPr>
          <p:cNvPr id="8" name="Rectangle 7"/>
          <p:cNvSpPr/>
          <p:nvPr/>
        </p:nvSpPr>
        <p:spPr>
          <a:xfrm>
            <a:off x="-304801" y="445294"/>
            <a:ext cx="9601201" cy="1231106"/>
          </a:xfrm>
          <a:prstGeom prst="rect">
            <a:avLst/>
          </a:prstGeom>
        </p:spPr>
        <p:txBody>
          <a:bodyPr wrap="square">
            <a:spAutoFit/>
          </a:bodyPr>
          <a:lstStyle/>
          <a:p>
            <a:pPr algn="ctr">
              <a:defRPr/>
            </a:pPr>
            <a:r>
              <a:rPr lang="en-US" sz="2800" b="1" dirty="0" smtClean="0">
                <a:solidFill>
                  <a:srgbClr val="D32BE5"/>
                </a:solidFill>
              </a:rPr>
              <a:t>(</a:t>
            </a:r>
            <a:r>
              <a:rPr lang="en-US" sz="2800" b="1" dirty="0">
                <a:solidFill>
                  <a:srgbClr val="FF00FF"/>
                </a:solidFill>
              </a:rPr>
              <a:t>Management Topic in Environmental </a:t>
            </a:r>
            <a:r>
              <a:rPr lang="en-US" sz="2800" b="1" dirty="0" smtClean="0">
                <a:solidFill>
                  <a:srgbClr val="FF00FF"/>
                </a:solidFill>
              </a:rPr>
              <a:t>Studies</a:t>
            </a:r>
            <a:r>
              <a:rPr lang="en-US" sz="2800" b="1" dirty="0" smtClean="0">
                <a:solidFill>
                  <a:srgbClr val="D32BE5"/>
                </a:solidFill>
              </a:rPr>
              <a:t>) </a:t>
            </a:r>
          </a:p>
          <a:p>
            <a:pPr algn="ctr">
              <a:defRPr/>
            </a:pPr>
            <a:r>
              <a:rPr lang="en-US" sz="2800" b="1" dirty="0" smtClean="0">
                <a:solidFill>
                  <a:srgbClr val="D32BE5"/>
                </a:solidFill>
              </a:rPr>
              <a:t>B</a:t>
            </a:r>
            <a:r>
              <a:rPr lang="en-US" sz="2800" b="1" dirty="0">
                <a:solidFill>
                  <a:srgbClr val="D32BE5"/>
                </a:solidFill>
              </a:rPr>
              <a:t>. Tech  </a:t>
            </a:r>
            <a:r>
              <a:rPr lang="en-US" sz="2800" b="1" dirty="0" smtClean="0">
                <a:solidFill>
                  <a:srgbClr val="D32BE5"/>
                </a:solidFill>
              </a:rPr>
              <a:t>7</a:t>
            </a:r>
            <a:r>
              <a:rPr lang="en-US" sz="2800" b="1" baseline="30000" dirty="0" smtClean="0">
                <a:solidFill>
                  <a:srgbClr val="D32BE5"/>
                </a:solidFill>
              </a:rPr>
              <a:t>TH</a:t>
            </a:r>
            <a:r>
              <a:rPr lang="en-US" sz="2800" b="1" dirty="0" smtClean="0">
                <a:solidFill>
                  <a:srgbClr val="D32BE5"/>
                </a:solidFill>
              </a:rPr>
              <a:t>  </a:t>
            </a:r>
            <a:r>
              <a:rPr lang="en-US" sz="2800" b="1" dirty="0">
                <a:solidFill>
                  <a:srgbClr val="D32BE5"/>
                </a:solidFill>
              </a:rPr>
              <a:t>Semester</a:t>
            </a:r>
            <a:endParaRPr lang="en-US" sz="2800" dirty="0"/>
          </a:p>
          <a:p>
            <a:pPr algn="ctr">
              <a:defRPr/>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071563" y="71438"/>
            <a:ext cx="5929312" cy="722312"/>
          </a:xfrm>
          <a:blipFill>
            <a:blip r:embed="rId3"/>
            <a:tile tx="0" ty="0" sx="100000" sy="100000" flip="none" algn="tl"/>
          </a:blipFill>
        </p:spPr>
        <p:txBody>
          <a:bodyPr/>
          <a:lstStyle/>
          <a:p>
            <a:pPr algn="ctr" eaLnBrk="1" fontAlgn="auto" hangingPunct="1">
              <a:spcAft>
                <a:spcPts val="0"/>
              </a:spcAft>
              <a:defRPr/>
            </a:pPr>
            <a:r>
              <a:rPr lang="en-US" altLang="zh-CN" sz="3600" b="1" dirty="0">
                <a:solidFill>
                  <a:srgbClr val="99FF33"/>
                </a:solidFill>
                <a:effectLst>
                  <a:outerShdw blurRad="38100" dist="38100" dir="2700000" algn="tl">
                    <a:srgbClr val="000000">
                      <a:alpha val="43137"/>
                    </a:srgbClr>
                  </a:outerShdw>
                </a:effectLst>
                <a:ea typeface="黑体" pitchFamily="49" charset="-122"/>
                <a:cs typeface="Arial" pitchFamily="34" charset="0"/>
              </a:rPr>
              <a:t>Contents</a:t>
            </a:r>
          </a:p>
        </p:txBody>
      </p:sp>
      <p:sp>
        <p:nvSpPr>
          <p:cNvPr id="15363" name="Text Box 3"/>
          <p:cNvSpPr txBox="1">
            <a:spLocks noChangeArrowheads="1"/>
          </p:cNvSpPr>
          <p:nvPr/>
        </p:nvSpPr>
        <p:spPr bwMode="auto">
          <a:xfrm>
            <a:off x="1660525" y="722313"/>
            <a:ext cx="192088" cy="358775"/>
          </a:xfrm>
          <a:prstGeom prst="rect">
            <a:avLst/>
          </a:prstGeom>
          <a:noFill/>
          <a:ln w="9525">
            <a:noFill/>
            <a:miter lim="800000"/>
            <a:headEnd/>
            <a:tailEnd/>
          </a:ln>
        </p:spPr>
        <p:txBody>
          <a:bodyPr wrap="none">
            <a:spAutoFit/>
          </a:bodyPr>
          <a:lstStyle/>
          <a:p>
            <a:pPr eaLnBrk="1" hangingPunct="1">
              <a:buClr>
                <a:srgbClr val="000000"/>
              </a:buClr>
              <a:buSzPct val="100000"/>
            </a:pPr>
            <a:endParaRPr lang="zh-CN" altLang="en-US">
              <a:latin typeface="Century Schoolbook" pitchFamily="18" charset="0"/>
            </a:endParaRPr>
          </a:p>
        </p:txBody>
      </p:sp>
      <p:sp>
        <p:nvSpPr>
          <p:cNvPr id="15364" name="AutoShape 4"/>
          <p:cNvSpPr>
            <a:spLocks noChangeArrowheads="1"/>
          </p:cNvSpPr>
          <p:nvPr/>
        </p:nvSpPr>
        <p:spPr bwMode="auto">
          <a:xfrm rot="5400000" flipH="1">
            <a:off x="-2016918" y="2248693"/>
            <a:ext cx="4032250" cy="322421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gradFill rotWithShape="1">
            <a:gsLst>
              <a:gs pos="0">
                <a:schemeClr val="hlink">
                  <a:alpha val="56000"/>
                </a:schemeClr>
              </a:gs>
              <a:gs pos="100000">
                <a:srgbClr val="FFFFFF">
                  <a:alpha val="48000"/>
                </a:srgbClr>
              </a:gs>
            </a:gsLst>
            <a:lin ang="5400000" scaled="1"/>
          </a:gradFill>
          <a:ln w="9525">
            <a:noFill/>
            <a:miter lim="800000"/>
            <a:headEnd/>
            <a:tailEnd/>
          </a:ln>
        </p:spPr>
        <p:txBody>
          <a:bodyPr rot="10800000" vert="eaVert"/>
          <a:lstStyle/>
          <a:p>
            <a:endParaRPr lang="en-US"/>
          </a:p>
        </p:txBody>
      </p:sp>
      <p:sp>
        <p:nvSpPr>
          <p:cNvPr id="15365" name="AutoShape 5"/>
          <p:cNvSpPr>
            <a:spLocks noChangeArrowheads="1"/>
          </p:cNvSpPr>
          <p:nvPr/>
        </p:nvSpPr>
        <p:spPr bwMode="auto">
          <a:xfrm>
            <a:off x="2357438" y="3571875"/>
            <a:ext cx="5645150" cy="908864"/>
          </a:xfrm>
          <a:prstGeom prst="roundRect">
            <a:avLst>
              <a:gd name="adj" fmla="val 50000"/>
            </a:avLst>
          </a:prstGeom>
          <a:noFill/>
          <a:ln w="28575">
            <a:solidFill>
              <a:schemeClr val="bg2"/>
            </a:solidFill>
            <a:round/>
            <a:headEnd/>
            <a:tailEnd/>
          </a:ln>
        </p:spPr>
        <p:txBody>
          <a:bodyPr lIns="0" rIns="0" anchor="ctr">
            <a:spAutoFit/>
          </a:bodyPr>
          <a:lstStyle/>
          <a:p>
            <a:pPr algn="just">
              <a:buClr>
                <a:srgbClr val="000000"/>
              </a:buClr>
              <a:buSzPct val="100000"/>
            </a:pPr>
            <a:r>
              <a:rPr lang="en-US" altLang="zh-CN" b="1" dirty="0" smtClean="0">
                <a:solidFill>
                  <a:srgbClr val="000099"/>
                </a:solidFill>
                <a:latin typeface="Century Schoolbook" pitchFamily="18" charset="0"/>
                <a:ea typeface="SimHei" pitchFamily="49" charset="-122"/>
              </a:rPr>
              <a:t>Types, Sources, Level and Production  of Green House Gases</a:t>
            </a:r>
            <a:endParaRPr lang="en-US" altLang="zh-CN" b="1" dirty="0">
              <a:solidFill>
                <a:srgbClr val="000099"/>
              </a:solidFill>
              <a:latin typeface="Century Schoolbook" pitchFamily="18" charset="0"/>
            </a:endParaRPr>
          </a:p>
        </p:txBody>
      </p:sp>
      <p:sp>
        <p:nvSpPr>
          <p:cNvPr id="15366" name="AutoShape 6"/>
          <p:cNvSpPr>
            <a:spLocks noChangeArrowheads="1"/>
          </p:cNvSpPr>
          <p:nvPr/>
        </p:nvSpPr>
        <p:spPr bwMode="auto">
          <a:xfrm>
            <a:off x="2214563" y="2643188"/>
            <a:ext cx="5938837" cy="908864"/>
          </a:xfrm>
          <a:prstGeom prst="roundRect">
            <a:avLst>
              <a:gd name="adj" fmla="val 50000"/>
            </a:avLst>
          </a:prstGeom>
          <a:noFill/>
          <a:ln w="28575">
            <a:solidFill>
              <a:schemeClr val="bg2"/>
            </a:solidFill>
            <a:round/>
            <a:headEnd/>
            <a:tailEnd/>
          </a:ln>
        </p:spPr>
        <p:txBody>
          <a:bodyPr wrap="square" anchor="ctr">
            <a:spAutoFit/>
          </a:bodyPr>
          <a:lstStyle/>
          <a:p>
            <a:pPr algn="just">
              <a:buClr>
                <a:srgbClr val="000000"/>
              </a:buClr>
              <a:buSzPct val="100000"/>
            </a:pPr>
            <a:r>
              <a:rPr lang="en-US" b="1" dirty="0" smtClean="0">
                <a:solidFill>
                  <a:srgbClr val="000099"/>
                </a:solidFill>
                <a:latin typeface="Century Schoolbook" pitchFamily="18" charset="0"/>
                <a:cs typeface="Arial" pitchFamily="34" charset="0"/>
              </a:rPr>
              <a:t>Working Principle of Green House Gases</a:t>
            </a:r>
            <a:endParaRPr lang="en-US" b="1" dirty="0" smtClean="0">
              <a:solidFill>
                <a:srgbClr val="C00000"/>
              </a:solidFill>
              <a:latin typeface="Arial" pitchFamily="34" charset="0"/>
              <a:cs typeface="Arial" pitchFamily="34" charset="0"/>
            </a:endParaRPr>
          </a:p>
          <a:p>
            <a:pPr algn="just">
              <a:buClr>
                <a:srgbClr val="000000"/>
              </a:buClr>
              <a:buSzPct val="100000"/>
            </a:pPr>
            <a:endParaRPr lang="en-US" altLang="zh-CN" b="1" dirty="0">
              <a:solidFill>
                <a:srgbClr val="000099"/>
              </a:solidFill>
              <a:latin typeface="Century Schoolbook" pitchFamily="18" charset="0"/>
            </a:endParaRPr>
          </a:p>
        </p:txBody>
      </p:sp>
      <p:sp>
        <p:nvSpPr>
          <p:cNvPr id="15367" name="AutoShape 7"/>
          <p:cNvSpPr>
            <a:spLocks noChangeArrowheads="1"/>
          </p:cNvSpPr>
          <p:nvPr/>
        </p:nvSpPr>
        <p:spPr bwMode="auto">
          <a:xfrm>
            <a:off x="1928813" y="1785938"/>
            <a:ext cx="5529262" cy="908864"/>
          </a:xfrm>
          <a:prstGeom prst="roundRect">
            <a:avLst>
              <a:gd name="adj" fmla="val 50000"/>
            </a:avLst>
          </a:prstGeom>
          <a:noFill/>
          <a:ln w="28575">
            <a:solidFill>
              <a:schemeClr val="bg2"/>
            </a:solidFill>
            <a:round/>
            <a:headEnd/>
            <a:tailEnd/>
          </a:ln>
        </p:spPr>
        <p:txBody>
          <a:bodyPr anchor="ctr">
            <a:spAutoFit/>
          </a:bodyPr>
          <a:lstStyle/>
          <a:p>
            <a:pPr algn="just">
              <a:buClr>
                <a:srgbClr val="000000"/>
              </a:buClr>
              <a:buSzPct val="100000"/>
            </a:pPr>
            <a:r>
              <a:rPr lang="en-US" altLang="zh-CN" b="1" dirty="0">
                <a:solidFill>
                  <a:srgbClr val="000099"/>
                </a:solidFill>
                <a:latin typeface="Century Schoolbook" pitchFamily="18" charset="0"/>
              </a:rPr>
              <a:t> </a:t>
            </a:r>
            <a:r>
              <a:rPr lang="en-US" b="1" dirty="0" smtClean="0">
                <a:solidFill>
                  <a:srgbClr val="7030A0"/>
                </a:solidFill>
                <a:effectLst>
                  <a:outerShdw blurRad="38100" dist="38100" dir="2700000" algn="tl">
                    <a:srgbClr val="C0C0C0"/>
                  </a:outerShdw>
                </a:effectLst>
              </a:rPr>
              <a:t>Causes of Climate Change</a:t>
            </a:r>
          </a:p>
          <a:p>
            <a:pPr algn="just">
              <a:buClr>
                <a:srgbClr val="000000"/>
              </a:buClr>
              <a:buSzPct val="100000"/>
            </a:pPr>
            <a:endParaRPr lang="en-US" altLang="zh-CN" b="1" dirty="0">
              <a:solidFill>
                <a:srgbClr val="000099"/>
              </a:solidFill>
              <a:latin typeface="Century Schoolbook" pitchFamily="18" charset="0"/>
            </a:endParaRPr>
          </a:p>
        </p:txBody>
      </p:sp>
      <p:sp>
        <p:nvSpPr>
          <p:cNvPr id="15368" name="AutoShape 8"/>
          <p:cNvSpPr>
            <a:spLocks noChangeArrowheads="1"/>
          </p:cNvSpPr>
          <p:nvPr/>
        </p:nvSpPr>
        <p:spPr bwMode="auto">
          <a:xfrm>
            <a:off x="1066800" y="838200"/>
            <a:ext cx="6477000" cy="908864"/>
          </a:xfrm>
          <a:prstGeom prst="roundRect">
            <a:avLst>
              <a:gd name="adj" fmla="val 50000"/>
            </a:avLst>
          </a:prstGeom>
          <a:noFill/>
          <a:ln w="28575">
            <a:solidFill>
              <a:schemeClr val="bg2"/>
            </a:solidFill>
            <a:round/>
            <a:headEnd/>
            <a:tailEnd/>
          </a:ln>
        </p:spPr>
        <p:txBody>
          <a:bodyPr wrap="square" lIns="0" rIns="0" anchor="ctr">
            <a:spAutoFit/>
          </a:bodyPr>
          <a:lstStyle/>
          <a:p>
            <a:pPr algn="just">
              <a:buClr>
                <a:srgbClr val="000000"/>
              </a:buClr>
              <a:buSzPct val="100000"/>
            </a:pPr>
            <a:r>
              <a:rPr lang="en-US" b="1" dirty="0" smtClean="0">
                <a:solidFill>
                  <a:srgbClr val="7030A0"/>
                </a:solidFill>
              </a:rPr>
              <a:t>Introduction of Global Warming and Climate Change</a:t>
            </a:r>
          </a:p>
          <a:p>
            <a:pPr algn="just">
              <a:buClr>
                <a:srgbClr val="000000"/>
              </a:buClr>
              <a:buSzPct val="100000"/>
            </a:pPr>
            <a:endParaRPr lang="en-US" altLang="zh-CN" b="1" dirty="0">
              <a:solidFill>
                <a:srgbClr val="7030A0"/>
              </a:solidFill>
              <a:latin typeface="Century Schoolbook" pitchFamily="18" charset="0"/>
              <a:ea typeface="SimHei" pitchFamily="49" charset="-122"/>
            </a:endParaRPr>
          </a:p>
        </p:txBody>
      </p:sp>
      <p:sp>
        <p:nvSpPr>
          <p:cNvPr id="6153" name="AutoShape 9"/>
          <p:cNvSpPr>
            <a:spLocks noChangeArrowheads="1"/>
          </p:cNvSpPr>
          <p:nvPr/>
        </p:nvSpPr>
        <p:spPr bwMode="auto">
          <a:xfrm rot="5400000">
            <a:off x="-2590800" y="1362075"/>
            <a:ext cx="5181600" cy="4600576"/>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noFill/>
            <a:miter lim="800000"/>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grpSp>
        <p:nvGrpSpPr>
          <p:cNvPr id="2" name="Group 10"/>
          <p:cNvGrpSpPr>
            <a:grpSpLocks/>
          </p:cNvGrpSpPr>
          <p:nvPr/>
        </p:nvGrpSpPr>
        <p:grpSpPr bwMode="auto">
          <a:xfrm>
            <a:off x="285750" y="1214438"/>
            <a:ext cx="366713" cy="381000"/>
            <a:chOff x="785" y="1175"/>
            <a:chExt cx="231" cy="240"/>
          </a:xfrm>
        </p:grpSpPr>
        <p:sp>
          <p:nvSpPr>
            <p:cNvPr id="15418" name="Oval 11"/>
            <p:cNvSpPr>
              <a:spLocks noChangeArrowheads="1"/>
            </p:cNvSpPr>
            <p:nvPr/>
          </p:nvSpPr>
          <p:spPr bwMode="auto">
            <a:xfrm>
              <a:off x="785" y="1175"/>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19" name="Oval 12"/>
            <p:cNvSpPr>
              <a:spLocks noChangeArrowheads="1"/>
            </p:cNvSpPr>
            <p:nvPr/>
          </p:nvSpPr>
          <p:spPr bwMode="auto">
            <a:xfrm>
              <a:off x="798" y="1189"/>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57" name="Oval 13"/>
            <p:cNvSpPr>
              <a:spLocks noChangeArrowheads="1"/>
            </p:cNvSpPr>
            <p:nvPr/>
          </p:nvSpPr>
          <p:spPr bwMode="auto">
            <a:xfrm>
              <a:off x="810" y="1201"/>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21" name="Oval 14"/>
            <p:cNvSpPr>
              <a:spLocks noChangeArrowheads="1"/>
            </p:cNvSpPr>
            <p:nvPr/>
          </p:nvSpPr>
          <p:spPr bwMode="auto">
            <a:xfrm>
              <a:off x="810" y="1201"/>
              <a:ext cx="181" cy="188"/>
            </a:xfrm>
            <a:prstGeom prst="ellipse">
              <a:avLst/>
            </a:prstGeom>
            <a:gradFill rotWithShape="1">
              <a:gsLst>
                <a:gs pos="0">
                  <a:srgbClr val="000000"/>
                </a:gs>
                <a:gs pos="100000">
                  <a:srgbClr val="FFCC00"/>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59" name="Oval 15"/>
            <p:cNvSpPr>
              <a:spLocks noChangeArrowheads="1"/>
            </p:cNvSpPr>
            <p:nvPr/>
          </p:nvSpPr>
          <p:spPr bwMode="auto">
            <a:xfrm>
              <a:off x="822" y="1213"/>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23" name="Oval 16"/>
            <p:cNvSpPr>
              <a:spLocks noChangeArrowheads="1"/>
            </p:cNvSpPr>
            <p:nvPr/>
          </p:nvSpPr>
          <p:spPr bwMode="auto">
            <a:xfrm>
              <a:off x="822" y="1213"/>
              <a:ext cx="157" cy="164"/>
            </a:xfrm>
            <a:prstGeom prst="ellipse">
              <a:avLst/>
            </a:prstGeom>
            <a:gradFill rotWithShape="1">
              <a:gsLst>
                <a:gs pos="0">
                  <a:srgbClr val="FFCC00"/>
                </a:gs>
                <a:gs pos="100000">
                  <a:srgbClr val="7C6300"/>
                </a:gs>
              </a:gsLst>
              <a:lin ang="2700000" scaled="1"/>
            </a:gradFill>
            <a:ln w="38100">
              <a:solidFill>
                <a:srgbClr val="99FF33"/>
              </a:solidFill>
              <a:round/>
              <a:headEnd/>
              <a:tailEnd/>
            </a:ln>
          </p:spPr>
          <p:txBody>
            <a:bodyPr/>
            <a:lstStyle/>
            <a:p>
              <a:pPr eaLnBrk="1" hangingPunct="1">
                <a:buClr>
                  <a:srgbClr val="000000"/>
                </a:buClr>
                <a:buSzPct val="100000"/>
              </a:pPr>
              <a:endParaRPr lang="zh-CN" altLang="en-US">
                <a:solidFill>
                  <a:srgbClr val="00B0F0"/>
                </a:solidFill>
                <a:latin typeface="Century Schoolbook" pitchFamily="18" charset="0"/>
              </a:endParaRPr>
            </a:p>
          </p:txBody>
        </p:sp>
      </p:grpSp>
      <p:grpSp>
        <p:nvGrpSpPr>
          <p:cNvPr id="3" name="Group 17"/>
          <p:cNvGrpSpPr>
            <a:grpSpLocks/>
          </p:cNvGrpSpPr>
          <p:nvPr/>
        </p:nvGrpSpPr>
        <p:grpSpPr bwMode="auto">
          <a:xfrm>
            <a:off x="1285875" y="1928813"/>
            <a:ext cx="366713" cy="381000"/>
            <a:chOff x="1202" y="2024"/>
            <a:chExt cx="231" cy="240"/>
          </a:xfrm>
        </p:grpSpPr>
        <p:sp>
          <p:nvSpPr>
            <p:cNvPr id="15412" name="Oval 18"/>
            <p:cNvSpPr>
              <a:spLocks noChangeArrowheads="1"/>
            </p:cNvSpPr>
            <p:nvPr/>
          </p:nvSpPr>
          <p:spPr bwMode="auto">
            <a:xfrm>
              <a:off x="1202" y="2024"/>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13" name="Oval 19"/>
            <p:cNvSpPr>
              <a:spLocks noChangeArrowheads="1"/>
            </p:cNvSpPr>
            <p:nvPr/>
          </p:nvSpPr>
          <p:spPr bwMode="auto">
            <a:xfrm>
              <a:off x="1215" y="2038"/>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64" name="Oval 20"/>
            <p:cNvSpPr>
              <a:spLocks noChangeArrowheads="1"/>
            </p:cNvSpPr>
            <p:nvPr/>
          </p:nvSpPr>
          <p:spPr bwMode="auto">
            <a:xfrm>
              <a:off x="1227" y="2050"/>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15" name="Oval 21"/>
            <p:cNvSpPr>
              <a:spLocks noChangeArrowheads="1"/>
            </p:cNvSpPr>
            <p:nvPr/>
          </p:nvSpPr>
          <p:spPr bwMode="auto">
            <a:xfrm>
              <a:off x="1227" y="2050"/>
              <a:ext cx="181" cy="188"/>
            </a:xfrm>
            <a:prstGeom prst="ellipse">
              <a:avLst/>
            </a:prstGeom>
            <a:gradFill rotWithShape="1">
              <a:gsLst>
                <a:gs pos="0">
                  <a:srgbClr val="000000"/>
                </a:gs>
                <a:gs pos="100000">
                  <a:srgbClr val="48BE67"/>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66" name="Oval 22"/>
            <p:cNvSpPr>
              <a:spLocks noChangeArrowheads="1"/>
            </p:cNvSpPr>
            <p:nvPr/>
          </p:nvSpPr>
          <p:spPr bwMode="auto">
            <a:xfrm>
              <a:off x="1239" y="2062"/>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17" name="Oval 23"/>
            <p:cNvSpPr>
              <a:spLocks noChangeArrowheads="1"/>
            </p:cNvSpPr>
            <p:nvPr/>
          </p:nvSpPr>
          <p:spPr bwMode="auto">
            <a:xfrm>
              <a:off x="1239" y="2062"/>
              <a:ext cx="157" cy="164"/>
            </a:xfrm>
            <a:prstGeom prst="ellipse">
              <a:avLst/>
            </a:prstGeom>
            <a:gradFill rotWithShape="1">
              <a:gsLst>
                <a:gs pos="0">
                  <a:srgbClr val="48BE67"/>
                </a:gs>
                <a:gs pos="100000">
                  <a:srgbClr val="235C32"/>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grpSp>
        <p:nvGrpSpPr>
          <p:cNvPr id="4" name="Group 31"/>
          <p:cNvGrpSpPr>
            <a:grpSpLocks/>
          </p:cNvGrpSpPr>
          <p:nvPr/>
        </p:nvGrpSpPr>
        <p:grpSpPr bwMode="auto">
          <a:xfrm>
            <a:off x="1857375" y="3643313"/>
            <a:ext cx="366713" cy="381000"/>
            <a:chOff x="567" y="3612"/>
            <a:chExt cx="231" cy="240"/>
          </a:xfrm>
        </p:grpSpPr>
        <p:sp>
          <p:nvSpPr>
            <p:cNvPr id="15406"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07"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78"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9"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80"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11"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15373" name="AutoShape 8"/>
          <p:cNvSpPr>
            <a:spLocks noChangeArrowheads="1"/>
          </p:cNvSpPr>
          <p:nvPr/>
        </p:nvSpPr>
        <p:spPr bwMode="auto">
          <a:xfrm>
            <a:off x="2286000" y="4343400"/>
            <a:ext cx="5643562" cy="908864"/>
          </a:xfrm>
          <a:prstGeom prst="roundRect">
            <a:avLst>
              <a:gd name="adj" fmla="val 50000"/>
            </a:avLst>
          </a:prstGeom>
          <a:noFill/>
          <a:ln w="28575">
            <a:solidFill>
              <a:schemeClr val="bg2"/>
            </a:solidFill>
            <a:round/>
            <a:headEnd/>
            <a:tailEnd/>
          </a:ln>
        </p:spPr>
        <p:txBody>
          <a:bodyPr lIns="0" rIns="0" anchor="ctr">
            <a:spAutoFit/>
          </a:bodyPr>
          <a:lstStyle/>
          <a:p>
            <a:pPr algn="just">
              <a:buClr>
                <a:srgbClr val="000000"/>
              </a:buClr>
              <a:buSzPct val="100000"/>
            </a:pPr>
            <a:r>
              <a:rPr lang="en-US" altLang="zh-CN" b="1" dirty="0">
                <a:solidFill>
                  <a:srgbClr val="000099"/>
                </a:solidFill>
                <a:latin typeface="Century Schoolbook" pitchFamily="18" charset="0"/>
              </a:rPr>
              <a:t> </a:t>
            </a:r>
            <a:r>
              <a:rPr lang="en-US" b="1" dirty="0" smtClean="0">
                <a:solidFill>
                  <a:srgbClr val="7030A0"/>
                </a:solidFill>
              </a:rPr>
              <a:t>Depletion of Stratospheric Ozone and Climate Change</a:t>
            </a:r>
          </a:p>
        </p:txBody>
      </p:sp>
      <p:sp>
        <p:nvSpPr>
          <p:cNvPr id="15374" name="AutoShape 8"/>
          <p:cNvSpPr>
            <a:spLocks noChangeArrowheads="1"/>
          </p:cNvSpPr>
          <p:nvPr/>
        </p:nvSpPr>
        <p:spPr bwMode="auto">
          <a:xfrm>
            <a:off x="1285874" y="5715000"/>
            <a:ext cx="7705725" cy="817424"/>
          </a:xfrm>
          <a:prstGeom prst="roundRect">
            <a:avLst>
              <a:gd name="adj" fmla="val 24282"/>
            </a:avLst>
          </a:prstGeom>
          <a:noFill/>
          <a:ln w="28575">
            <a:solidFill>
              <a:schemeClr val="bg2"/>
            </a:solidFill>
            <a:round/>
            <a:headEnd/>
            <a:tailEnd/>
          </a:ln>
        </p:spPr>
        <p:txBody>
          <a:bodyPr wrap="square" lIns="0" rIns="0" anchor="ctr">
            <a:spAutoFit/>
          </a:bodyPr>
          <a:lstStyle/>
          <a:p>
            <a:r>
              <a:rPr lang="en-US" altLang="zh-CN" b="1" dirty="0" smtClean="0">
                <a:solidFill>
                  <a:srgbClr val="000099"/>
                </a:solidFill>
                <a:latin typeface="Century Schoolbook" pitchFamily="18" charset="0"/>
              </a:rPr>
              <a:t>Global Climate Change Model and </a:t>
            </a:r>
            <a:r>
              <a:rPr lang="en-US" b="1" dirty="0" smtClean="0">
                <a:solidFill>
                  <a:srgbClr val="C00000"/>
                </a:solidFill>
              </a:rPr>
              <a:t>Earth energy Budgets </a:t>
            </a:r>
          </a:p>
          <a:p>
            <a:pPr eaLnBrk="1" hangingPunct="1"/>
            <a:endParaRPr lang="en-US" altLang="zh-CN" sz="2000" b="1" dirty="0">
              <a:solidFill>
                <a:srgbClr val="000099"/>
              </a:solidFill>
              <a:latin typeface="Century Schoolbook" pitchFamily="18" charset="0"/>
            </a:endParaRPr>
          </a:p>
        </p:txBody>
      </p:sp>
      <p:sp>
        <p:nvSpPr>
          <p:cNvPr id="10257" name="Footer Placeholder 46"/>
          <p:cNvSpPr>
            <a:spLocks noGrp="1"/>
          </p:cNvSpPr>
          <p:nvPr>
            <p:ph type="ftr" sz="quarter" idx="11"/>
          </p:nvPr>
        </p:nvSpPr>
        <p:spPr bwMode="auto">
          <a:xfrm rot="5400000">
            <a:off x="7589045" y="1081881"/>
            <a:ext cx="2011362" cy="384175"/>
          </a:xfrm>
          <a:ln>
            <a:miter lim="800000"/>
            <a:headEnd/>
            <a:tailEnd/>
          </a:ln>
        </p:spPr>
        <p:txBody>
          <a:bodyPr wrap="square" lIns="91440" tIns="45720" rIns="91440" bIns="45720" numCol="1" compatLnSpc="1">
            <a:prstTxWarp prst="textNoShape">
              <a:avLst/>
            </a:prstTxWarp>
          </a:bodyPr>
          <a:lstStyle/>
          <a:p>
            <a:pPr algn="r" fontAlgn="base">
              <a:spcBef>
                <a:spcPct val="0"/>
              </a:spcBef>
              <a:spcAft>
                <a:spcPct val="0"/>
              </a:spcAft>
              <a:defRPr/>
            </a:pPr>
            <a:r>
              <a:rPr lang="en-US" altLang="en-US"/>
              <a:t> </a:t>
            </a:r>
          </a:p>
        </p:txBody>
      </p:sp>
      <p:grpSp>
        <p:nvGrpSpPr>
          <p:cNvPr id="5" name="Group 17"/>
          <p:cNvGrpSpPr>
            <a:grpSpLocks/>
          </p:cNvGrpSpPr>
          <p:nvPr/>
        </p:nvGrpSpPr>
        <p:grpSpPr bwMode="auto">
          <a:xfrm>
            <a:off x="1714500" y="2786063"/>
            <a:ext cx="366713" cy="381000"/>
            <a:chOff x="1202" y="2024"/>
            <a:chExt cx="231" cy="240"/>
          </a:xfrm>
        </p:grpSpPr>
        <p:sp>
          <p:nvSpPr>
            <p:cNvPr id="15400" name="Oval 18"/>
            <p:cNvSpPr>
              <a:spLocks noChangeArrowheads="1"/>
            </p:cNvSpPr>
            <p:nvPr/>
          </p:nvSpPr>
          <p:spPr bwMode="auto">
            <a:xfrm>
              <a:off x="1202" y="2024"/>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401" name="Oval 19"/>
            <p:cNvSpPr>
              <a:spLocks noChangeArrowheads="1"/>
            </p:cNvSpPr>
            <p:nvPr/>
          </p:nvSpPr>
          <p:spPr bwMode="auto">
            <a:xfrm>
              <a:off x="1215" y="2038"/>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1" name="Oval 20"/>
            <p:cNvSpPr>
              <a:spLocks noChangeArrowheads="1"/>
            </p:cNvSpPr>
            <p:nvPr/>
          </p:nvSpPr>
          <p:spPr bwMode="auto">
            <a:xfrm>
              <a:off x="1227" y="2050"/>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3" name="Oval 21"/>
            <p:cNvSpPr>
              <a:spLocks noChangeArrowheads="1"/>
            </p:cNvSpPr>
            <p:nvPr/>
          </p:nvSpPr>
          <p:spPr bwMode="auto">
            <a:xfrm>
              <a:off x="1227" y="2050"/>
              <a:ext cx="181" cy="188"/>
            </a:xfrm>
            <a:prstGeom prst="ellipse">
              <a:avLst/>
            </a:prstGeom>
            <a:gradFill rotWithShape="1">
              <a:gsLst>
                <a:gs pos="0">
                  <a:srgbClr val="000000"/>
                </a:gs>
                <a:gs pos="100000">
                  <a:srgbClr val="48BE67"/>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3" name="Oval 22"/>
            <p:cNvSpPr>
              <a:spLocks noChangeArrowheads="1"/>
            </p:cNvSpPr>
            <p:nvPr/>
          </p:nvSpPr>
          <p:spPr bwMode="auto">
            <a:xfrm>
              <a:off x="1239" y="2062"/>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405" name="Oval 23"/>
            <p:cNvSpPr>
              <a:spLocks noChangeArrowheads="1"/>
            </p:cNvSpPr>
            <p:nvPr/>
          </p:nvSpPr>
          <p:spPr bwMode="auto">
            <a:xfrm>
              <a:off x="1239" y="2062"/>
              <a:ext cx="157" cy="164"/>
            </a:xfrm>
            <a:prstGeom prst="ellipse">
              <a:avLst/>
            </a:prstGeom>
            <a:gradFill rotWithShape="1">
              <a:gsLst>
                <a:gs pos="0">
                  <a:srgbClr val="48BE67"/>
                </a:gs>
                <a:gs pos="100000">
                  <a:srgbClr val="235C32"/>
                </a:gs>
              </a:gsLst>
              <a:lin ang="2700000" scaled="1"/>
            </a:gradFill>
            <a:ln w="38100">
              <a:solidFill>
                <a:srgbClr val="FFFF00"/>
              </a:solidFill>
              <a:round/>
              <a:headEnd/>
              <a:tailEnd/>
            </a:ln>
          </p:spPr>
          <p:txBody>
            <a:bodyPr/>
            <a:lstStyle/>
            <a:p>
              <a:pPr eaLnBrk="1" hangingPunct="1">
                <a:buClr>
                  <a:srgbClr val="000000"/>
                </a:buClr>
                <a:buSzPct val="100000"/>
              </a:pPr>
              <a:endParaRPr lang="zh-CN" altLang="en-US">
                <a:latin typeface="Century Schoolbook" pitchFamily="18" charset="0"/>
              </a:endParaRPr>
            </a:p>
          </p:txBody>
        </p:sp>
      </p:grpSp>
      <p:grpSp>
        <p:nvGrpSpPr>
          <p:cNvPr id="6" name="Group 17"/>
          <p:cNvGrpSpPr>
            <a:grpSpLocks/>
          </p:cNvGrpSpPr>
          <p:nvPr/>
        </p:nvGrpSpPr>
        <p:grpSpPr bwMode="auto">
          <a:xfrm>
            <a:off x="1785938" y="4500563"/>
            <a:ext cx="366712" cy="381000"/>
            <a:chOff x="1202" y="2024"/>
            <a:chExt cx="231" cy="240"/>
          </a:xfrm>
        </p:grpSpPr>
        <p:sp>
          <p:nvSpPr>
            <p:cNvPr id="15394" name="Oval 18"/>
            <p:cNvSpPr>
              <a:spLocks noChangeArrowheads="1"/>
            </p:cNvSpPr>
            <p:nvPr/>
          </p:nvSpPr>
          <p:spPr bwMode="auto">
            <a:xfrm>
              <a:off x="1202" y="2024"/>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95" name="Oval 19"/>
            <p:cNvSpPr>
              <a:spLocks noChangeArrowheads="1"/>
            </p:cNvSpPr>
            <p:nvPr/>
          </p:nvSpPr>
          <p:spPr bwMode="auto">
            <a:xfrm>
              <a:off x="1215" y="2038"/>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0" name="Oval 20"/>
            <p:cNvSpPr>
              <a:spLocks noChangeArrowheads="1"/>
            </p:cNvSpPr>
            <p:nvPr/>
          </p:nvSpPr>
          <p:spPr bwMode="auto">
            <a:xfrm>
              <a:off x="1227" y="2050"/>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7" name="Oval 21"/>
            <p:cNvSpPr>
              <a:spLocks noChangeArrowheads="1"/>
            </p:cNvSpPr>
            <p:nvPr/>
          </p:nvSpPr>
          <p:spPr bwMode="auto">
            <a:xfrm>
              <a:off x="1227" y="2050"/>
              <a:ext cx="181" cy="188"/>
            </a:xfrm>
            <a:prstGeom prst="ellipse">
              <a:avLst/>
            </a:prstGeom>
            <a:gradFill rotWithShape="1">
              <a:gsLst>
                <a:gs pos="0">
                  <a:srgbClr val="000000"/>
                </a:gs>
                <a:gs pos="100000">
                  <a:srgbClr val="48BE67"/>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2" name="Oval 22"/>
            <p:cNvSpPr>
              <a:spLocks noChangeArrowheads="1"/>
            </p:cNvSpPr>
            <p:nvPr/>
          </p:nvSpPr>
          <p:spPr bwMode="auto">
            <a:xfrm>
              <a:off x="1239" y="2062"/>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9" name="Oval 23"/>
            <p:cNvSpPr>
              <a:spLocks noChangeArrowheads="1"/>
            </p:cNvSpPr>
            <p:nvPr/>
          </p:nvSpPr>
          <p:spPr bwMode="auto">
            <a:xfrm>
              <a:off x="1239" y="2062"/>
              <a:ext cx="157" cy="164"/>
            </a:xfrm>
            <a:prstGeom prst="ellipse">
              <a:avLst/>
            </a:prstGeom>
            <a:gradFill rotWithShape="1">
              <a:gsLst>
                <a:gs pos="0">
                  <a:srgbClr val="48BE67"/>
                </a:gs>
                <a:gs pos="100000">
                  <a:srgbClr val="235C32"/>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grpSp>
        <p:nvGrpSpPr>
          <p:cNvPr id="7" name="Group 10"/>
          <p:cNvGrpSpPr>
            <a:grpSpLocks/>
          </p:cNvGrpSpPr>
          <p:nvPr/>
        </p:nvGrpSpPr>
        <p:grpSpPr bwMode="auto">
          <a:xfrm>
            <a:off x="1428750" y="5072063"/>
            <a:ext cx="366713" cy="381000"/>
            <a:chOff x="785" y="1175"/>
            <a:chExt cx="231" cy="240"/>
          </a:xfrm>
        </p:grpSpPr>
        <p:sp>
          <p:nvSpPr>
            <p:cNvPr id="15388" name="Oval 11"/>
            <p:cNvSpPr>
              <a:spLocks noChangeArrowheads="1"/>
            </p:cNvSpPr>
            <p:nvPr/>
          </p:nvSpPr>
          <p:spPr bwMode="auto">
            <a:xfrm>
              <a:off x="785" y="1175"/>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89" name="Oval 12"/>
            <p:cNvSpPr>
              <a:spLocks noChangeArrowheads="1"/>
            </p:cNvSpPr>
            <p:nvPr/>
          </p:nvSpPr>
          <p:spPr bwMode="auto">
            <a:xfrm>
              <a:off x="798" y="1189"/>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7" name="Oval 13"/>
            <p:cNvSpPr>
              <a:spLocks noChangeArrowheads="1"/>
            </p:cNvSpPr>
            <p:nvPr/>
          </p:nvSpPr>
          <p:spPr bwMode="auto">
            <a:xfrm>
              <a:off x="810" y="1201"/>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1" name="Oval 14"/>
            <p:cNvSpPr>
              <a:spLocks noChangeArrowheads="1"/>
            </p:cNvSpPr>
            <p:nvPr/>
          </p:nvSpPr>
          <p:spPr bwMode="auto">
            <a:xfrm>
              <a:off x="810" y="1201"/>
              <a:ext cx="181" cy="188"/>
            </a:xfrm>
            <a:prstGeom prst="ellipse">
              <a:avLst/>
            </a:prstGeom>
            <a:gradFill rotWithShape="1">
              <a:gsLst>
                <a:gs pos="0">
                  <a:srgbClr val="000000"/>
                </a:gs>
                <a:gs pos="100000">
                  <a:srgbClr val="FFCC00"/>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79" name="Oval 15"/>
            <p:cNvSpPr>
              <a:spLocks noChangeArrowheads="1"/>
            </p:cNvSpPr>
            <p:nvPr/>
          </p:nvSpPr>
          <p:spPr bwMode="auto">
            <a:xfrm>
              <a:off x="822" y="1213"/>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93" name="Oval 16"/>
            <p:cNvSpPr>
              <a:spLocks noChangeArrowheads="1"/>
            </p:cNvSpPr>
            <p:nvPr/>
          </p:nvSpPr>
          <p:spPr bwMode="auto">
            <a:xfrm>
              <a:off x="822" y="1213"/>
              <a:ext cx="157" cy="164"/>
            </a:xfrm>
            <a:prstGeom prst="ellipse">
              <a:avLst/>
            </a:prstGeom>
            <a:gradFill rotWithShape="1">
              <a:gsLst>
                <a:gs pos="0">
                  <a:srgbClr val="FFCC00"/>
                </a:gs>
                <a:gs pos="100000">
                  <a:srgbClr val="7C6300"/>
                </a:gs>
              </a:gsLst>
              <a:lin ang="2700000" scaled="1"/>
            </a:gradFill>
            <a:ln w="38100">
              <a:solidFill>
                <a:srgbClr val="99FF33"/>
              </a:solidFill>
              <a:round/>
              <a:headEnd/>
              <a:tailEnd/>
            </a:ln>
          </p:spPr>
          <p:txBody>
            <a:bodyPr/>
            <a:lstStyle/>
            <a:p>
              <a:pPr eaLnBrk="1" hangingPunct="1">
                <a:buClr>
                  <a:srgbClr val="000000"/>
                </a:buClr>
                <a:buSzPct val="100000"/>
              </a:pPr>
              <a:endParaRPr lang="zh-CN" altLang="en-US">
                <a:solidFill>
                  <a:srgbClr val="00B0F0"/>
                </a:solidFill>
                <a:latin typeface="Century Schoolbook" pitchFamily="18" charset="0"/>
              </a:endParaRPr>
            </a:p>
          </p:txBody>
        </p:sp>
      </p:grpSp>
      <p:grpSp>
        <p:nvGrpSpPr>
          <p:cNvPr id="8" name="Group 31"/>
          <p:cNvGrpSpPr>
            <a:grpSpLocks/>
          </p:cNvGrpSpPr>
          <p:nvPr/>
        </p:nvGrpSpPr>
        <p:grpSpPr bwMode="auto">
          <a:xfrm>
            <a:off x="857250" y="5572125"/>
            <a:ext cx="366713" cy="381000"/>
            <a:chOff x="567" y="3612"/>
            <a:chExt cx="231" cy="240"/>
          </a:xfrm>
        </p:grpSpPr>
        <p:sp>
          <p:nvSpPr>
            <p:cNvPr id="15382"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15383"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84"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85"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86"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15387"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15380" name="AutoShape 8"/>
          <p:cNvSpPr>
            <a:spLocks noChangeArrowheads="1"/>
          </p:cNvSpPr>
          <p:nvPr/>
        </p:nvSpPr>
        <p:spPr bwMode="auto">
          <a:xfrm>
            <a:off x="1828800" y="5257800"/>
            <a:ext cx="5970587" cy="461963"/>
          </a:xfrm>
          <a:prstGeom prst="roundRect">
            <a:avLst>
              <a:gd name="adj" fmla="val 24282"/>
            </a:avLst>
          </a:prstGeom>
          <a:noFill/>
          <a:ln w="28575">
            <a:solidFill>
              <a:schemeClr val="bg2"/>
            </a:solidFill>
            <a:round/>
            <a:headEnd/>
            <a:tailEnd/>
          </a:ln>
        </p:spPr>
        <p:txBody>
          <a:bodyPr lIns="0" rIns="0" anchor="ctr">
            <a:spAutoFit/>
          </a:bodyPr>
          <a:lstStyle/>
          <a:p>
            <a:pPr eaLnBrk="1" hangingPunct="1"/>
            <a:endParaRPr lang="en-US" altLang="zh-CN" sz="2000" b="1" dirty="0">
              <a:solidFill>
                <a:srgbClr val="000099"/>
              </a:solidFill>
              <a:latin typeface="Century Schoolbook" pitchFamily="18" charset="0"/>
            </a:endParaRPr>
          </a:p>
        </p:txBody>
      </p:sp>
      <p:grpSp>
        <p:nvGrpSpPr>
          <p:cNvPr id="64" name="Group 31"/>
          <p:cNvGrpSpPr>
            <a:grpSpLocks/>
          </p:cNvGrpSpPr>
          <p:nvPr/>
        </p:nvGrpSpPr>
        <p:grpSpPr bwMode="auto">
          <a:xfrm>
            <a:off x="228600" y="6019800"/>
            <a:ext cx="366713" cy="381000"/>
            <a:chOff x="567" y="3612"/>
            <a:chExt cx="231" cy="240"/>
          </a:xfrm>
        </p:grpSpPr>
        <p:sp>
          <p:nvSpPr>
            <p:cNvPr id="65" name="Oval 32"/>
            <p:cNvSpPr>
              <a:spLocks noChangeArrowheads="1"/>
            </p:cNvSpPr>
            <p:nvPr/>
          </p:nvSpPr>
          <p:spPr bwMode="auto">
            <a:xfrm>
              <a:off x="567" y="3612"/>
              <a:ext cx="231" cy="240"/>
            </a:xfrm>
            <a:prstGeom prst="ellipse">
              <a:avLst/>
            </a:prstGeom>
            <a:gradFill rotWithShape="1">
              <a:gsLst>
                <a:gs pos="0">
                  <a:srgbClr val="767676"/>
                </a:gs>
                <a:gs pos="50000">
                  <a:srgbClr val="FFFFFF"/>
                </a:gs>
                <a:gs pos="100000">
                  <a:srgbClr val="767676"/>
                </a:gs>
              </a:gsLst>
              <a:lin ang="5400000" scaled="1"/>
            </a:gradFill>
            <a:ln w="5715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6" name="Oval 33"/>
            <p:cNvSpPr>
              <a:spLocks noChangeArrowheads="1"/>
            </p:cNvSpPr>
            <p:nvPr/>
          </p:nvSpPr>
          <p:spPr bwMode="auto">
            <a:xfrm>
              <a:off x="580" y="3626"/>
              <a:ext cx="205" cy="212"/>
            </a:xfrm>
            <a:prstGeom prst="ellipse">
              <a:avLst/>
            </a:prstGeom>
            <a:gradFill rotWithShape="1">
              <a:gsLst>
                <a:gs pos="0">
                  <a:srgbClr val="A2A2A2"/>
                </a:gs>
                <a:gs pos="50000">
                  <a:srgbClr val="FFFFFF"/>
                </a:gs>
                <a:gs pos="100000">
                  <a:srgbClr val="A2A2A2"/>
                </a:gs>
              </a:gsLst>
              <a:lin ang="0" scaled="1"/>
            </a:gradFill>
            <a:ln w="9525">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7" name="Oval 34"/>
            <p:cNvSpPr>
              <a:spLocks noChangeArrowheads="1"/>
            </p:cNvSpPr>
            <p:nvPr/>
          </p:nvSpPr>
          <p:spPr bwMode="auto">
            <a:xfrm>
              <a:off x="592" y="3638"/>
              <a:ext cx="181"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68" name="Oval 35"/>
            <p:cNvSpPr>
              <a:spLocks noChangeArrowheads="1"/>
            </p:cNvSpPr>
            <p:nvPr/>
          </p:nvSpPr>
          <p:spPr bwMode="auto">
            <a:xfrm>
              <a:off x="592" y="3638"/>
              <a:ext cx="181" cy="188"/>
            </a:xfrm>
            <a:prstGeom prst="ellipse">
              <a:avLst/>
            </a:prstGeom>
            <a:gradFill rotWithShape="1">
              <a:gsLst>
                <a:gs pos="0">
                  <a:srgbClr val="000000"/>
                </a:gs>
                <a:gs pos="100000">
                  <a:srgbClr val="8D67E1"/>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sp>
          <p:nvSpPr>
            <p:cNvPr id="69" name="Oval 36"/>
            <p:cNvSpPr>
              <a:spLocks noChangeArrowheads="1"/>
            </p:cNvSpPr>
            <p:nvPr/>
          </p:nvSpPr>
          <p:spPr bwMode="auto">
            <a:xfrm>
              <a:off x="604" y="3650"/>
              <a:ext cx="157"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noFill/>
              <a:round/>
              <a:headEnd/>
              <a:tailEnd/>
            </a:ln>
            <a:effectLst/>
          </p:spPr>
          <p:txBody>
            <a:bodyPr/>
            <a:lstStyle/>
            <a:p>
              <a:pPr eaLnBrk="1" fontAlgn="auto" hangingPunct="1">
                <a:spcBef>
                  <a:spcPts val="0"/>
                </a:spcBef>
                <a:spcAft>
                  <a:spcPts val="0"/>
                </a:spcAft>
                <a:buClr>
                  <a:srgbClr val="000000"/>
                </a:buClr>
                <a:buSzPct val="100000"/>
                <a:defRPr/>
              </a:pPr>
              <a:endParaRPr lang="zh-CN" altLang="en-US">
                <a:latin typeface="+mn-lt"/>
              </a:endParaRPr>
            </a:p>
          </p:txBody>
        </p:sp>
        <p:sp>
          <p:nvSpPr>
            <p:cNvPr id="71" name="Oval 37"/>
            <p:cNvSpPr>
              <a:spLocks noChangeArrowheads="1"/>
            </p:cNvSpPr>
            <p:nvPr/>
          </p:nvSpPr>
          <p:spPr bwMode="auto">
            <a:xfrm>
              <a:off x="604" y="3650"/>
              <a:ext cx="157" cy="164"/>
            </a:xfrm>
            <a:prstGeom prst="ellipse">
              <a:avLst/>
            </a:prstGeom>
            <a:gradFill rotWithShape="1">
              <a:gsLst>
                <a:gs pos="0">
                  <a:srgbClr val="8D67E1"/>
                </a:gs>
                <a:gs pos="100000">
                  <a:srgbClr val="45326D"/>
                </a:gs>
              </a:gsLst>
              <a:lin ang="2700000" scaled="1"/>
            </a:gradFill>
            <a:ln w="38100">
              <a:noFill/>
              <a:round/>
              <a:headEnd/>
              <a:tailEnd/>
            </a:ln>
          </p:spPr>
          <p:txBody>
            <a:bodyPr/>
            <a:lstStyle/>
            <a:p>
              <a:pPr eaLnBrk="1" hangingPunct="1">
                <a:buClr>
                  <a:srgbClr val="000000"/>
                </a:buClr>
                <a:buSzPct val="100000"/>
              </a:pPr>
              <a:endParaRPr lang="zh-CN" altLang="en-US">
                <a:latin typeface="Century Schoolbook" pitchFamily="18" charset="0"/>
              </a:endParaRPr>
            </a:p>
          </p:txBody>
        </p:sp>
      </p:grpSp>
      <p:sp>
        <p:nvSpPr>
          <p:cNvPr id="73" name="AutoShape 8"/>
          <p:cNvSpPr>
            <a:spLocks noChangeArrowheads="1"/>
          </p:cNvSpPr>
          <p:nvPr/>
        </p:nvSpPr>
        <p:spPr bwMode="auto">
          <a:xfrm>
            <a:off x="685800" y="6172200"/>
            <a:ext cx="5970588" cy="461963"/>
          </a:xfrm>
          <a:prstGeom prst="roundRect">
            <a:avLst>
              <a:gd name="adj" fmla="val 24282"/>
            </a:avLst>
          </a:prstGeom>
          <a:noFill/>
          <a:ln w="28575">
            <a:solidFill>
              <a:schemeClr val="bg2"/>
            </a:solidFill>
            <a:round/>
            <a:headEnd/>
            <a:tailEnd/>
          </a:ln>
        </p:spPr>
        <p:txBody>
          <a:bodyPr lIns="0" rIns="0" anchor="ctr">
            <a:spAutoFit/>
          </a:bodyPr>
          <a:lstStyle/>
          <a:p>
            <a:r>
              <a:rPr lang="en-US" sz="2000" b="1" dirty="0" smtClean="0">
                <a:solidFill>
                  <a:srgbClr val="7030A0"/>
                </a:solidFill>
              </a:rPr>
              <a:t>Mitigation of Global Warming</a:t>
            </a:r>
            <a:endParaRPr lang="en-US" altLang="zh-CN" sz="2000" b="1" dirty="0">
              <a:solidFill>
                <a:srgbClr val="7030A0"/>
              </a:solidFill>
              <a:latin typeface="Century Schoolbook" pitchFamily="18" charset="0"/>
            </a:endParaRPr>
          </a:p>
        </p:txBody>
      </p:sp>
      <p:sp>
        <p:nvSpPr>
          <p:cNvPr id="74" name="Rectangle 73"/>
          <p:cNvSpPr/>
          <p:nvPr/>
        </p:nvSpPr>
        <p:spPr>
          <a:xfrm>
            <a:off x="2133600" y="5257800"/>
            <a:ext cx="3340979" cy="369332"/>
          </a:xfrm>
          <a:prstGeom prst="rect">
            <a:avLst/>
          </a:prstGeom>
        </p:spPr>
        <p:txBody>
          <a:bodyPr wrap="none">
            <a:spAutoFit/>
          </a:bodyPr>
          <a:lstStyle/>
          <a:p>
            <a:pPr algn="just">
              <a:buClr>
                <a:srgbClr val="000000"/>
              </a:buClr>
              <a:buSzPct val="100000"/>
            </a:pPr>
            <a:r>
              <a:rPr lang="en-US" altLang="zh-CN" b="1" dirty="0" smtClean="0">
                <a:solidFill>
                  <a:srgbClr val="000099"/>
                </a:solidFill>
                <a:latin typeface="Century Schoolbook" pitchFamily="18" charset="0"/>
              </a:rPr>
              <a:t>Impact of Global Warming</a:t>
            </a:r>
            <a:endParaRPr lang="en-US" altLang="zh-CN" b="1" dirty="0">
              <a:solidFill>
                <a:srgbClr val="000099"/>
              </a:solidFill>
              <a:latin typeface="Century Schoolbook" pitchFamily="18"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NARESH\Desktop\gw cc\global-warning-and-climate-change-4-638.jpg"/>
          <p:cNvPicPr>
            <a:picLocks noChangeAspect="1" noChangeArrowheads="1"/>
          </p:cNvPicPr>
          <p:nvPr/>
        </p:nvPicPr>
        <p:blipFill>
          <a:blip r:embed="rId2"/>
          <a:srcRect t="5010"/>
          <a:stretch>
            <a:fillRect/>
          </a:stretch>
        </p:blipFill>
        <p:spPr bwMode="auto">
          <a:xfrm>
            <a:off x="304800" y="228600"/>
            <a:ext cx="8458199" cy="6032076"/>
          </a:xfrm>
          <a:prstGeom prst="rect">
            <a:avLst/>
          </a:prstGeom>
          <a:noFill/>
        </p:spPr>
      </p:pic>
      <p:pic>
        <p:nvPicPr>
          <p:cNvPr id="4" name="Picture 4" descr="C:\Users\NARESH\Desktop\gwcc a\consequences-of-global-warming-and-climate-change-61-638.jpg"/>
          <p:cNvPicPr>
            <a:picLocks noChangeAspect="1" noChangeArrowheads="1"/>
          </p:cNvPicPr>
          <p:nvPr/>
        </p:nvPicPr>
        <p:blipFill>
          <a:blip r:embed="rId3"/>
          <a:srcRect t="25052" b="20042"/>
          <a:stretch>
            <a:fillRect/>
          </a:stretch>
        </p:blipFill>
        <p:spPr bwMode="auto">
          <a:xfrm>
            <a:off x="2438399" y="4876800"/>
            <a:ext cx="4801389" cy="1744318"/>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0" y="152400"/>
            <a:ext cx="9080500" cy="427038"/>
          </a:xfrm>
          <a:prstGeom prst="rect">
            <a:avLst/>
          </a:prstGeom>
          <a:noFill/>
          <a:ln w="9525">
            <a:noFill/>
            <a:miter lim="800000"/>
            <a:headEnd/>
            <a:tailEnd/>
          </a:ln>
          <a:effectLst/>
        </p:spPr>
        <p:txBody>
          <a:bodyPr/>
          <a:lstStyle/>
          <a:p>
            <a:pPr algn="ctr">
              <a:defRPr/>
            </a:pPr>
            <a:r>
              <a:rPr lang="en-US" sz="2800" b="1" dirty="0" smtClean="0">
                <a:solidFill>
                  <a:srgbClr val="FF0000"/>
                </a:solidFill>
                <a:effectLst>
                  <a:outerShdw blurRad="38100" dist="38100" dir="2700000" algn="tl">
                    <a:srgbClr val="C0C0C0"/>
                  </a:outerShdw>
                </a:effectLst>
              </a:rPr>
              <a:t>Causes </a:t>
            </a:r>
            <a:r>
              <a:rPr lang="en-US" sz="2800" b="1" dirty="0">
                <a:solidFill>
                  <a:srgbClr val="FF0000"/>
                </a:solidFill>
                <a:effectLst>
                  <a:outerShdw blurRad="38100" dist="38100" dir="2700000" algn="tl">
                    <a:srgbClr val="C0C0C0"/>
                  </a:outerShdw>
                </a:effectLst>
              </a:rPr>
              <a:t>of Climate Change</a:t>
            </a:r>
          </a:p>
        </p:txBody>
      </p:sp>
      <p:sp>
        <p:nvSpPr>
          <p:cNvPr id="2051" name="Text Box 3"/>
          <p:cNvSpPr txBox="1">
            <a:spLocks noChangeArrowheads="1"/>
          </p:cNvSpPr>
          <p:nvPr/>
        </p:nvSpPr>
        <p:spPr bwMode="auto">
          <a:xfrm>
            <a:off x="152400" y="838200"/>
            <a:ext cx="7848600" cy="4953000"/>
          </a:xfrm>
          <a:prstGeom prst="rect">
            <a:avLst/>
          </a:prstGeom>
          <a:noFill/>
          <a:ln w="9525">
            <a:noFill/>
            <a:miter lim="800000"/>
            <a:headEnd/>
            <a:tailEnd/>
          </a:ln>
          <a:effectLst/>
        </p:spPr>
        <p:txBody>
          <a:bodyPr/>
          <a:lstStyle/>
          <a:p>
            <a:pPr marL="457200" indent="-457200">
              <a:defRPr/>
            </a:pPr>
            <a:r>
              <a:rPr lang="en-US" sz="2800" b="1" dirty="0">
                <a:effectLst>
                  <a:outerShdw blurRad="38100" dist="38100" dir="2700000" algn="tl">
                    <a:srgbClr val="C0C0C0"/>
                  </a:outerShdw>
                </a:effectLst>
              </a:rPr>
              <a:t>Feedback </a:t>
            </a:r>
            <a:r>
              <a:rPr lang="en-US" sz="2800" b="1" dirty="0" smtClean="0">
                <a:effectLst>
                  <a:outerShdw blurRad="38100" dist="38100" dir="2700000" algn="tl">
                    <a:srgbClr val="C0C0C0"/>
                  </a:outerShdw>
                </a:effectLst>
              </a:rPr>
              <a:t>Mechanisms</a:t>
            </a:r>
          </a:p>
          <a:p>
            <a:pPr marL="457200" indent="-457200">
              <a:defRPr/>
            </a:pPr>
            <a:r>
              <a:rPr lang="en-US" sz="2800" dirty="0">
                <a:solidFill>
                  <a:srgbClr val="C00000"/>
                </a:solidFill>
              </a:rPr>
              <a:t>Anthropogenic Global </a:t>
            </a:r>
            <a:r>
              <a:rPr lang="en-US" sz="2800" dirty="0" smtClean="0">
                <a:solidFill>
                  <a:srgbClr val="C00000"/>
                </a:solidFill>
              </a:rPr>
              <a:t>Warming</a:t>
            </a:r>
          </a:p>
          <a:p>
            <a:pPr marL="457200" indent="-457200">
              <a:defRPr/>
            </a:pPr>
            <a:r>
              <a:rPr lang="en-US" sz="2800" dirty="0"/>
              <a:t>Bio-thermostat </a:t>
            </a:r>
            <a:endParaRPr lang="en-US" sz="2000" b="1" dirty="0">
              <a:effectLst>
                <a:outerShdw blurRad="38100" dist="38100" dir="2700000" algn="tl">
                  <a:srgbClr val="C0C0C0"/>
                </a:outerShdw>
              </a:effectLst>
            </a:endParaRPr>
          </a:p>
          <a:p>
            <a:pPr marL="457200" indent="-457200">
              <a:defRPr/>
            </a:pPr>
            <a:r>
              <a:rPr lang="en-US" sz="2800" b="1" dirty="0">
                <a:effectLst>
                  <a:outerShdw blurRad="38100" dist="38100" dir="2700000" algn="tl">
                    <a:srgbClr val="C0C0C0"/>
                  </a:outerShdw>
                </a:effectLst>
              </a:rPr>
              <a:t>Variations in Solar Radiation</a:t>
            </a:r>
          </a:p>
          <a:p>
            <a:pPr marL="457200" indent="-457200">
              <a:defRPr/>
            </a:pPr>
            <a:r>
              <a:rPr lang="en-US" sz="2800" b="1" dirty="0">
                <a:effectLst>
                  <a:outerShdw blurRad="38100" dist="38100" dir="2700000" algn="tl">
                    <a:srgbClr val="C0C0C0"/>
                  </a:outerShdw>
                </a:effectLst>
              </a:rPr>
              <a:t>	</a:t>
            </a:r>
            <a:r>
              <a:rPr lang="en-US" sz="2000" b="1" dirty="0">
                <a:effectLst>
                  <a:outerShdw blurRad="38100" dist="38100" dir="2700000" algn="tl">
                    <a:srgbClr val="C0C0C0"/>
                  </a:outerShdw>
                </a:effectLst>
              </a:rPr>
              <a:t>Solar Irradiance</a:t>
            </a:r>
          </a:p>
          <a:p>
            <a:pPr marL="457200" indent="-457200">
              <a:defRPr/>
            </a:pPr>
            <a:r>
              <a:rPr lang="en-US" sz="2000" b="1" dirty="0">
                <a:effectLst>
                  <a:outerShdw blurRad="38100" dist="38100" dir="2700000" algn="tl">
                    <a:srgbClr val="C0C0C0"/>
                  </a:outerShdw>
                </a:effectLst>
              </a:rPr>
              <a:t>	Sunspot Activity</a:t>
            </a:r>
          </a:p>
          <a:p>
            <a:pPr marL="457200" indent="-457200">
              <a:defRPr/>
            </a:pPr>
            <a:r>
              <a:rPr lang="en-US" sz="2000" b="1" dirty="0">
                <a:effectLst>
                  <a:outerShdw blurRad="38100" dist="38100" dir="2700000" algn="tl">
                    <a:srgbClr val="C0C0C0"/>
                  </a:outerShdw>
                </a:effectLst>
              </a:rPr>
              <a:t>	Earth-Sun Geometry (</a:t>
            </a:r>
            <a:r>
              <a:rPr lang="en-US" sz="2000" b="1" dirty="0" err="1">
                <a:effectLst>
                  <a:outerShdw blurRad="38100" dist="38100" dir="2700000" algn="tl">
                    <a:srgbClr val="C0C0C0"/>
                  </a:outerShdw>
                </a:effectLst>
              </a:rPr>
              <a:t>Milankovitch</a:t>
            </a:r>
            <a:r>
              <a:rPr lang="en-US" sz="2000" b="1" dirty="0">
                <a:effectLst>
                  <a:outerShdw blurRad="38100" dist="38100" dir="2700000" algn="tl">
                    <a:srgbClr val="C0C0C0"/>
                  </a:outerShdw>
                </a:effectLst>
              </a:rPr>
              <a:t> cycles)</a:t>
            </a:r>
          </a:p>
          <a:p>
            <a:pPr marL="457200" indent="-457200">
              <a:defRPr/>
            </a:pPr>
            <a:r>
              <a:rPr lang="en-US" sz="2000" b="1" dirty="0">
                <a:effectLst>
                  <a:outerShdw blurRad="38100" dist="38100" dir="2700000" algn="tl">
                    <a:srgbClr val="C0C0C0"/>
                  </a:outerShdw>
                </a:effectLst>
              </a:rPr>
              <a:t>	Atmospheric Dust and Volcanoes</a:t>
            </a:r>
          </a:p>
          <a:p>
            <a:pPr marL="457200" indent="-457200">
              <a:defRPr/>
            </a:pPr>
            <a:r>
              <a:rPr lang="en-US" sz="2800" b="1" dirty="0">
                <a:effectLst>
                  <a:outerShdw blurRad="38100" dist="38100" dir="2700000" algn="tl">
                    <a:srgbClr val="C0C0C0"/>
                  </a:outerShdw>
                </a:effectLst>
              </a:rPr>
              <a:t>Distribution of Continents</a:t>
            </a:r>
            <a:br>
              <a:rPr lang="en-US" sz="2800" b="1" dirty="0">
                <a:effectLst>
                  <a:outerShdw blurRad="38100" dist="38100" dir="2700000" algn="tl">
                    <a:srgbClr val="C0C0C0"/>
                  </a:outerShdw>
                </a:effectLst>
              </a:rPr>
            </a:br>
            <a:r>
              <a:rPr lang="en-US" sz="2000" b="1" dirty="0">
                <a:effectLst>
                  <a:outerShdw blurRad="38100" dist="38100" dir="2700000" algn="tl">
                    <a:srgbClr val="C0C0C0"/>
                  </a:outerShdw>
                </a:effectLst>
              </a:rPr>
              <a:t>Plate Tectonics</a:t>
            </a:r>
            <a:br>
              <a:rPr lang="en-US" sz="2000" b="1" dirty="0">
                <a:effectLst>
                  <a:outerShdw blurRad="38100" dist="38100" dir="2700000" algn="tl">
                    <a:srgbClr val="C0C0C0"/>
                  </a:outerShdw>
                </a:effectLst>
              </a:rPr>
            </a:br>
            <a:r>
              <a:rPr lang="en-US" sz="2000" b="1" dirty="0">
                <a:effectLst>
                  <a:outerShdw blurRad="38100" dist="38100" dir="2700000" algn="tl">
                    <a:srgbClr val="C0C0C0"/>
                  </a:outerShdw>
                </a:effectLst>
              </a:rPr>
              <a:t>Mountain Building</a:t>
            </a:r>
          </a:p>
          <a:p>
            <a:pPr marL="457200" indent="-457200">
              <a:defRPr/>
            </a:pPr>
            <a:r>
              <a:rPr lang="en-US" sz="2800" b="1" dirty="0">
                <a:effectLst>
                  <a:outerShdw blurRad="38100" dist="38100" dir="2700000" algn="tl">
                    <a:srgbClr val="C0C0C0"/>
                  </a:outerShdw>
                </a:effectLst>
              </a:rPr>
              <a:t>Ocean Variation</a:t>
            </a:r>
          </a:p>
          <a:p>
            <a:pPr marL="457200" indent="-457200">
              <a:defRPr/>
            </a:pPr>
            <a:r>
              <a:rPr lang="en-US" sz="2800" b="1" dirty="0">
                <a:effectLst>
                  <a:outerShdw blurRad="38100" dist="38100" dir="2700000" algn="tl">
                    <a:srgbClr val="C0C0C0"/>
                  </a:outerShdw>
                </a:effectLst>
              </a:rPr>
              <a:t>	</a:t>
            </a:r>
            <a:r>
              <a:rPr lang="en-US" sz="2000" b="1" dirty="0" err="1">
                <a:effectLst>
                  <a:outerShdw blurRad="38100" dist="38100" dir="2700000" algn="tl">
                    <a:srgbClr val="C0C0C0"/>
                  </a:outerShdw>
                </a:effectLst>
              </a:rPr>
              <a:t>Thermohaline</a:t>
            </a:r>
            <a:r>
              <a:rPr lang="en-US" sz="2000" b="1" dirty="0">
                <a:effectLst>
                  <a:outerShdw blurRad="38100" dist="38100" dir="2700000" algn="tl">
                    <a:srgbClr val="C0C0C0"/>
                  </a:outerShdw>
                </a:effectLst>
              </a:rPr>
              <a:t> Circulation</a:t>
            </a:r>
          </a:p>
          <a:p>
            <a:pPr marL="457200" indent="-457200">
              <a:defRPr/>
            </a:pPr>
            <a:endParaRPr lang="en-US" sz="2800" b="1" dirty="0">
              <a:effectLst>
                <a:outerShdw blurRad="38100" dist="38100" dir="2700000" algn="tl">
                  <a:srgbClr val="C0C0C0"/>
                </a:outerShdw>
              </a:effectLst>
            </a:endParaRP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Fig_17ghouse"/>
          <p:cNvPicPr>
            <a:picLocks noChangeAspect="1" noChangeArrowheads="1"/>
          </p:cNvPicPr>
          <p:nvPr/>
        </p:nvPicPr>
        <p:blipFill>
          <a:blip r:embed="rId2"/>
          <a:srcRect r="2000"/>
          <a:stretch>
            <a:fillRect/>
          </a:stretch>
        </p:blipFill>
        <p:spPr bwMode="auto">
          <a:xfrm>
            <a:off x="2209800" y="838200"/>
            <a:ext cx="6477000" cy="5771243"/>
          </a:xfrm>
          <a:prstGeom prst="rect">
            <a:avLst/>
          </a:prstGeom>
          <a:noFill/>
          <a:ln w="9525">
            <a:noFill/>
            <a:miter lim="800000"/>
            <a:headEnd/>
            <a:tailEnd/>
          </a:ln>
        </p:spPr>
      </p:pic>
      <p:sp>
        <p:nvSpPr>
          <p:cNvPr id="3" name="TextBox 2"/>
          <p:cNvSpPr txBox="1"/>
          <p:nvPr/>
        </p:nvSpPr>
        <p:spPr>
          <a:xfrm>
            <a:off x="1295400" y="152400"/>
            <a:ext cx="6339364" cy="584775"/>
          </a:xfrm>
          <a:prstGeom prst="rect">
            <a:avLst/>
          </a:prstGeom>
          <a:noFill/>
        </p:spPr>
        <p:txBody>
          <a:bodyPr wrap="none" rtlCol="0">
            <a:spAutoFit/>
          </a:bodyPr>
          <a:lstStyle/>
          <a:p>
            <a:r>
              <a:rPr lang="en-US" sz="3200" b="1" dirty="0" smtClean="0">
                <a:solidFill>
                  <a:srgbClr val="C00000"/>
                </a:solidFill>
                <a:latin typeface="Arial" pitchFamily="34" charset="0"/>
                <a:cs typeface="Arial" pitchFamily="34" charset="0"/>
              </a:rPr>
              <a:t>Anthropogenic Global Warming</a:t>
            </a:r>
            <a:endParaRPr lang="en-US" sz="3200" b="1" dirty="0">
              <a:solidFill>
                <a:srgbClr val="C00000"/>
              </a:solidFill>
              <a:latin typeface="Arial" pitchFamily="34" charset="0"/>
              <a:cs typeface="Arial" pitchFamily="34" charset="0"/>
            </a:endParaRPr>
          </a:p>
        </p:txBody>
      </p:sp>
      <p:sp>
        <p:nvSpPr>
          <p:cNvPr id="5" name="TextBox 4"/>
          <p:cNvSpPr txBox="1"/>
          <p:nvPr/>
        </p:nvSpPr>
        <p:spPr>
          <a:xfrm>
            <a:off x="152401" y="2133600"/>
            <a:ext cx="2438400" cy="1384995"/>
          </a:xfrm>
          <a:prstGeom prst="rect">
            <a:avLst/>
          </a:prstGeom>
          <a:noFill/>
        </p:spPr>
        <p:txBody>
          <a:bodyPr wrap="square" rtlCol="0">
            <a:spAutoFit/>
          </a:bodyPr>
          <a:lstStyle/>
          <a:p>
            <a:r>
              <a:rPr lang="en-US" sz="2800" dirty="0" smtClean="0">
                <a:solidFill>
                  <a:srgbClr val="0000CC"/>
                </a:solidFill>
              </a:rPr>
              <a:t>Principle of Green House Gases ?</a:t>
            </a:r>
            <a:endParaRPr lang="en-US" sz="2800" dirty="0">
              <a:solidFill>
                <a:srgbClr val="0000CC"/>
              </a:solidFill>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8991600" cy="685800"/>
          </a:xfrm>
        </p:spPr>
        <p:txBody>
          <a:bodyPr>
            <a:normAutofit fontScale="90000"/>
          </a:bodyPr>
          <a:lstStyle/>
          <a:p>
            <a:pPr eaLnBrk="1" hangingPunct="1"/>
            <a:r>
              <a:rPr lang="en-US" dirty="0" smtClean="0">
                <a:solidFill>
                  <a:srgbClr val="C00000"/>
                </a:solidFill>
              </a:rPr>
              <a:t>Type and sources Greenhouse Gases</a:t>
            </a:r>
          </a:p>
        </p:txBody>
      </p:sp>
      <p:sp>
        <p:nvSpPr>
          <p:cNvPr id="27651" name="Rectangle 3"/>
          <p:cNvSpPr>
            <a:spLocks noGrp="1" noChangeArrowheads="1"/>
          </p:cNvSpPr>
          <p:nvPr>
            <p:ph type="body" idx="1"/>
          </p:nvPr>
        </p:nvSpPr>
        <p:spPr>
          <a:xfrm>
            <a:off x="457200" y="838200"/>
            <a:ext cx="8229600" cy="4389120"/>
          </a:xfrm>
        </p:spPr>
        <p:txBody>
          <a:bodyPr/>
          <a:lstStyle/>
          <a:p>
            <a:pPr marL="2209800" lvl="4" indent="-381000" eaLnBrk="1" hangingPunct="1">
              <a:buFontTx/>
              <a:buNone/>
            </a:pPr>
            <a:r>
              <a:rPr lang="en-US" sz="2800" dirty="0" smtClean="0"/>
              <a:t>H</a:t>
            </a:r>
            <a:r>
              <a:rPr lang="en-US" sz="2800" baseline="-25000" dirty="0" smtClean="0"/>
              <a:t>2</a:t>
            </a:r>
            <a:r>
              <a:rPr lang="en-US" sz="2800" dirty="0" smtClean="0"/>
              <a:t>O = 1-3%</a:t>
            </a:r>
          </a:p>
          <a:p>
            <a:pPr marL="2209800" lvl="4" indent="-381000" eaLnBrk="1" hangingPunct="1">
              <a:buFontTx/>
              <a:buNone/>
            </a:pPr>
            <a:r>
              <a:rPr lang="en-US" sz="2800" dirty="0" smtClean="0"/>
              <a:t>CO</a:t>
            </a:r>
            <a:r>
              <a:rPr lang="en-US" sz="2800" baseline="-25000" dirty="0" smtClean="0"/>
              <a:t>2 </a:t>
            </a:r>
            <a:r>
              <a:rPr lang="en-US" sz="2800" dirty="0" smtClean="0"/>
              <a:t>= .035%</a:t>
            </a:r>
          </a:p>
          <a:p>
            <a:pPr marL="2209800" lvl="4" indent="-381000" eaLnBrk="1" hangingPunct="1">
              <a:buFontTx/>
              <a:buNone/>
            </a:pPr>
            <a:r>
              <a:rPr lang="en-US" sz="2800" dirty="0" smtClean="0"/>
              <a:t>CH</a:t>
            </a:r>
            <a:r>
              <a:rPr lang="en-US" sz="2800" baseline="-25000" dirty="0" smtClean="0"/>
              <a:t>4</a:t>
            </a:r>
            <a:endParaRPr lang="en-US" sz="2800" dirty="0" smtClean="0"/>
          </a:p>
          <a:p>
            <a:pPr marL="2209800" lvl="4" indent="-381000" eaLnBrk="1" hangingPunct="1">
              <a:buFontTx/>
              <a:buNone/>
            </a:pPr>
            <a:r>
              <a:rPr lang="en-US" sz="2800" dirty="0" smtClean="0"/>
              <a:t>N</a:t>
            </a:r>
            <a:r>
              <a:rPr lang="en-US" sz="2800" baseline="-25000" dirty="0" smtClean="0"/>
              <a:t>2</a:t>
            </a:r>
            <a:r>
              <a:rPr lang="en-US" sz="2800" dirty="0" smtClean="0"/>
              <a:t>O</a:t>
            </a:r>
          </a:p>
          <a:p>
            <a:pPr marL="2209800" lvl="4" indent="-381000" eaLnBrk="1" hangingPunct="1">
              <a:buFontTx/>
              <a:buNone/>
            </a:pPr>
            <a:r>
              <a:rPr lang="en-US" sz="2800" dirty="0" smtClean="0"/>
              <a:t>O</a:t>
            </a:r>
            <a:r>
              <a:rPr lang="en-US" sz="2800" baseline="-25000" dirty="0" smtClean="0"/>
              <a:t>3</a:t>
            </a:r>
            <a:endParaRPr lang="en-US" sz="2800" dirty="0" smtClean="0"/>
          </a:p>
          <a:p>
            <a:pPr marL="2209800" lvl="4" indent="-381000" eaLnBrk="1" hangingPunct="1">
              <a:buFontTx/>
              <a:buNone/>
            </a:pPr>
            <a:r>
              <a:rPr lang="en-US" sz="2800" dirty="0" smtClean="0"/>
              <a:t>CFC’s</a:t>
            </a:r>
          </a:p>
        </p:txBody>
      </p:sp>
      <p:sp>
        <p:nvSpPr>
          <p:cNvPr id="27652" name="AutoShape 4"/>
          <p:cNvSpPr>
            <a:spLocks/>
          </p:cNvSpPr>
          <p:nvPr/>
        </p:nvSpPr>
        <p:spPr bwMode="auto">
          <a:xfrm>
            <a:off x="1981200" y="990600"/>
            <a:ext cx="228600" cy="914400"/>
          </a:xfrm>
          <a:prstGeom prst="leftBrace">
            <a:avLst>
              <a:gd name="adj1" fmla="val 33333"/>
              <a:gd name="adj2" fmla="val 50000"/>
            </a:avLst>
          </a:prstGeom>
          <a:noFill/>
          <a:ln w="19050">
            <a:solidFill>
              <a:schemeClr val="tx1"/>
            </a:solidFill>
            <a:round/>
            <a:headEnd/>
            <a:tailEnd/>
          </a:ln>
        </p:spPr>
        <p:txBody>
          <a:bodyPr wrap="none" anchor="ctr"/>
          <a:lstStyle/>
          <a:p>
            <a:endParaRPr lang="en-US"/>
          </a:p>
        </p:txBody>
      </p:sp>
      <p:sp>
        <p:nvSpPr>
          <p:cNvPr id="27653" name="AutoShape 5"/>
          <p:cNvSpPr>
            <a:spLocks/>
          </p:cNvSpPr>
          <p:nvPr/>
        </p:nvSpPr>
        <p:spPr bwMode="auto">
          <a:xfrm>
            <a:off x="2057400" y="1981200"/>
            <a:ext cx="228600" cy="1828800"/>
          </a:xfrm>
          <a:prstGeom prst="leftBrace">
            <a:avLst>
              <a:gd name="adj1" fmla="val 66667"/>
              <a:gd name="adj2" fmla="val 50000"/>
            </a:avLst>
          </a:prstGeom>
          <a:noFill/>
          <a:ln w="9525">
            <a:solidFill>
              <a:schemeClr val="tx1"/>
            </a:solidFill>
            <a:round/>
            <a:headEnd/>
            <a:tailEnd/>
          </a:ln>
        </p:spPr>
        <p:txBody>
          <a:bodyPr wrap="none" anchor="ctr"/>
          <a:lstStyle/>
          <a:p>
            <a:endParaRPr lang="en-US"/>
          </a:p>
        </p:txBody>
      </p:sp>
      <p:sp>
        <p:nvSpPr>
          <p:cNvPr id="27654" name="AutoShape 6"/>
          <p:cNvSpPr>
            <a:spLocks/>
          </p:cNvSpPr>
          <p:nvPr/>
        </p:nvSpPr>
        <p:spPr bwMode="auto">
          <a:xfrm>
            <a:off x="4191000" y="838200"/>
            <a:ext cx="228600" cy="2438400"/>
          </a:xfrm>
          <a:prstGeom prst="rightBrace">
            <a:avLst>
              <a:gd name="adj1" fmla="val 88889"/>
              <a:gd name="adj2" fmla="val 50000"/>
            </a:avLst>
          </a:prstGeom>
          <a:noFill/>
          <a:ln w="9525">
            <a:solidFill>
              <a:schemeClr val="tx1"/>
            </a:solidFill>
            <a:round/>
            <a:headEnd/>
            <a:tailEnd/>
          </a:ln>
        </p:spPr>
        <p:txBody>
          <a:bodyPr wrap="none" anchor="ctr"/>
          <a:lstStyle/>
          <a:p>
            <a:endParaRPr lang="en-US"/>
          </a:p>
        </p:txBody>
      </p:sp>
      <p:sp>
        <p:nvSpPr>
          <p:cNvPr id="27655" name="AutoShape 7"/>
          <p:cNvSpPr>
            <a:spLocks/>
          </p:cNvSpPr>
          <p:nvPr/>
        </p:nvSpPr>
        <p:spPr bwMode="auto">
          <a:xfrm>
            <a:off x="4419600" y="1447800"/>
            <a:ext cx="228600" cy="2362200"/>
          </a:xfrm>
          <a:prstGeom prst="rightBrace">
            <a:avLst>
              <a:gd name="adj1" fmla="val 86111"/>
              <a:gd name="adj2" fmla="val 50000"/>
            </a:avLst>
          </a:prstGeom>
          <a:noFill/>
          <a:ln w="9525">
            <a:solidFill>
              <a:schemeClr val="tx1"/>
            </a:solidFill>
            <a:round/>
            <a:headEnd/>
            <a:tailEnd/>
          </a:ln>
        </p:spPr>
        <p:txBody>
          <a:bodyPr wrap="none" anchor="ctr"/>
          <a:lstStyle/>
          <a:p>
            <a:endParaRPr lang="en-US"/>
          </a:p>
        </p:txBody>
      </p:sp>
      <p:sp>
        <p:nvSpPr>
          <p:cNvPr id="27656" name="Text Box 8"/>
          <p:cNvSpPr txBox="1">
            <a:spLocks noChangeArrowheads="1"/>
          </p:cNvSpPr>
          <p:nvPr/>
        </p:nvSpPr>
        <p:spPr bwMode="auto">
          <a:xfrm>
            <a:off x="914400" y="1066800"/>
            <a:ext cx="948721" cy="830997"/>
          </a:xfrm>
          <a:prstGeom prst="rect">
            <a:avLst/>
          </a:prstGeom>
          <a:noFill/>
          <a:ln w="9525">
            <a:noFill/>
            <a:miter lim="800000"/>
            <a:headEnd/>
            <a:tailEnd/>
          </a:ln>
        </p:spPr>
        <p:txBody>
          <a:bodyPr wrap="none">
            <a:spAutoFit/>
          </a:bodyPr>
          <a:lstStyle/>
          <a:p>
            <a:r>
              <a:rPr lang="en-US" sz="2400" dirty="0">
                <a:solidFill>
                  <a:srgbClr val="C00000"/>
                </a:solidFill>
              </a:rPr>
              <a:t>High</a:t>
            </a:r>
          </a:p>
          <a:p>
            <a:r>
              <a:rPr lang="en-US" sz="2400" dirty="0">
                <a:solidFill>
                  <a:srgbClr val="C00000"/>
                </a:solidFill>
              </a:rPr>
              <a:t>Conc.</a:t>
            </a:r>
          </a:p>
        </p:txBody>
      </p:sp>
      <p:sp>
        <p:nvSpPr>
          <p:cNvPr id="27657" name="Text Box 9"/>
          <p:cNvSpPr txBox="1">
            <a:spLocks noChangeArrowheads="1"/>
          </p:cNvSpPr>
          <p:nvPr/>
        </p:nvSpPr>
        <p:spPr bwMode="auto">
          <a:xfrm>
            <a:off x="990600" y="2667000"/>
            <a:ext cx="900759" cy="461665"/>
          </a:xfrm>
          <a:prstGeom prst="rect">
            <a:avLst/>
          </a:prstGeom>
          <a:noFill/>
          <a:ln w="9525">
            <a:noFill/>
            <a:miter lim="800000"/>
            <a:headEnd/>
            <a:tailEnd/>
          </a:ln>
        </p:spPr>
        <p:txBody>
          <a:bodyPr wrap="none">
            <a:spAutoFit/>
          </a:bodyPr>
          <a:lstStyle/>
          <a:p>
            <a:r>
              <a:rPr lang="en-US" sz="2400" dirty="0">
                <a:solidFill>
                  <a:srgbClr val="C00000"/>
                </a:solidFill>
              </a:rPr>
              <a:t>Trace</a:t>
            </a:r>
          </a:p>
        </p:txBody>
      </p:sp>
      <p:sp>
        <p:nvSpPr>
          <p:cNvPr id="27658" name="Text Box 12"/>
          <p:cNvSpPr txBox="1">
            <a:spLocks noChangeArrowheads="1"/>
          </p:cNvSpPr>
          <p:nvPr/>
        </p:nvSpPr>
        <p:spPr bwMode="auto">
          <a:xfrm>
            <a:off x="4648200" y="1295400"/>
            <a:ext cx="1539875" cy="830997"/>
          </a:xfrm>
          <a:prstGeom prst="rect">
            <a:avLst/>
          </a:prstGeom>
          <a:noFill/>
          <a:ln w="9525">
            <a:noFill/>
            <a:miter lim="800000"/>
            <a:headEnd/>
            <a:tailEnd/>
          </a:ln>
        </p:spPr>
        <p:txBody>
          <a:bodyPr wrap="square">
            <a:spAutoFit/>
          </a:bodyPr>
          <a:lstStyle/>
          <a:p>
            <a:r>
              <a:rPr lang="en-US" sz="2400" dirty="0">
                <a:solidFill>
                  <a:srgbClr val="FF0000"/>
                </a:solidFill>
              </a:rPr>
              <a:t>Naturally occurring</a:t>
            </a:r>
          </a:p>
        </p:txBody>
      </p:sp>
      <p:sp>
        <p:nvSpPr>
          <p:cNvPr id="27659" name="Text Box 13"/>
          <p:cNvSpPr txBox="1">
            <a:spLocks noChangeArrowheads="1"/>
          </p:cNvSpPr>
          <p:nvPr/>
        </p:nvSpPr>
        <p:spPr bwMode="auto">
          <a:xfrm>
            <a:off x="4800600" y="2362200"/>
            <a:ext cx="2182842" cy="461665"/>
          </a:xfrm>
          <a:prstGeom prst="rect">
            <a:avLst/>
          </a:prstGeom>
          <a:noFill/>
          <a:ln w="9525">
            <a:noFill/>
            <a:miter lim="800000"/>
            <a:headEnd/>
            <a:tailEnd/>
          </a:ln>
        </p:spPr>
        <p:txBody>
          <a:bodyPr wrap="none">
            <a:spAutoFit/>
          </a:bodyPr>
          <a:lstStyle/>
          <a:p>
            <a:r>
              <a:rPr lang="en-US" sz="2400" dirty="0">
                <a:solidFill>
                  <a:srgbClr val="7030A0"/>
                </a:solidFill>
              </a:rPr>
              <a:t>Anthropogenic</a:t>
            </a:r>
          </a:p>
        </p:txBody>
      </p:sp>
      <p:pic>
        <p:nvPicPr>
          <p:cNvPr id="14" name="Picture 2" descr="C:\Users\NARESH\Desktop\gwcc a\consequences-of-global-warming-and-climate-change-31-638.jpg"/>
          <p:cNvPicPr>
            <a:picLocks noChangeAspect="1" noChangeArrowheads="1"/>
          </p:cNvPicPr>
          <p:nvPr/>
        </p:nvPicPr>
        <p:blipFill>
          <a:blip r:embed="rId2"/>
          <a:srcRect l="26332" t="30063" r="3762" b="20042"/>
          <a:stretch>
            <a:fillRect/>
          </a:stretch>
        </p:blipFill>
        <p:spPr bwMode="auto">
          <a:xfrm>
            <a:off x="3276600" y="3810000"/>
            <a:ext cx="5395681" cy="2971800"/>
          </a:xfrm>
          <a:prstGeom prst="rect">
            <a:avLst/>
          </a:prstGeom>
          <a:noFill/>
        </p:spPr>
      </p:pic>
      <p:sp>
        <p:nvSpPr>
          <p:cNvPr id="15" name="Rectangle 14"/>
          <p:cNvSpPr/>
          <p:nvPr/>
        </p:nvSpPr>
        <p:spPr>
          <a:xfrm>
            <a:off x="4572000" y="2819400"/>
            <a:ext cx="3962400" cy="923330"/>
          </a:xfrm>
          <a:prstGeom prst="rect">
            <a:avLst/>
          </a:prstGeom>
        </p:spPr>
        <p:txBody>
          <a:bodyPr wrap="square">
            <a:spAutoFit/>
          </a:bodyPr>
          <a:lstStyle/>
          <a:p>
            <a:r>
              <a:rPr lang="en-US" dirty="0" err="1" smtClean="0"/>
              <a:t>Hydrofluorocarbons</a:t>
            </a:r>
            <a:r>
              <a:rPr lang="en-US" dirty="0" smtClean="0"/>
              <a:t> (HFCs), </a:t>
            </a:r>
            <a:r>
              <a:rPr lang="en-US" dirty="0" err="1" smtClean="0"/>
              <a:t>perfluorocarbons</a:t>
            </a:r>
            <a:r>
              <a:rPr lang="en-US" dirty="0" smtClean="0"/>
              <a:t> (PFCs) and </a:t>
            </a:r>
            <a:r>
              <a:rPr lang="en-US" dirty="0" err="1" smtClean="0"/>
              <a:t>sulphur</a:t>
            </a:r>
            <a:r>
              <a:rPr lang="en-US" dirty="0" smtClean="0"/>
              <a:t> hexafluoride (SF</a:t>
            </a:r>
            <a:r>
              <a:rPr lang="en-US" baseline="-25000" dirty="0" smtClean="0"/>
              <a:t>6</a:t>
            </a:r>
            <a:r>
              <a:rPr lang="en-US" dirty="0" smtClean="0"/>
              <a:t>).</a:t>
            </a:r>
            <a:endParaRPr lang="en-US" dirty="0"/>
          </a:p>
        </p:txBody>
      </p:sp>
      <p:sp>
        <p:nvSpPr>
          <p:cNvPr id="16" name="AutoShape 34"/>
          <p:cNvSpPr>
            <a:spLocks noChangeArrowheads="1"/>
          </p:cNvSpPr>
          <p:nvPr/>
        </p:nvSpPr>
        <p:spPr bwMode="auto">
          <a:xfrm>
            <a:off x="228600" y="4876800"/>
            <a:ext cx="2362200" cy="990600"/>
          </a:xfrm>
          <a:prstGeom prst="wedgeRoundRectCallout">
            <a:avLst>
              <a:gd name="adj1" fmla="val 85758"/>
              <a:gd name="adj2" fmla="val -107737"/>
              <a:gd name="adj3" fmla="val 16667"/>
            </a:avLst>
          </a:prstGeom>
          <a:solidFill>
            <a:srgbClr val="000080">
              <a:alpha val="30196"/>
            </a:srgbClr>
          </a:solidFill>
          <a:ln w="9525">
            <a:solidFill>
              <a:schemeClr val="tx2"/>
            </a:solidFill>
            <a:miter lim="800000"/>
            <a:headEnd/>
            <a:tailEnd/>
          </a:ln>
        </p:spPr>
        <p:txBody>
          <a:bodyPr/>
          <a:lstStyle/>
          <a:p>
            <a:pPr eaLnBrk="1" hangingPunct="1">
              <a:buFont typeface="Wingdings" pitchFamily="2" charset="2"/>
              <a:buNone/>
            </a:pPr>
            <a:r>
              <a:rPr lang="en-US" altLang="en-US" sz="2000" b="1" dirty="0" smtClean="0">
                <a:solidFill>
                  <a:srgbClr val="7030A0"/>
                </a:solidFill>
                <a:latin typeface="Century Schoolbook" pitchFamily="18" charset="0"/>
                <a:sym typeface="Wingdings" pitchFamily="2" charset="2"/>
              </a:rPr>
              <a:t>Sources of Green house gases</a:t>
            </a:r>
            <a:endParaRPr lang="en-US" altLang="en-US" sz="2000" b="1" dirty="0">
              <a:solidFill>
                <a:srgbClr val="7030A0"/>
              </a:solidFill>
              <a:latin typeface="Century Schoolbook" pitchFamily="18" charset="0"/>
              <a:sym typeface="Wingdings" pitchFamily="2" charset="2"/>
            </a:endParaRPr>
          </a:p>
        </p:txBody>
      </p:sp>
      <p:sp>
        <p:nvSpPr>
          <p:cNvPr id="17" name="AutoShape 34"/>
          <p:cNvSpPr>
            <a:spLocks noChangeArrowheads="1"/>
          </p:cNvSpPr>
          <p:nvPr/>
        </p:nvSpPr>
        <p:spPr bwMode="auto">
          <a:xfrm>
            <a:off x="6629400" y="1143000"/>
            <a:ext cx="2362200" cy="990600"/>
          </a:xfrm>
          <a:prstGeom prst="wedgeRoundRectCallout">
            <a:avLst>
              <a:gd name="adj1" fmla="val -56710"/>
              <a:gd name="adj2" fmla="val 283381"/>
              <a:gd name="adj3" fmla="val 16667"/>
            </a:avLst>
          </a:prstGeom>
          <a:solidFill>
            <a:srgbClr val="000080">
              <a:alpha val="30196"/>
            </a:srgbClr>
          </a:solidFill>
          <a:ln w="9525">
            <a:solidFill>
              <a:schemeClr val="tx2"/>
            </a:solidFill>
            <a:miter lim="800000"/>
            <a:headEnd/>
            <a:tailEnd/>
          </a:ln>
        </p:spPr>
        <p:txBody>
          <a:bodyPr/>
          <a:lstStyle/>
          <a:p>
            <a:pPr eaLnBrk="1" hangingPunct="1">
              <a:buFont typeface="Wingdings" pitchFamily="2" charset="2"/>
              <a:buNone/>
            </a:pPr>
            <a:r>
              <a:rPr lang="en-US" altLang="en-US" sz="2000" b="1" dirty="0" smtClean="0">
                <a:solidFill>
                  <a:srgbClr val="7030A0"/>
                </a:solidFill>
                <a:latin typeface="Century Schoolbook" pitchFamily="18" charset="0"/>
                <a:sym typeface="Wingdings" pitchFamily="2" charset="2"/>
              </a:rPr>
              <a:t>Sources of ozone</a:t>
            </a:r>
            <a:endParaRPr lang="en-US" altLang="en-US" sz="2000" b="1" dirty="0">
              <a:solidFill>
                <a:srgbClr val="7030A0"/>
              </a:solidFill>
              <a:latin typeface="Century Schoolbook" pitchFamily="18" charset="0"/>
              <a:sym typeface="Wingding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amond(in)">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amond(in)">
                                      <p:cBhvr>
                                        <p:cTn id="1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rcRect/>
          <a:stretch>
            <a:fillRect/>
          </a:stretch>
        </p:blipFill>
        <p:spPr bwMode="auto">
          <a:xfrm>
            <a:off x="838200" y="1371600"/>
            <a:ext cx="7239000" cy="4808164"/>
          </a:xfrm>
          <a:prstGeom prst="rect">
            <a:avLst/>
          </a:prstGeom>
          <a:noFill/>
          <a:ln w="9525">
            <a:noFill/>
            <a:miter lim="800000"/>
            <a:headEnd/>
            <a:tailEnd/>
          </a:ln>
          <a:effectLst/>
        </p:spPr>
      </p:pic>
      <p:sp>
        <p:nvSpPr>
          <p:cNvPr id="3" name="TextBox 2"/>
          <p:cNvSpPr txBox="1"/>
          <p:nvPr/>
        </p:nvSpPr>
        <p:spPr>
          <a:xfrm>
            <a:off x="152400" y="304800"/>
            <a:ext cx="8763000" cy="1077218"/>
          </a:xfrm>
          <a:prstGeom prst="rect">
            <a:avLst/>
          </a:prstGeom>
          <a:noFill/>
        </p:spPr>
        <p:txBody>
          <a:bodyPr wrap="square" rtlCol="0">
            <a:spAutoFit/>
          </a:bodyPr>
          <a:lstStyle/>
          <a:p>
            <a:pPr algn="ctr"/>
            <a:r>
              <a:rPr lang="en-US" sz="3200" dirty="0" smtClean="0">
                <a:solidFill>
                  <a:srgbClr val="FF0000"/>
                </a:solidFill>
              </a:rPr>
              <a:t>Photochemical Smog and formation of  ground level Ozone </a:t>
            </a:r>
            <a:endParaRPr lang="en-US" sz="3200" dirty="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NARESH\Desktop\gwcc a\consequences-of-global-warming-and-climate-change-37-638.jpg"/>
          <p:cNvPicPr>
            <a:picLocks noChangeAspect="1" noChangeArrowheads="1"/>
          </p:cNvPicPr>
          <p:nvPr/>
        </p:nvPicPr>
        <p:blipFill>
          <a:blip r:embed="rId2"/>
          <a:srcRect/>
          <a:stretch>
            <a:fillRect/>
          </a:stretch>
        </p:blipFill>
        <p:spPr bwMode="auto">
          <a:xfrm>
            <a:off x="304800" y="457200"/>
            <a:ext cx="8458200" cy="6184497"/>
          </a:xfrm>
          <a:prstGeom prst="rect">
            <a:avLst/>
          </a:prstGeom>
          <a:noFill/>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NARESH\Desktop\gwcc a\consequences-of-global-warming-and-climate-change-42-638.jpg"/>
          <p:cNvPicPr>
            <a:picLocks noChangeAspect="1" noChangeArrowheads="1"/>
          </p:cNvPicPr>
          <p:nvPr/>
        </p:nvPicPr>
        <p:blipFill>
          <a:blip r:embed="rId2"/>
          <a:srcRect/>
          <a:stretch>
            <a:fillRect/>
          </a:stretch>
        </p:blipFill>
        <p:spPr bwMode="auto">
          <a:xfrm>
            <a:off x="0" y="381000"/>
            <a:ext cx="9074997" cy="60198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NARESH\Desktop\gwcc a\consequences-of-global-warming-and-climate-change-43-638.jpg"/>
          <p:cNvPicPr>
            <a:picLocks noChangeAspect="1" noChangeArrowheads="1"/>
          </p:cNvPicPr>
          <p:nvPr/>
        </p:nvPicPr>
        <p:blipFill>
          <a:blip r:embed="rId2"/>
          <a:srcRect/>
          <a:stretch>
            <a:fillRect/>
          </a:stretch>
        </p:blipFill>
        <p:spPr bwMode="auto">
          <a:xfrm>
            <a:off x="228600" y="152400"/>
            <a:ext cx="8610600" cy="6477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NARESH\Desktop\gw cc\global-warning-and-climate-change-33-638.jpg"/>
          <p:cNvPicPr>
            <a:picLocks noChangeAspect="1" noChangeArrowheads="1"/>
          </p:cNvPicPr>
          <p:nvPr/>
        </p:nvPicPr>
        <p:blipFill>
          <a:blip r:embed="rId2"/>
          <a:srcRect l="5643" t="22547" r="9404" b="5010"/>
          <a:stretch>
            <a:fillRect/>
          </a:stretch>
        </p:blipFill>
        <p:spPr bwMode="auto">
          <a:xfrm>
            <a:off x="0" y="609600"/>
            <a:ext cx="6172200" cy="3136137"/>
          </a:xfrm>
          <a:prstGeom prst="rect">
            <a:avLst/>
          </a:prstGeom>
          <a:noFill/>
        </p:spPr>
      </p:pic>
      <p:pic>
        <p:nvPicPr>
          <p:cNvPr id="24579" name="Picture 3" descr="C:\Users\NARESH\Desktop\gw cc\global-warning-and-climate-change-36-638.jpg"/>
          <p:cNvPicPr>
            <a:picLocks noChangeAspect="1" noChangeArrowheads="1"/>
          </p:cNvPicPr>
          <p:nvPr/>
        </p:nvPicPr>
        <p:blipFill>
          <a:blip r:embed="rId3"/>
          <a:srcRect t="20042" b="25052"/>
          <a:stretch>
            <a:fillRect/>
          </a:stretch>
        </p:blipFill>
        <p:spPr bwMode="auto">
          <a:xfrm>
            <a:off x="228600" y="3810000"/>
            <a:ext cx="6172200" cy="2560020"/>
          </a:xfrm>
          <a:prstGeom prst="rect">
            <a:avLst/>
          </a:prstGeom>
          <a:noFill/>
        </p:spPr>
      </p:pic>
      <p:sp>
        <p:nvSpPr>
          <p:cNvPr id="5" name="TextBox 4"/>
          <p:cNvSpPr txBox="1"/>
          <p:nvPr/>
        </p:nvSpPr>
        <p:spPr>
          <a:xfrm>
            <a:off x="0" y="0"/>
            <a:ext cx="9113008" cy="553998"/>
          </a:xfrm>
          <a:prstGeom prst="rect">
            <a:avLst/>
          </a:prstGeom>
          <a:noFill/>
        </p:spPr>
        <p:txBody>
          <a:bodyPr wrap="none" rtlCol="0">
            <a:spAutoFit/>
          </a:bodyPr>
          <a:lstStyle/>
          <a:p>
            <a:r>
              <a:rPr lang="en-US" sz="3000" dirty="0" smtClean="0">
                <a:solidFill>
                  <a:srgbClr val="FF0000"/>
                </a:solidFill>
              </a:rPr>
              <a:t>Depletion of Stratospheric Ozone and Climate change</a:t>
            </a:r>
            <a:endParaRPr lang="en-US" sz="3000" dirty="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C:\Users\NARESH\Desktop\gwcc a\consequences-of-global-warming-and-climate-change-51-638.jpg"/>
          <p:cNvPicPr>
            <a:picLocks noChangeAspect="1" noChangeArrowheads="1"/>
          </p:cNvPicPr>
          <p:nvPr/>
        </p:nvPicPr>
        <p:blipFill>
          <a:blip r:embed="rId2"/>
          <a:srcRect/>
          <a:stretch>
            <a:fillRect/>
          </a:stretch>
        </p:blipFill>
        <p:spPr bwMode="auto">
          <a:xfrm>
            <a:off x="609600" y="609600"/>
            <a:ext cx="7772400" cy="5835391"/>
          </a:xfrm>
          <a:prstGeom prst="rect">
            <a:avLst/>
          </a:prstGeom>
          <a:noFill/>
        </p:spPr>
      </p:pic>
      <p:sp>
        <p:nvSpPr>
          <p:cNvPr id="3" name="TextBox 2"/>
          <p:cNvSpPr txBox="1"/>
          <p:nvPr/>
        </p:nvSpPr>
        <p:spPr>
          <a:xfrm>
            <a:off x="1295400" y="6019800"/>
            <a:ext cx="6317883" cy="369332"/>
          </a:xfrm>
          <a:prstGeom prst="rect">
            <a:avLst/>
          </a:prstGeom>
          <a:noFill/>
        </p:spPr>
        <p:txBody>
          <a:bodyPr wrap="none" rtlCol="0">
            <a:spAutoFit/>
          </a:bodyPr>
          <a:lstStyle/>
          <a:p>
            <a:r>
              <a:rPr lang="en-US" b="1" dirty="0" smtClean="0">
                <a:solidFill>
                  <a:srgbClr val="7030A0"/>
                </a:solidFill>
              </a:rPr>
              <a:t>Influence  amount and pattern of precipitation, Drought</a:t>
            </a:r>
            <a:endParaRPr lang="en-US" b="1" dirty="0">
              <a:solidFill>
                <a:srgbClr val="7030A0"/>
              </a:solidFill>
            </a:endParaRPr>
          </a:p>
        </p:txBody>
      </p:sp>
      <p:sp>
        <p:nvSpPr>
          <p:cNvPr id="4" name="TextBox 3"/>
          <p:cNvSpPr txBox="1"/>
          <p:nvPr/>
        </p:nvSpPr>
        <p:spPr>
          <a:xfrm>
            <a:off x="1676400" y="0"/>
            <a:ext cx="5419882" cy="584775"/>
          </a:xfrm>
          <a:prstGeom prst="rect">
            <a:avLst/>
          </a:prstGeom>
          <a:noFill/>
        </p:spPr>
        <p:txBody>
          <a:bodyPr wrap="none" rtlCol="0">
            <a:spAutoFit/>
          </a:bodyPr>
          <a:lstStyle/>
          <a:p>
            <a:r>
              <a:rPr lang="en-US" sz="3200" b="1" dirty="0" smtClean="0">
                <a:solidFill>
                  <a:srgbClr val="FF0000"/>
                </a:solidFill>
              </a:rPr>
              <a:t>Impact of Global Worming </a:t>
            </a:r>
            <a:endParaRPr lang="en-US" sz="3200" b="1" dirty="0">
              <a:solidFill>
                <a:srgbClr val="FF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NARESH\Desktop\gwcc a\consequences-of-global-warming-and-climate-change-52-638.jpg"/>
          <p:cNvPicPr>
            <a:picLocks noChangeAspect="1" noChangeArrowheads="1"/>
          </p:cNvPicPr>
          <p:nvPr/>
        </p:nvPicPr>
        <p:blipFill>
          <a:blip r:embed="rId2"/>
          <a:srcRect t="7516" r="3762" b="10021"/>
          <a:stretch>
            <a:fillRect/>
          </a:stretch>
        </p:blipFill>
        <p:spPr bwMode="auto">
          <a:xfrm>
            <a:off x="23207" y="685800"/>
            <a:ext cx="9120793" cy="58674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NARESH\Desktop\gw cc\global-warning-and-climate-change-28-638.jpg"/>
          <p:cNvPicPr>
            <a:picLocks noChangeAspect="1" noChangeArrowheads="1"/>
          </p:cNvPicPr>
          <p:nvPr/>
        </p:nvPicPr>
        <p:blipFill>
          <a:blip r:embed="rId2"/>
          <a:srcRect/>
          <a:stretch>
            <a:fillRect/>
          </a:stretch>
        </p:blipFill>
        <p:spPr bwMode="auto">
          <a:xfrm>
            <a:off x="152400" y="304800"/>
            <a:ext cx="8534399" cy="6407487"/>
          </a:xfrm>
          <a:prstGeom prst="rect">
            <a:avLst/>
          </a:prstGeom>
          <a:noFill/>
        </p:spPr>
      </p:pic>
      <p:pic>
        <p:nvPicPr>
          <p:cNvPr id="3" name="Picture 2" descr="C:\Users\NARESH\Desktop\gwcc a\consequences-of-global-warming-and-climate-change-65-638.jpg"/>
          <p:cNvPicPr>
            <a:picLocks noChangeAspect="1" noChangeArrowheads="1"/>
          </p:cNvPicPr>
          <p:nvPr/>
        </p:nvPicPr>
        <p:blipFill>
          <a:blip r:embed="rId3"/>
          <a:srcRect l="5643" t="62630" r="3762" b="2505"/>
          <a:stretch>
            <a:fillRect/>
          </a:stretch>
        </p:blipFill>
        <p:spPr bwMode="auto">
          <a:xfrm>
            <a:off x="5080000" y="5410200"/>
            <a:ext cx="4064000" cy="12954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6" name="Picture 6" descr="C:\Users\NARESH\Desktop\gwcc a\consequences-of-global-warming-and-climate-change-63-638.jpg"/>
          <p:cNvPicPr>
            <a:picLocks noChangeAspect="1" noChangeArrowheads="1"/>
          </p:cNvPicPr>
          <p:nvPr/>
        </p:nvPicPr>
        <p:blipFill>
          <a:blip r:embed="rId2"/>
          <a:srcRect t="2505" b="10021"/>
          <a:stretch>
            <a:fillRect/>
          </a:stretch>
        </p:blipFill>
        <p:spPr bwMode="auto">
          <a:xfrm>
            <a:off x="76199" y="685800"/>
            <a:ext cx="9050357" cy="59436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152400"/>
            <a:ext cx="8229600" cy="1143000"/>
          </a:xfrm>
        </p:spPr>
        <p:txBody>
          <a:bodyPr/>
          <a:lstStyle/>
          <a:p>
            <a:r>
              <a:rPr lang="en-US" dirty="0" smtClean="0"/>
              <a:t>Mitigation of Global Warming</a:t>
            </a:r>
          </a:p>
        </p:txBody>
      </p:sp>
      <p:sp>
        <p:nvSpPr>
          <p:cNvPr id="100355" name="Rectangle 3"/>
          <p:cNvSpPr>
            <a:spLocks noGrp="1" noChangeArrowheads="1"/>
          </p:cNvSpPr>
          <p:nvPr>
            <p:ph type="body" idx="1"/>
          </p:nvPr>
        </p:nvSpPr>
        <p:spPr>
          <a:xfrm>
            <a:off x="457200" y="1600200"/>
            <a:ext cx="8229600" cy="4954588"/>
          </a:xfrm>
        </p:spPr>
        <p:txBody>
          <a:bodyPr/>
          <a:lstStyle/>
          <a:p>
            <a:pPr>
              <a:lnSpc>
                <a:spcPct val="90000"/>
              </a:lnSpc>
            </a:pPr>
            <a:r>
              <a:rPr lang="en-US" smtClean="0"/>
              <a:t>Conservation</a:t>
            </a:r>
          </a:p>
          <a:p>
            <a:pPr lvl="1">
              <a:lnSpc>
                <a:spcPct val="90000"/>
              </a:lnSpc>
            </a:pPr>
            <a:r>
              <a:rPr lang="en-US" smtClean="0"/>
              <a:t>Reduce energy needs</a:t>
            </a:r>
          </a:p>
          <a:p>
            <a:pPr lvl="1">
              <a:lnSpc>
                <a:spcPct val="90000"/>
              </a:lnSpc>
            </a:pPr>
            <a:r>
              <a:rPr lang="en-US" smtClean="0"/>
              <a:t>Recycling</a:t>
            </a:r>
          </a:p>
          <a:p>
            <a:pPr>
              <a:lnSpc>
                <a:spcPct val="90000"/>
              </a:lnSpc>
            </a:pPr>
            <a:r>
              <a:rPr lang="en-US" smtClean="0"/>
              <a:t>Alternate energy sources</a:t>
            </a:r>
          </a:p>
          <a:p>
            <a:pPr lvl="1">
              <a:lnSpc>
                <a:spcPct val="90000"/>
              </a:lnSpc>
            </a:pPr>
            <a:r>
              <a:rPr lang="en-US" smtClean="0"/>
              <a:t>Nuclear</a:t>
            </a:r>
          </a:p>
          <a:p>
            <a:pPr lvl="1">
              <a:lnSpc>
                <a:spcPct val="90000"/>
              </a:lnSpc>
            </a:pPr>
            <a:r>
              <a:rPr lang="en-US" smtClean="0"/>
              <a:t>Wind</a:t>
            </a:r>
          </a:p>
          <a:p>
            <a:pPr lvl="1">
              <a:lnSpc>
                <a:spcPct val="90000"/>
              </a:lnSpc>
            </a:pPr>
            <a:r>
              <a:rPr lang="en-US" smtClean="0"/>
              <a:t>Geothermal</a:t>
            </a:r>
          </a:p>
          <a:p>
            <a:pPr lvl="1">
              <a:lnSpc>
                <a:spcPct val="90000"/>
              </a:lnSpc>
            </a:pPr>
            <a:r>
              <a:rPr lang="en-US" smtClean="0"/>
              <a:t>Hydroelectric</a:t>
            </a:r>
          </a:p>
          <a:p>
            <a:pPr lvl="1">
              <a:lnSpc>
                <a:spcPct val="90000"/>
              </a:lnSpc>
            </a:pPr>
            <a:r>
              <a:rPr lang="en-US" smtClean="0"/>
              <a:t>Solar</a:t>
            </a:r>
          </a:p>
          <a:p>
            <a:pPr lvl="1">
              <a:lnSpc>
                <a:spcPct val="90000"/>
              </a:lnSpc>
            </a:pPr>
            <a:r>
              <a:rPr lang="en-US" smtClean="0"/>
              <a:t>Fusion?</a:t>
            </a:r>
          </a:p>
        </p:txBody>
      </p:sp>
      <p:pic>
        <p:nvPicPr>
          <p:cNvPr id="100357" name="Picture 5" descr="636px-Recycle001">
            <a:hlinkClick r:id="rId3"/>
          </p:cNvPr>
          <p:cNvPicPr>
            <a:picLocks noChangeAspect="1" noChangeArrowheads="1"/>
          </p:cNvPicPr>
          <p:nvPr/>
        </p:nvPicPr>
        <p:blipFill>
          <a:blip r:embed="rId4"/>
          <a:srcRect/>
          <a:stretch>
            <a:fillRect/>
          </a:stretch>
        </p:blipFill>
        <p:spPr bwMode="auto">
          <a:xfrm>
            <a:off x="2743200" y="5029200"/>
            <a:ext cx="1690687" cy="1595437"/>
          </a:xfrm>
          <a:prstGeom prst="rect">
            <a:avLst/>
          </a:prstGeom>
          <a:noFill/>
          <a:ln w="9525">
            <a:noFill/>
            <a:miter lim="800000"/>
            <a:headEnd/>
            <a:tailEnd/>
          </a:ln>
        </p:spPr>
      </p:pic>
      <p:pic>
        <p:nvPicPr>
          <p:cNvPr id="100358" name="Picture 6" descr="nuclear"/>
          <p:cNvPicPr>
            <a:picLocks noChangeAspect="1" noChangeArrowheads="1"/>
          </p:cNvPicPr>
          <p:nvPr/>
        </p:nvPicPr>
        <p:blipFill>
          <a:blip r:embed="rId5">
            <a:clrChange>
              <a:clrFrom>
                <a:srgbClr val="0152AB"/>
              </a:clrFrom>
              <a:clrTo>
                <a:srgbClr val="0152AB">
                  <a:alpha val="0"/>
                </a:srgbClr>
              </a:clrTo>
            </a:clrChange>
          </a:blip>
          <a:srcRect/>
          <a:stretch>
            <a:fillRect/>
          </a:stretch>
        </p:blipFill>
        <p:spPr bwMode="auto">
          <a:xfrm>
            <a:off x="5519738" y="3533775"/>
            <a:ext cx="1757362" cy="3016250"/>
          </a:xfrm>
          <a:prstGeom prst="rect">
            <a:avLst/>
          </a:prstGeom>
          <a:noFill/>
          <a:ln w="9525">
            <a:noFill/>
            <a:miter lim="800000"/>
            <a:headEnd/>
            <a:tailEnd/>
          </a:ln>
        </p:spPr>
      </p:pic>
      <p:pic>
        <p:nvPicPr>
          <p:cNvPr id="100359" name="Picture 7" descr="solar"/>
          <p:cNvPicPr>
            <a:picLocks noChangeAspect="1" noChangeArrowheads="1"/>
          </p:cNvPicPr>
          <p:nvPr/>
        </p:nvPicPr>
        <p:blipFill>
          <a:blip r:embed="rId6">
            <a:clrChange>
              <a:clrFrom>
                <a:srgbClr val="0152AB"/>
              </a:clrFrom>
              <a:clrTo>
                <a:srgbClr val="0152AB">
                  <a:alpha val="0"/>
                </a:srgbClr>
              </a:clrTo>
            </a:clrChange>
          </a:blip>
          <a:srcRect/>
          <a:stretch>
            <a:fillRect/>
          </a:stretch>
        </p:blipFill>
        <p:spPr bwMode="auto">
          <a:xfrm>
            <a:off x="5826125" y="3533775"/>
            <a:ext cx="1143000" cy="3016250"/>
          </a:xfrm>
          <a:prstGeom prst="rect">
            <a:avLst/>
          </a:prstGeom>
          <a:noFill/>
          <a:ln w="9525">
            <a:noFill/>
            <a:miter lim="800000"/>
            <a:headEnd/>
            <a:tailEnd/>
          </a:ln>
        </p:spPr>
      </p:pic>
      <p:pic>
        <p:nvPicPr>
          <p:cNvPr id="100360" name="Picture 8" descr="wind"/>
          <p:cNvPicPr>
            <a:picLocks noChangeAspect="1" noChangeArrowheads="1"/>
          </p:cNvPicPr>
          <p:nvPr/>
        </p:nvPicPr>
        <p:blipFill>
          <a:blip r:embed="rId7">
            <a:clrChange>
              <a:clrFrom>
                <a:srgbClr val="0152AB"/>
              </a:clrFrom>
              <a:clrTo>
                <a:srgbClr val="0152AB">
                  <a:alpha val="0"/>
                </a:srgbClr>
              </a:clrTo>
            </a:clrChange>
          </a:blip>
          <a:srcRect/>
          <a:stretch>
            <a:fillRect/>
          </a:stretch>
        </p:blipFill>
        <p:spPr bwMode="auto">
          <a:xfrm>
            <a:off x="5780088" y="3532188"/>
            <a:ext cx="1235075" cy="3016250"/>
          </a:xfrm>
          <a:prstGeom prst="rect">
            <a:avLst/>
          </a:prstGeom>
          <a:noFill/>
          <a:ln w="9525">
            <a:noFill/>
            <a:miter lim="800000"/>
            <a:headEnd/>
            <a:tailEnd/>
          </a:ln>
        </p:spPr>
      </p:pic>
      <p:pic>
        <p:nvPicPr>
          <p:cNvPr id="100361" name="Picture 9" descr="geothermal"/>
          <p:cNvPicPr>
            <a:picLocks noChangeAspect="1" noChangeArrowheads="1"/>
          </p:cNvPicPr>
          <p:nvPr/>
        </p:nvPicPr>
        <p:blipFill>
          <a:blip r:embed="rId8">
            <a:clrChange>
              <a:clrFrom>
                <a:srgbClr val="0152AB"/>
              </a:clrFrom>
              <a:clrTo>
                <a:srgbClr val="0152AB">
                  <a:alpha val="0"/>
                </a:srgbClr>
              </a:clrTo>
            </a:clrChange>
          </a:blip>
          <a:srcRect/>
          <a:stretch>
            <a:fillRect/>
          </a:stretch>
        </p:blipFill>
        <p:spPr bwMode="auto">
          <a:xfrm>
            <a:off x="5133975" y="3532188"/>
            <a:ext cx="2527300" cy="3016250"/>
          </a:xfrm>
          <a:prstGeom prst="rect">
            <a:avLst/>
          </a:prstGeom>
          <a:noFill/>
          <a:ln w="9525">
            <a:noFill/>
            <a:miter lim="800000"/>
            <a:headEnd/>
            <a:tailEnd/>
          </a:ln>
        </p:spPr>
      </p:pic>
      <p:pic>
        <p:nvPicPr>
          <p:cNvPr id="100362" name="Picture 10" descr="hydroelectric"/>
          <p:cNvPicPr>
            <a:picLocks noChangeAspect="1" noChangeArrowheads="1"/>
          </p:cNvPicPr>
          <p:nvPr/>
        </p:nvPicPr>
        <p:blipFill>
          <a:blip r:embed="rId9"/>
          <a:srcRect/>
          <a:stretch>
            <a:fillRect/>
          </a:stretch>
        </p:blipFill>
        <p:spPr bwMode="auto">
          <a:xfrm>
            <a:off x="4886325" y="3532188"/>
            <a:ext cx="3022600" cy="3016250"/>
          </a:xfrm>
          <a:prstGeom prst="rect">
            <a:avLst/>
          </a:prstGeom>
          <a:noFill/>
          <a:ln w="9525">
            <a:noFill/>
            <a:miter lim="800000"/>
            <a:headEnd/>
            <a:tailEnd/>
          </a:ln>
        </p:spPr>
      </p:pic>
      <p:pic>
        <p:nvPicPr>
          <p:cNvPr id="100363" name="Picture 11" descr="fusion"/>
          <p:cNvPicPr>
            <a:picLocks noChangeAspect="1" noChangeArrowheads="1"/>
          </p:cNvPicPr>
          <p:nvPr/>
        </p:nvPicPr>
        <p:blipFill>
          <a:blip r:embed="rId10">
            <a:clrChange>
              <a:clrFrom>
                <a:srgbClr val="0152AB"/>
              </a:clrFrom>
              <a:clrTo>
                <a:srgbClr val="0152AB">
                  <a:alpha val="0"/>
                </a:srgbClr>
              </a:clrTo>
            </a:clrChange>
          </a:blip>
          <a:srcRect/>
          <a:stretch>
            <a:fillRect/>
          </a:stretch>
        </p:blipFill>
        <p:spPr bwMode="auto">
          <a:xfrm>
            <a:off x="5178425" y="3533775"/>
            <a:ext cx="2438400" cy="3016250"/>
          </a:xfrm>
          <a:prstGeom prst="rect">
            <a:avLst/>
          </a:prstGeom>
          <a:noFill/>
          <a:ln w="9525">
            <a:noFill/>
            <a:miter lim="800000"/>
            <a:headEnd/>
            <a:tailEnd/>
          </a:ln>
        </p:spPr>
      </p:pic>
      <p:pic>
        <p:nvPicPr>
          <p:cNvPr id="11" name="Picture 2" descr="C:\Users\NARESH\Desktop\gw cc\global-warning-and-climate-change-23-638.jpg"/>
          <p:cNvPicPr>
            <a:picLocks noChangeAspect="1" noChangeArrowheads="1"/>
          </p:cNvPicPr>
          <p:nvPr/>
        </p:nvPicPr>
        <p:blipFill>
          <a:blip r:embed="rId11"/>
          <a:srcRect l="5643" t="32568" r="16928" b="15031"/>
          <a:stretch>
            <a:fillRect/>
          </a:stretch>
        </p:blipFill>
        <p:spPr bwMode="auto">
          <a:xfrm>
            <a:off x="4724400" y="1371600"/>
            <a:ext cx="3726671" cy="189345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 calcmode="lin" valueType="num">
                                      <p:cBhvr>
                                        <p:cTn id="7" dur="500" fill="hold"/>
                                        <p:tgtEl>
                                          <p:spTgt spid="100355">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00355">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00355">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00355">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0035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grpId="0" nodeType="clickEffect">
                                  <p:stCondLst>
                                    <p:cond delay="0"/>
                                  </p:stCondLst>
                                  <p:childTnLst>
                                    <p:set>
                                      <p:cBhvr>
                                        <p:cTn id="15" dur="1" fill="hold">
                                          <p:stCondLst>
                                            <p:cond delay="0"/>
                                          </p:stCondLst>
                                        </p:cTn>
                                        <p:tgtEl>
                                          <p:spTgt spid="100355">
                                            <p:txEl>
                                              <p:pRg st="1" end="1"/>
                                            </p:txEl>
                                          </p:spTgt>
                                        </p:tgtEl>
                                        <p:attrNameLst>
                                          <p:attrName>style.visibility</p:attrName>
                                        </p:attrNameLst>
                                      </p:cBhvr>
                                      <p:to>
                                        <p:strVal val="visible"/>
                                      </p:to>
                                    </p:set>
                                    <p:anim calcmode="lin" valueType="num">
                                      <p:cBhvr>
                                        <p:cTn id="16" dur="500" fill="hold"/>
                                        <p:tgtEl>
                                          <p:spTgt spid="100355">
                                            <p:txEl>
                                              <p:pRg st="1" end="1"/>
                                            </p:txEl>
                                          </p:spTgt>
                                        </p:tgtEl>
                                        <p:attrNameLst>
                                          <p:attrName>ppt_w</p:attrName>
                                        </p:attrNameLst>
                                      </p:cBhvr>
                                      <p:tavLst>
                                        <p:tav tm="0">
                                          <p:val>
                                            <p:strVal val="#ppt_w*0.05"/>
                                          </p:val>
                                        </p:tav>
                                        <p:tav tm="100000">
                                          <p:val>
                                            <p:strVal val="#ppt_w"/>
                                          </p:val>
                                        </p:tav>
                                      </p:tavLst>
                                    </p:anim>
                                    <p:anim calcmode="lin" valueType="num">
                                      <p:cBhvr>
                                        <p:cTn id="17" dur="500" fill="hold"/>
                                        <p:tgtEl>
                                          <p:spTgt spid="100355">
                                            <p:txEl>
                                              <p:pRg st="1" end="1"/>
                                            </p:txEl>
                                          </p:spTgt>
                                        </p:tgtEl>
                                        <p:attrNameLst>
                                          <p:attrName>ppt_h</p:attrName>
                                        </p:attrNameLst>
                                      </p:cBhvr>
                                      <p:tavLst>
                                        <p:tav tm="0">
                                          <p:val>
                                            <p:strVal val="#ppt_h"/>
                                          </p:val>
                                        </p:tav>
                                        <p:tav tm="100000">
                                          <p:val>
                                            <p:strVal val="#ppt_h"/>
                                          </p:val>
                                        </p:tav>
                                      </p:tavLst>
                                    </p:anim>
                                    <p:anim calcmode="lin" valueType="num">
                                      <p:cBhvr>
                                        <p:cTn id="18" dur="500" fill="hold"/>
                                        <p:tgtEl>
                                          <p:spTgt spid="100355">
                                            <p:txEl>
                                              <p:pRg st="1" end="1"/>
                                            </p:txEl>
                                          </p:spTgt>
                                        </p:tgtEl>
                                        <p:attrNameLst>
                                          <p:attrName>ppt_x</p:attrName>
                                        </p:attrNameLst>
                                      </p:cBhvr>
                                      <p:tavLst>
                                        <p:tav tm="0">
                                          <p:val>
                                            <p:strVal val="#ppt_x-.2"/>
                                          </p:val>
                                        </p:tav>
                                        <p:tav tm="100000">
                                          <p:val>
                                            <p:strVal val="#ppt_x"/>
                                          </p:val>
                                        </p:tav>
                                      </p:tavLst>
                                    </p:anim>
                                    <p:anim calcmode="lin" valueType="num">
                                      <p:cBhvr>
                                        <p:cTn id="19" dur="500" fill="hold"/>
                                        <p:tgtEl>
                                          <p:spTgt spid="100355">
                                            <p:txEl>
                                              <p:pRg st="1" end="1"/>
                                            </p:txEl>
                                          </p:spTgt>
                                        </p:tgtEl>
                                        <p:attrNameLst>
                                          <p:attrName>ppt_y</p:attrName>
                                        </p:attrNameLst>
                                      </p:cBhvr>
                                      <p:tavLst>
                                        <p:tav tm="0">
                                          <p:val>
                                            <p:strVal val="#ppt_y"/>
                                          </p:val>
                                        </p:tav>
                                        <p:tav tm="100000">
                                          <p:val>
                                            <p:strVal val="#ppt_y"/>
                                          </p:val>
                                        </p:tav>
                                      </p:tavLst>
                                    </p:anim>
                                    <p:animEffect transition="in" filter="fade">
                                      <p:cBhvr>
                                        <p:cTn id="20" dur="500"/>
                                        <p:tgtEl>
                                          <p:spTgt spid="10035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0357"/>
                                        </p:tgtEl>
                                        <p:attrNameLst>
                                          <p:attrName>style.visibility</p:attrName>
                                        </p:attrNameLst>
                                      </p:cBhvr>
                                      <p:to>
                                        <p:strVal val="visible"/>
                                      </p:to>
                                    </p:set>
                                    <p:animEffect transition="in" filter="fade">
                                      <p:cBhvr>
                                        <p:cTn id="25" dur="2000"/>
                                        <p:tgtEl>
                                          <p:spTgt spid="100357"/>
                                        </p:tgtEl>
                                      </p:cBhvr>
                                    </p:animEffect>
                                  </p:childTnLst>
                                </p:cTn>
                              </p:par>
                            </p:childTnLst>
                          </p:cTn>
                        </p:par>
                      </p:childTnLst>
                    </p:cTn>
                  </p:par>
                  <p:par>
                    <p:cTn id="26" fill="hold">
                      <p:stCondLst>
                        <p:cond delay="indefinite"/>
                      </p:stCondLst>
                      <p:childTnLst>
                        <p:par>
                          <p:cTn id="27" fill="hold">
                            <p:stCondLst>
                              <p:cond delay="0"/>
                            </p:stCondLst>
                            <p:childTnLst>
                              <p:par>
                                <p:cTn id="28" presetID="54" presetClass="entr" presetSubtype="0" accel="100000" fill="hold" grpId="0" nodeType="clickEffect">
                                  <p:stCondLst>
                                    <p:cond delay="0"/>
                                  </p:stCondLst>
                                  <p:childTnLst>
                                    <p:set>
                                      <p:cBhvr>
                                        <p:cTn id="29" dur="1" fill="hold">
                                          <p:stCondLst>
                                            <p:cond delay="0"/>
                                          </p:stCondLst>
                                        </p:cTn>
                                        <p:tgtEl>
                                          <p:spTgt spid="100355">
                                            <p:txEl>
                                              <p:pRg st="2" end="2"/>
                                            </p:txEl>
                                          </p:spTgt>
                                        </p:tgtEl>
                                        <p:attrNameLst>
                                          <p:attrName>style.visibility</p:attrName>
                                        </p:attrNameLst>
                                      </p:cBhvr>
                                      <p:to>
                                        <p:strVal val="visible"/>
                                      </p:to>
                                    </p:set>
                                    <p:anim calcmode="lin" valueType="num">
                                      <p:cBhvr>
                                        <p:cTn id="30" dur="500" fill="hold"/>
                                        <p:tgtEl>
                                          <p:spTgt spid="100355">
                                            <p:txEl>
                                              <p:pRg st="2" end="2"/>
                                            </p:txEl>
                                          </p:spTgt>
                                        </p:tgtEl>
                                        <p:attrNameLst>
                                          <p:attrName>ppt_w</p:attrName>
                                        </p:attrNameLst>
                                      </p:cBhvr>
                                      <p:tavLst>
                                        <p:tav tm="0">
                                          <p:val>
                                            <p:strVal val="#ppt_w*0.05"/>
                                          </p:val>
                                        </p:tav>
                                        <p:tav tm="100000">
                                          <p:val>
                                            <p:strVal val="#ppt_w"/>
                                          </p:val>
                                        </p:tav>
                                      </p:tavLst>
                                    </p:anim>
                                    <p:anim calcmode="lin" valueType="num">
                                      <p:cBhvr>
                                        <p:cTn id="31" dur="500" fill="hold"/>
                                        <p:tgtEl>
                                          <p:spTgt spid="100355">
                                            <p:txEl>
                                              <p:pRg st="2" end="2"/>
                                            </p:txEl>
                                          </p:spTgt>
                                        </p:tgtEl>
                                        <p:attrNameLst>
                                          <p:attrName>ppt_h</p:attrName>
                                        </p:attrNameLst>
                                      </p:cBhvr>
                                      <p:tavLst>
                                        <p:tav tm="0">
                                          <p:val>
                                            <p:strVal val="#ppt_h"/>
                                          </p:val>
                                        </p:tav>
                                        <p:tav tm="100000">
                                          <p:val>
                                            <p:strVal val="#ppt_h"/>
                                          </p:val>
                                        </p:tav>
                                      </p:tavLst>
                                    </p:anim>
                                    <p:anim calcmode="lin" valueType="num">
                                      <p:cBhvr>
                                        <p:cTn id="32" dur="500" fill="hold"/>
                                        <p:tgtEl>
                                          <p:spTgt spid="100355">
                                            <p:txEl>
                                              <p:pRg st="2" end="2"/>
                                            </p:txEl>
                                          </p:spTgt>
                                        </p:tgtEl>
                                        <p:attrNameLst>
                                          <p:attrName>ppt_x</p:attrName>
                                        </p:attrNameLst>
                                      </p:cBhvr>
                                      <p:tavLst>
                                        <p:tav tm="0">
                                          <p:val>
                                            <p:strVal val="#ppt_x-.2"/>
                                          </p:val>
                                        </p:tav>
                                        <p:tav tm="100000">
                                          <p:val>
                                            <p:strVal val="#ppt_x"/>
                                          </p:val>
                                        </p:tav>
                                      </p:tavLst>
                                    </p:anim>
                                    <p:anim calcmode="lin" valueType="num">
                                      <p:cBhvr>
                                        <p:cTn id="33" dur="500" fill="hold"/>
                                        <p:tgtEl>
                                          <p:spTgt spid="100355">
                                            <p:txEl>
                                              <p:pRg st="2" end="2"/>
                                            </p:txEl>
                                          </p:spTgt>
                                        </p:tgtEl>
                                        <p:attrNameLst>
                                          <p:attrName>ppt_y</p:attrName>
                                        </p:attrNameLst>
                                      </p:cBhvr>
                                      <p:tavLst>
                                        <p:tav tm="0">
                                          <p:val>
                                            <p:strVal val="#ppt_y"/>
                                          </p:val>
                                        </p:tav>
                                        <p:tav tm="100000">
                                          <p:val>
                                            <p:strVal val="#ppt_y"/>
                                          </p:val>
                                        </p:tav>
                                      </p:tavLst>
                                    </p:anim>
                                    <p:animEffect transition="in" filter="fade">
                                      <p:cBhvr>
                                        <p:cTn id="34" dur="500"/>
                                        <p:tgtEl>
                                          <p:spTgt spid="100355">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4" presetClass="entr" presetSubtype="0" accel="100000" fill="hold" grpId="0" nodeType="clickEffect">
                                  <p:stCondLst>
                                    <p:cond delay="0"/>
                                  </p:stCondLst>
                                  <p:childTnLst>
                                    <p:set>
                                      <p:cBhvr>
                                        <p:cTn id="38" dur="1" fill="hold">
                                          <p:stCondLst>
                                            <p:cond delay="0"/>
                                          </p:stCondLst>
                                        </p:cTn>
                                        <p:tgtEl>
                                          <p:spTgt spid="100355">
                                            <p:txEl>
                                              <p:pRg st="3" end="3"/>
                                            </p:txEl>
                                          </p:spTgt>
                                        </p:tgtEl>
                                        <p:attrNameLst>
                                          <p:attrName>style.visibility</p:attrName>
                                        </p:attrNameLst>
                                      </p:cBhvr>
                                      <p:to>
                                        <p:strVal val="visible"/>
                                      </p:to>
                                    </p:set>
                                    <p:anim calcmode="lin" valueType="num">
                                      <p:cBhvr>
                                        <p:cTn id="39" dur="500" fill="hold"/>
                                        <p:tgtEl>
                                          <p:spTgt spid="100355">
                                            <p:txEl>
                                              <p:pRg st="3" end="3"/>
                                            </p:txEl>
                                          </p:spTgt>
                                        </p:tgtEl>
                                        <p:attrNameLst>
                                          <p:attrName>ppt_w</p:attrName>
                                        </p:attrNameLst>
                                      </p:cBhvr>
                                      <p:tavLst>
                                        <p:tav tm="0">
                                          <p:val>
                                            <p:strVal val="#ppt_w*0.05"/>
                                          </p:val>
                                        </p:tav>
                                        <p:tav tm="100000">
                                          <p:val>
                                            <p:strVal val="#ppt_w"/>
                                          </p:val>
                                        </p:tav>
                                      </p:tavLst>
                                    </p:anim>
                                    <p:anim calcmode="lin" valueType="num">
                                      <p:cBhvr>
                                        <p:cTn id="40" dur="500" fill="hold"/>
                                        <p:tgtEl>
                                          <p:spTgt spid="100355">
                                            <p:txEl>
                                              <p:pRg st="3" end="3"/>
                                            </p:txEl>
                                          </p:spTgt>
                                        </p:tgtEl>
                                        <p:attrNameLst>
                                          <p:attrName>ppt_h</p:attrName>
                                        </p:attrNameLst>
                                      </p:cBhvr>
                                      <p:tavLst>
                                        <p:tav tm="0">
                                          <p:val>
                                            <p:strVal val="#ppt_h"/>
                                          </p:val>
                                        </p:tav>
                                        <p:tav tm="100000">
                                          <p:val>
                                            <p:strVal val="#ppt_h"/>
                                          </p:val>
                                        </p:tav>
                                      </p:tavLst>
                                    </p:anim>
                                    <p:anim calcmode="lin" valueType="num">
                                      <p:cBhvr>
                                        <p:cTn id="41" dur="500" fill="hold"/>
                                        <p:tgtEl>
                                          <p:spTgt spid="100355">
                                            <p:txEl>
                                              <p:pRg st="3" end="3"/>
                                            </p:txEl>
                                          </p:spTgt>
                                        </p:tgtEl>
                                        <p:attrNameLst>
                                          <p:attrName>ppt_x</p:attrName>
                                        </p:attrNameLst>
                                      </p:cBhvr>
                                      <p:tavLst>
                                        <p:tav tm="0">
                                          <p:val>
                                            <p:strVal val="#ppt_x-.2"/>
                                          </p:val>
                                        </p:tav>
                                        <p:tav tm="100000">
                                          <p:val>
                                            <p:strVal val="#ppt_x"/>
                                          </p:val>
                                        </p:tav>
                                      </p:tavLst>
                                    </p:anim>
                                    <p:anim calcmode="lin" valueType="num">
                                      <p:cBhvr>
                                        <p:cTn id="42" dur="500" fill="hold"/>
                                        <p:tgtEl>
                                          <p:spTgt spid="100355">
                                            <p:txEl>
                                              <p:pRg st="3" end="3"/>
                                            </p:txEl>
                                          </p:spTgt>
                                        </p:tgtEl>
                                        <p:attrNameLst>
                                          <p:attrName>ppt_y</p:attrName>
                                        </p:attrNameLst>
                                      </p:cBhvr>
                                      <p:tavLst>
                                        <p:tav tm="0">
                                          <p:val>
                                            <p:strVal val="#ppt_y"/>
                                          </p:val>
                                        </p:tav>
                                        <p:tav tm="100000">
                                          <p:val>
                                            <p:strVal val="#ppt_y"/>
                                          </p:val>
                                        </p:tav>
                                      </p:tavLst>
                                    </p:anim>
                                    <p:animEffect transition="in" filter="fade">
                                      <p:cBhvr>
                                        <p:cTn id="43" dur="500"/>
                                        <p:tgtEl>
                                          <p:spTgt spid="100355">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4" presetClass="entr" presetSubtype="0" accel="100000" fill="hold" grpId="0" nodeType="clickEffect">
                                  <p:stCondLst>
                                    <p:cond delay="0"/>
                                  </p:stCondLst>
                                  <p:childTnLst>
                                    <p:set>
                                      <p:cBhvr>
                                        <p:cTn id="47" dur="1" fill="hold">
                                          <p:stCondLst>
                                            <p:cond delay="0"/>
                                          </p:stCondLst>
                                        </p:cTn>
                                        <p:tgtEl>
                                          <p:spTgt spid="100355">
                                            <p:txEl>
                                              <p:pRg st="4" end="4"/>
                                            </p:txEl>
                                          </p:spTgt>
                                        </p:tgtEl>
                                        <p:attrNameLst>
                                          <p:attrName>style.visibility</p:attrName>
                                        </p:attrNameLst>
                                      </p:cBhvr>
                                      <p:to>
                                        <p:strVal val="visible"/>
                                      </p:to>
                                    </p:set>
                                    <p:anim calcmode="lin" valueType="num">
                                      <p:cBhvr>
                                        <p:cTn id="48" dur="500" fill="hold"/>
                                        <p:tgtEl>
                                          <p:spTgt spid="100355">
                                            <p:txEl>
                                              <p:pRg st="4" end="4"/>
                                            </p:txEl>
                                          </p:spTgt>
                                        </p:tgtEl>
                                        <p:attrNameLst>
                                          <p:attrName>ppt_w</p:attrName>
                                        </p:attrNameLst>
                                      </p:cBhvr>
                                      <p:tavLst>
                                        <p:tav tm="0">
                                          <p:val>
                                            <p:strVal val="#ppt_w*0.05"/>
                                          </p:val>
                                        </p:tav>
                                        <p:tav tm="100000">
                                          <p:val>
                                            <p:strVal val="#ppt_w"/>
                                          </p:val>
                                        </p:tav>
                                      </p:tavLst>
                                    </p:anim>
                                    <p:anim calcmode="lin" valueType="num">
                                      <p:cBhvr>
                                        <p:cTn id="49" dur="500" fill="hold"/>
                                        <p:tgtEl>
                                          <p:spTgt spid="100355">
                                            <p:txEl>
                                              <p:pRg st="4" end="4"/>
                                            </p:txEl>
                                          </p:spTgt>
                                        </p:tgtEl>
                                        <p:attrNameLst>
                                          <p:attrName>ppt_h</p:attrName>
                                        </p:attrNameLst>
                                      </p:cBhvr>
                                      <p:tavLst>
                                        <p:tav tm="0">
                                          <p:val>
                                            <p:strVal val="#ppt_h"/>
                                          </p:val>
                                        </p:tav>
                                        <p:tav tm="100000">
                                          <p:val>
                                            <p:strVal val="#ppt_h"/>
                                          </p:val>
                                        </p:tav>
                                      </p:tavLst>
                                    </p:anim>
                                    <p:anim calcmode="lin" valueType="num">
                                      <p:cBhvr>
                                        <p:cTn id="50" dur="500" fill="hold"/>
                                        <p:tgtEl>
                                          <p:spTgt spid="100355">
                                            <p:txEl>
                                              <p:pRg st="4" end="4"/>
                                            </p:txEl>
                                          </p:spTgt>
                                        </p:tgtEl>
                                        <p:attrNameLst>
                                          <p:attrName>ppt_x</p:attrName>
                                        </p:attrNameLst>
                                      </p:cBhvr>
                                      <p:tavLst>
                                        <p:tav tm="0">
                                          <p:val>
                                            <p:strVal val="#ppt_x-.2"/>
                                          </p:val>
                                        </p:tav>
                                        <p:tav tm="100000">
                                          <p:val>
                                            <p:strVal val="#ppt_x"/>
                                          </p:val>
                                        </p:tav>
                                      </p:tavLst>
                                    </p:anim>
                                    <p:anim calcmode="lin" valueType="num">
                                      <p:cBhvr>
                                        <p:cTn id="51" dur="500" fill="hold"/>
                                        <p:tgtEl>
                                          <p:spTgt spid="100355">
                                            <p:txEl>
                                              <p:pRg st="4" end="4"/>
                                            </p:txEl>
                                          </p:spTgt>
                                        </p:tgtEl>
                                        <p:attrNameLst>
                                          <p:attrName>ppt_y</p:attrName>
                                        </p:attrNameLst>
                                      </p:cBhvr>
                                      <p:tavLst>
                                        <p:tav tm="0">
                                          <p:val>
                                            <p:strVal val="#ppt_y"/>
                                          </p:val>
                                        </p:tav>
                                        <p:tav tm="100000">
                                          <p:val>
                                            <p:strVal val="#ppt_y"/>
                                          </p:val>
                                        </p:tav>
                                      </p:tavLst>
                                    </p:anim>
                                    <p:animEffect transition="in" filter="fade">
                                      <p:cBhvr>
                                        <p:cTn id="52" dur="500"/>
                                        <p:tgtEl>
                                          <p:spTgt spid="100355">
                                            <p:txEl>
                                              <p:pRg st="4" end="4"/>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100358"/>
                                        </p:tgtEl>
                                        <p:attrNameLst>
                                          <p:attrName>style.visibility</p:attrName>
                                        </p:attrNameLst>
                                      </p:cBhvr>
                                      <p:to>
                                        <p:strVal val="visible"/>
                                      </p:to>
                                    </p:set>
                                    <p:animEffect transition="in" filter="fade">
                                      <p:cBhvr>
                                        <p:cTn id="55" dur="500"/>
                                        <p:tgtEl>
                                          <p:spTgt spid="100358"/>
                                        </p:tgtEl>
                                      </p:cBhvr>
                                    </p:animEffect>
                                  </p:childTnLst>
                                </p:cTn>
                              </p:par>
                            </p:childTnLst>
                          </p:cTn>
                        </p:par>
                      </p:childTnLst>
                    </p:cTn>
                  </p:par>
                  <p:par>
                    <p:cTn id="56" fill="hold">
                      <p:stCondLst>
                        <p:cond delay="indefinite"/>
                      </p:stCondLst>
                      <p:childTnLst>
                        <p:par>
                          <p:cTn id="57" fill="hold">
                            <p:stCondLst>
                              <p:cond delay="0"/>
                            </p:stCondLst>
                            <p:childTnLst>
                              <p:par>
                                <p:cTn id="58" presetID="54" presetClass="entr" presetSubtype="0" accel="100000" fill="hold" grpId="0" nodeType="clickEffect">
                                  <p:stCondLst>
                                    <p:cond delay="0"/>
                                  </p:stCondLst>
                                  <p:childTnLst>
                                    <p:set>
                                      <p:cBhvr>
                                        <p:cTn id="59" dur="1" fill="hold">
                                          <p:stCondLst>
                                            <p:cond delay="0"/>
                                          </p:stCondLst>
                                        </p:cTn>
                                        <p:tgtEl>
                                          <p:spTgt spid="100355">
                                            <p:txEl>
                                              <p:pRg st="5" end="5"/>
                                            </p:txEl>
                                          </p:spTgt>
                                        </p:tgtEl>
                                        <p:attrNameLst>
                                          <p:attrName>style.visibility</p:attrName>
                                        </p:attrNameLst>
                                      </p:cBhvr>
                                      <p:to>
                                        <p:strVal val="visible"/>
                                      </p:to>
                                    </p:set>
                                    <p:anim calcmode="lin" valueType="num">
                                      <p:cBhvr>
                                        <p:cTn id="60" dur="500" fill="hold"/>
                                        <p:tgtEl>
                                          <p:spTgt spid="100355">
                                            <p:txEl>
                                              <p:pRg st="5" end="5"/>
                                            </p:txEl>
                                          </p:spTgt>
                                        </p:tgtEl>
                                        <p:attrNameLst>
                                          <p:attrName>ppt_w</p:attrName>
                                        </p:attrNameLst>
                                      </p:cBhvr>
                                      <p:tavLst>
                                        <p:tav tm="0">
                                          <p:val>
                                            <p:strVal val="#ppt_w*0.05"/>
                                          </p:val>
                                        </p:tav>
                                        <p:tav tm="100000">
                                          <p:val>
                                            <p:strVal val="#ppt_w"/>
                                          </p:val>
                                        </p:tav>
                                      </p:tavLst>
                                    </p:anim>
                                    <p:anim calcmode="lin" valueType="num">
                                      <p:cBhvr>
                                        <p:cTn id="61" dur="500" fill="hold"/>
                                        <p:tgtEl>
                                          <p:spTgt spid="100355">
                                            <p:txEl>
                                              <p:pRg st="5" end="5"/>
                                            </p:txEl>
                                          </p:spTgt>
                                        </p:tgtEl>
                                        <p:attrNameLst>
                                          <p:attrName>ppt_h</p:attrName>
                                        </p:attrNameLst>
                                      </p:cBhvr>
                                      <p:tavLst>
                                        <p:tav tm="0">
                                          <p:val>
                                            <p:strVal val="#ppt_h"/>
                                          </p:val>
                                        </p:tav>
                                        <p:tav tm="100000">
                                          <p:val>
                                            <p:strVal val="#ppt_h"/>
                                          </p:val>
                                        </p:tav>
                                      </p:tavLst>
                                    </p:anim>
                                    <p:anim calcmode="lin" valueType="num">
                                      <p:cBhvr>
                                        <p:cTn id="62" dur="500" fill="hold"/>
                                        <p:tgtEl>
                                          <p:spTgt spid="100355">
                                            <p:txEl>
                                              <p:pRg st="5" end="5"/>
                                            </p:txEl>
                                          </p:spTgt>
                                        </p:tgtEl>
                                        <p:attrNameLst>
                                          <p:attrName>ppt_x</p:attrName>
                                        </p:attrNameLst>
                                      </p:cBhvr>
                                      <p:tavLst>
                                        <p:tav tm="0">
                                          <p:val>
                                            <p:strVal val="#ppt_x-.2"/>
                                          </p:val>
                                        </p:tav>
                                        <p:tav tm="100000">
                                          <p:val>
                                            <p:strVal val="#ppt_x"/>
                                          </p:val>
                                        </p:tav>
                                      </p:tavLst>
                                    </p:anim>
                                    <p:anim calcmode="lin" valueType="num">
                                      <p:cBhvr>
                                        <p:cTn id="63" dur="500" fill="hold"/>
                                        <p:tgtEl>
                                          <p:spTgt spid="100355">
                                            <p:txEl>
                                              <p:pRg st="5" end="5"/>
                                            </p:txEl>
                                          </p:spTgt>
                                        </p:tgtEl>
                                        <p:attrNameLst>
                                          <p:attrName>ppt_y</p:attrName>
                                        </p:attrNameLst>
                                      </p:cBhvr>
                                      <p:tavLst>
                                        <p:tav tm="0">
                                          <p:val>
                                            <p:strVal val="#ppt_y"/>
                                          </p:val>
                                        </p:tav>
                                        <p:tav tm="100000">
                                          <p:val>
                                            <p:strVal val="#ppt_y"/>
                                          </p:val>
                                        </p:tav>
                                      </p:tavLst>
                                    </p:anim>
                                    <p:animEffect transition="in" filter="fade">
                                      <p:cBhvr>
                                        <p:cTn id="64" dur="500"/>
                                        <p:tgtEl>
                                          <p:spTgt spid="100355">
                                            <p:txEl>
                                              <p:pRg st="5" end="5"/>
                                            </p:txEl>
                                          </p:spTgt>
                                        </p:tgtEl>
                                      </p:cBhvr>
                                    </p:animEffect>
                                  </p:childTnLst>
                                </p:cTn>
                              </p:par>
                              <p:par>
                                <p:cTn id="65" presetID="1" presetClass="exit" presetSubtype="0" fill="hold" nodeType="withEffect">
                                  <p:stCondLst>
                                    <p:cond delay="0"/>
                                  </p:stCondLst>
                                  <p:childTnLst>
                                    <p:set>
                                      <p:cBhvr>
                                        <p:cTn id="66" dur="1" fill="hold">
                                          <p:stCondLst>
                                            <p:cond delay="0"/>
                                          </p:stCondLst>
                                        </p:cTn>
                                        <p:tgtEl>
                                          <p:spTgt spid="100358"/>
                                        </p:tgtEl>
                                        <p:attrNameLst>
                                          <p:attrName>style.visibility</p:attrName>
                                        </p:attrNameLst>
                                      </p:cBhvr>
                                      <p:to>
                                        <p:strVal val="hidden"/>
                                      </p:to>
                                    </p:set>
                                  </p:childTnLst>
                                </p:cTn>
                              </p:par>
                              <p:par>
                                <p:cTn id="67" presetID="10" presetClass="entr" presetSubtype="0" fill="hold" nodeType="withEffect">
                                  <p:stCondLst>
                                    <p:cond delay="0"/>
                                  </p:stCondLst>
                                  <p:childTnLst>
                                    <p:set>
                                      <p:cBhvr>
                                        <p:cTn id="68" dur="1" fill="hold">
                                          <p:stCondLst>
                                            <p:cond delay="0"/>
                                          </p:stCondLst>
                                        </p:cTn>
                                        <p:tgtEl>
                                          <p:spTgt spid="100360"/>
                                        </p:tgtEl>
                                        <p:attrNameLst>
                                          <p:attrName>style.visibility</p:attrName>
                                        </p:attrNameLst>
                                      </p:cBhvr>
                                      <p:to>
                                        <p:strVal val="visible"/>
                                      </p:to>
                                    </p:set>
                                    <p:animEffect transition="in" filter="fade">
                                      <p:cBhvr>
                                        <p:cTn id="69" dur="500"/>
                                        <p:tgtEl>
                                          <p:spTgt spid="100360"/>
                                        </p:tgtEl>
                                      </p:cBhvr>
                                    </p:animEffect>
                                  </p:childTnLst>
                                </p:cTn>
                              </p:par>
                            </p:childTnLst>
                          </p:cTn>
                        </p:par>
                      </p:childTnLst>
                    </p:cTn>
                  </p:par>
                  <p:par>
                    <p:cTn id="70" fill="hold">
                      <p:stCondLst>
                        <p:cond delay="indefinite"/>
                      </p:stCondLst>
                      <p:childTnLst>
                        <p:par>
                          <p:cTn id="71" fill="hold">
                            <p:stCondLst>
                              <p:cond delay="0"/>
                            </p:stCondLst>
                            <p:childTnLst>
                              <p:par>
                                <p:cTn id="72" presetID="54" presetClass="entr" presetSubtype="0" accel="100000" fill="hold" grpId="0" nodeType="clickEffect">
                                  <p:stCondLst>
                                    <p:cond delay="0"/>
                                  </p:stCondLst>
                                  <p:childTnLst>
                                    <p:set>
                                      <p:cBhvr>
                                        <p:cTn id="73" dur="1" fill="hold">
                                          <p:stCondLst>
                                            <p:cond delay="0"/>
                                          </p:stCondLst>
                                        </p:cTn>
                                        <p:tgtEl>
                                          <p:spTgt spid="100355">
                                            <p:txEl>
                                              <p:pRg st="6" end="6"/>
                                            </p:txEl>
                                          </p:spTgt>
                                        </p:tgtEl>
                                        <p:attrNameLst>
                                          <p:attrName>style.visibility</p:attrName>
                                        </p:attrNameLst>
                                      </p:cBhvr>
                                      <p:to>
                                        <p:strVal val="visible"/>
                                      </p:to>
                                    </p:set>
                                    <p:anim calcmode="lin" valueType="num">
                                      <p:cBhvr>
                                        <p:cTn id="74" dur="500" fill="hold"/>
                                        <p:tgtEl>
                                          <p:spTgt spid="100355">
                                            <p:txEl>
                                              <p:pRg st="6" end="6"/>
                                            </p:txEl>
                                          </p:spTgt>
                                        </p:tgtEl>
                                        <p:attrNameLst>
                                          <p:attrName>ppt_w</p:attrName>
                                        </p:attrNameLst>
                                      </p:cBhvr>
                                      <p:tavLst>
                                        <p:tav tm="0">
                                          <p:val>
                                            <p:strVal val="#ppt_w*0.05"/>
                                          </p:val>
                                        </p:tav>
                                        <p:tav tm="100000">
                                          <p:val>
                                            <p:strVal val="#ppt_w"/>
                                          </p:val>
                                        </p:tav>
                                      </p:tavLst>
                                    </p:anim>
                                    <p:anim calcmode="lin" valueType="num">
                                      <p:cBhvr>
                                        <p:cTn id="75" dur="500" fill="hold"/>
                                        <p:tgtEl>
                                          <p:spTgt spid="100355">
                                            <p:txEl>
                                              <p:pRg st="6" end="6"/>
                                            </p:txEl>
                                          </p:spTgt>
                                        </p:tgtEl>
                                        <p:attrNameLst>
                                          <p:attrName>ppt_h</p:attrName>
                                        </p:attrNameLst>
                                      </p:cBhvr>
                                      <p:tavLst>
                                        <p:tav tm="0">
                                          <p:val>
                                            <p:strVal val="#ppt_h"/>
                                          </p:val>
                                        </p:tav>
                                        <p:tav tm="100000">
                                          <p:val>
                                            <p:strVal val="#ppt_h"/>
                                          </p:val>
                                        </p:tav>
                                      </p:tavLst>
                                    </p:anim>
                                    <p:anim calcmode="lin" valueType="num">
                                      <p:cBhvr>
                                        <p:cTn id="76" dur="500" fill="hold"/>
                                        <p:tgtEl>
                                          <p:spTgt spid="100355">
                                            <p:txEl>
                                              <p:pRg st="6" end="6"/>
                                            </p:txEl>
                                          </p:spTgt>
                                        </p:tgtEl>
                                        <p:attrNameLst>
                                          <p:attrName>ppt_x</p:attrName>
                                        </p:attrNameLst>
                                      </p:cBhvr>
                                      <p:tavLst>
                                        <p:tav tm="0">
                                          <p:val>
                                            <p:strVal val="#ppt_x-.2"/>
                                          </p:val>
                                        </p:tav>
                                        <p:tav tm="100000">
                                          <p:val>
                                            <p:strVal val="#ppt_x"/>
                                          </p:val>
                                        </p:tav>
                                      </p:tavLst>
                                    </p:anim>
                                    <p:anim calcmode="lin" valueType="num">
                                      <p:cBhvr>
                                        <p:cTn id="77" dur="500" fill="hold"/>
                                        <p:tgtEl>
                                          <p:spTgt spid="100355">
                                            <p:txEl>
                                              <p:pRg st="6" end="6"/>
                                            </p:txEl>
                                          </p:spTgt>
                                        </p:tgtEl>
                                        <p:attrNameLst>
                                          <p:attrName>ppt_y</p:attrName>
                                        </p:attrNameLst>
                                      </p:cBhvr>
                                      <p:tavLst>
                                        <p:tav tm="0">
                                          <p:val>
                                            <p:strVal val="#ppt_y"/>
                                          </p:val>
                                        </p:tav>
                                        <p:tav tm="100000">
                                          <p:val>
                                            <p:strVal val="#ppt_y"/>
                                          </p:val>
                                        </p:tav>
                                      </p:tavLst>
                                    </p:anim>
                                    <p:animEffect transition="in" filter="fade">
                                      <p:cBhvr>
                                        <p:cTn id="78" dur="500"/>
                                        <p:tgtEl>
                                          <p:spTgt spid="100355">
                                            <p:txEl>
                                              <p:pRg st="6" end="6"/>
                                            </p:txEl>
                                          </p:spTgt>
                                        </p:tgtEl>
                                      </p:cBhvr>
                                    </p:animEffect>
                                  </p:childTnLst>
                                </p:cTn>
                              </p:par>
                              <p:par>
                                <p:cTn id="79" presetID="1" presetClass="exit" presetSubtype="0" fill="hold" nodeType="withEffect">
                                  <p:stCondLst>
                                    <p:cond delay="0"/>
                                  </p:stCondLst>
                                  <p:childTnLst>
                                    <p:set>
                                      <p:cBhvr>
                                        <p:cTn id="80" dur="1" fill="hold">
                                          <p:stCondLst>
                                            <p:cond delay="0"/>
                                          </p:stCondLst>
                                        </p:cTn>
                                        <p:tgtEl>
                                          <p:spTgt spid="100360"/>
                                        </p:tgtEl>
                                        <p:attrNameLst>
                                          <p:attrName>style.visibility</p:attrName>
                                        </p:attrNameLst>
                                      </p:cBhvr>
                                      <p:to>
                                        <p:strVal val="hidden"/>
                                      </p:to>
                                    </p:set>
                                  </p:childTnLst>
                                </p:cTn>
                              </p:par>
                              <p:par>
                                <p:cTn id="81" presetID="10" presetClass="entr" presetSubtype="0" fill="hold" nodeType="withEffect">
                                  <p:stCondLst>
                                    <p:cond delay="0"/>
                                  </p:stCondLst>
                                  <p:childTnLst>
                                    <p:set>
                                      <p:cBhvr>
                                        <p:cTn id="82" dur="1" fill="hold">
                                          <p:stCondLst>
                                            <p:cond delay="0"/>
                                          </p:stCondLst>
                                        </p:cTn>
                                        <p:tgtEl>
                                          <p:spTgt spid="100361"/>
                                        </p:tgtEl>
                                        <p:attrNameLst>
                                          <p:attrName>style.visibility</p:attrName>
                                        </p:attrNameLst>
                                      </p:cBhvr>
                                      <p:to>
                                        <p:strVal val="visible"/>
                                      </p:to>
                                    </p:set>
                                    <p:animEffect transition="in" filter="fade">
                                      <p:cBhvr>
                                        <p:cTn id="83" dur="500"/>
                                        <p:tgtEl>
                                          <p:spTgt spid="100361"/>
                                        </p:tgtEl>
                                      </p:cBhvr>
                                    </p:animEffect>
                                  </p:childTnLst>
                                </p:cTn>
                              </p:par>
                            </p:childTnLst>
                          </p:cTn>
                        </p:par>
                      </p:childTnLst>
                    </p:cTn>
                  </p:par>
                  <p:par>
                    <p:cTn id="84" fill="hold">
                      <p:stCondLst>
                        <p:cond delay="indefinite"/>
                      </p:stCondLst>
                      <p:childTnLst>
                        <p:par>
                          <p:cTn id="85" fill="hold">
                            <p:stCondLst>
                              <p:cond delay="0"/>
                            </p:stCondLst>
                            <p:childTnLst>
                              <p:par>
                                <p:cTn id="86" presetID="54" presetClass="entr" presetSubtype="0" accel="100000" fill="hold" grpId="0" nodeType="clickEffect">
                                  <p:stCondLst>
                                    <p:cond delay="0"/>
                                  </p:stCondLst>
                                  <p:childTnLst>
                                    <p:set>
                                      <p:cBhvr>
                                        <p:cTn id="87" dur="1" fill="hold">
                                          <p:stCondLst>
                                            <p:cond delay="0"/>
                                          </p:stCondLst>
                                        </p:cTn>
                                        <p:tgtEl>
                                          <p:spTgt spid="100355">
                                            <p:txEl>
                                              <p:pRg st="7" end="7"/>
                                            </p:txEl>
                                          </p:spTgt>
                                        </p:tgtEl>
                                        <p:attrNameLst>
                                          <p:attrName>style.visibility</p:attrName>
                                        </p:attrNameLst>
                                      </p:cBhvr>
                                      <p:to>
                                        <p:strVal val="visible"/>
                                      </p:to>
                                    </p:set>
                                    <p:anim calcmode="lin" valueType="num">
                                      <p:cBhvr>
                                        <p:cTn id="88" dur="500" fill="hold"/>
                                        <p:tgtEl>
                                          <p:spTgt spid="100355">
                                            <p:txEl>
                                              <p:pRg st="7" end="7"/>
                                            </p:txEl>
                                          </p:spTgt>
                                        </p:tgtEl>
                                        <p:attrNameLst>
                                          <p:attrName>ppt_w</p:attrName>
                                        </p:attrNameLst>
                                      </p:cBhvr>
                                      <p:tavLst>
                                        <p:tav tm="0">
                                          <p:val>
                                            <p:strVal val="#ppt_w*0.05"/>
                                          </p:val>
                                        </p:tav>
                                        <p:tav tm="100000">
                                          <p:val>
                                            <p:strVal val="#ppt_w"/>
                                          </p:val>
                                        </p:tav>
                                      </p:tavLst>
                                    </p:anim>
                                    <p:anim calcmode="lin" valueType="num">
                                      <p:cBhvr>
                                        <p:cTn id="89" dur="500" fill="hold"/>
                                        <p:tgtEl>
                                          <p:spTgt spid="100355">
                                            <p:txEl>
                                              <p:pRg st="7" end="7"/>
                                            </p:txEl>
                                          </p:spTgt>
                                        </p:tgtEl>
                                        <p:attrNameLst>
                                          <p:attrName>ppt_h</p:attrName>
                                        </p:attrNameLst>
                                      </p:cBhvr>
                                      <p:tavLst>
                                        <p:tav tm="0">
                                          <p:val>
                                            <p:strVal val="#ppt_h"/>
                                          </p:val>
                                        </p:tav>
                                        <p:tav tm="100000">
                                          <p:val>
                                            <p:strVal val="#ppt_h"/>
                                          </p:val>
                                        </p:tav>
                                      </p:tavLst>
                                    </p:anim>
                                    <p:anim calcmode="lin" valueType="num">
                                      <p:cBhvr>
                                        <p:cTn id="90" dur="500" fill="hold"/>
                                        <p:tgtEl>
                                          <p:spTgt spid="100355">
                                            <p:txEl>
                                              <p:pRg st="7" end="7"/>
                                            </p:txEl>
                                          </p:spTgt>
                                        </p:tgtEl>
                                        <p:attrNameLst>
                                          <p:attrName>ppt_x</p:attrName>
                                        </p:attrNameLst>
                                      </p:cBhvr>
                                      <p:tavLst>
                                        <p:tav tm="0">
                                          <p:val>
                                            <p:strVal val="#ppt_x-.2"/>
                                          </p:val>
                                        </p:tav>
                                        <p:tav tm="100000">
                                          <p:val>
                                            <p:strVal val="#ppt_x"/>
                                          </p:val>
                                        </p:tav>
                                      </p:tavLst>
                                    </p:anim>
                                    <p:anim calcmode="lin" valueType="num">
                                      <p:cBhvr>
                                        <p:cTn id="91" dur="500" fill="hold"/>
                                        <p:tgtEl>
                                          <p:spTgt spid="100355">
                                            <p:txEl>
                                              <p:pRg st="7" end="7"/>
                                            </p:txEl>
                                          </p:spTgt>
                                        </p:tgtEl>
                                        <p:attrNameLst>
                                          <p:attrName>ppt_y</p:attrName>
                                        </p:attrNameLst>
                                      </p:cBhvr>
                                      <p:tavLst>
                                        <p:tav tm="0">
                                          <p:val>
                                            <p:strVal val="#ppt_y"/>
                                          </p:val>
                                        </p:tav>
                                        <p:tav tm="100000">
                                          <p:val>
                                            <p:strVal val="#ppt_y"/>
                                          </p:val>
                                        </p:tav>
                                      </p:tavLst>
                                    </p:anim>
                                    <p:animEffect transition="in" filter="fade">
                                      <p:cBhvr>
                                        <p:cTn id="92" dur="500"/>
                                        <p:tgtEl>
                                          <p:spTgt spid="100355">
                                            <p:txEl>
                                              <p:pRg st="7" end="7"/>
                                            </p:txEl>
                                          </p:spTgt>
                                        </p:tgtEl>
                                      </p:cBhvr>
                                    </p:animEffect>
                                  </p:childTnLst>
                                </p:cTn>
                              </p:par>
                              <p:par>
                                <p:cTn id="93" presetID="1" presetClass="exit" presetSubtype="0" fill="hold" nodeType="withEffect">
                                  <p:stCondLst>
                                    <p:cond delay="0"/>
                                  </p:stCondLst>
                                  <p:childTnLst>
                                    <p:set>
                                      <p:cBhvr>
                                        <p:cTn id="94" dur="1" fill="hold">
                                          <p:stCondLst>
                                            <p:cond delay="0"/>
                                          </p:stCondLst>
                                        </p:cTn>
                                        <p:tgtEl>
                                          <p:spTgt spid="100361"/>
                                        </p:tgtEl>
                                        <p:attrNameLst>
                                          <p:attrName>style.visibility</p:attrName>
                                        </p:attrNameLst>
                                      </p:cBhvr>
                                      <p:to>
                                        <p:strVal val="hidden"/>
                                      </p:to>
                                    </p:set>
                                  </p:childTnLst>
                                </p:cTn>
                              </p:par>
                              <p:par>
                                <p:cTn id="95" presetID="10" presetClass="entr" presetSubtype="0" fill="hold" nodeType="withEffect">
                                  <p:stCondLst>
                                    <p:cond delay="0"/>
                                  </p:stCondLst>
                                  <p:childTnLst>
                                    <p:set>
                                      <p:cBhvr>
                                        <p:cTn id="96" dur="1" fill="hold">
                                          <p:stCondLst>
                                            <p:cond delay="0"/>
                                          </p:stCondLst>
                                        </p:cTn>
                                        <p:tgtEl>
                                          <p:spTgt spid="100362"/>
                                        </p:tgtEl>
                                        <p:attrNameLst>
                                          <p:attrName>style.visibility</p:attrName>
                                        </p:attrNameLst>
                                      </p:cBhvr>
                                      <p:to>
                                        <p:strVal val="visible"/>
                                      </p:to>
                                    </p:set>
                                    <p:animEffect transition="in" filter="fade">
                                      <p:cBhvr>
                                        <p:cTn id="97" dur="500"/>
                                        <p:tgtEl>
                                          <p:spTgt spid="100362"/>
                                        </p:tgtEl>
                                      </p:cBhvr>
                                    </p:animEffect>
                                  </p:childTnLst>
                                </p:cTn>
                              </p:par>
                            </p:childTnLst>
                          </p:cTn>
                        </p:par>
                      </p:childTnLst>
                    </p:cTn>
                  </p:par>
                  <p:par>
                    <p:cTn id="98" fill="hold">
                      <p:stCondLst>
                        <p:cond delay="indefinite"/>
                      </p:stCondLst>
                      <p:childTnLst>
                        <p:par>
                          <p:cTn id="99" fill="hold">
                            <p:stCondLst>
                              <p:cond delay="0"/>
                            </p:stCondLst>
                            <p:childTnLst>
                              <p:par>
                                <p:cTn id="100" presetID="54" presetClass="entr" presetSubtype="0" accel="100000" fill="hold" grpId="0" nodeType="clickEffect">
                                  <p:stCondLst>
                                    <p:cond delay="0"/>
                                  </p:stCondLst>
                                  <p:childTnLst>
                                    <p:set>
                                      <p:cBhvr>
                                        <p:cTn id="101" dur="1" fill="hold">
                                          <p:stCondLst>
                                            <p:cond delay="0"/>
                                          </p:stCondLst>
                                        </p:cTn>
                                        <p:tgtEl>
                                          <p:spTgt spid="100355">
                                            <p:txEl>
                                              <p:pRg st="8" end="8"/>
                                            </p:txEl>
                                          </p:spTgt>
                                        </p:tgtEl>
                                        <p:attrNameLst>
                                          <p:attrName>style.visibility</p:attrName>
                                        </p:attrNameLst>
                                      </p:cBhvr>
                                      <p:to>
                                        <p:strVal val="visible"/>
                                      </p:to>
                                    </p:set>
                                    <p:anim calcmode="lin" valueType="num">
                                      <p:cBhvr>
                                        <p:cTn id="102" dur="500" fill="hold"/>
                                        <p:tgtEl>
                                          <p:spTgt spid="100355">
                                            <p:txEl>
                                              <p:pRg st="8" end="8"/>
                                            </p:txEl>
                                          </p:spTgt>
                                        </p:tgtEl>
                                        <p:attrNameLst>
                                          <p:attrName>ppt_w</p:attrName>
                                        </p:attrNameLst>
                                      </p:cBhvr>
                                      <p:tavLst>
                                        <p:tav tm="0">
                                          <p:val>
                                            <p:strVal val="#ppt_w*0.05"/>
                                          </p:val>
                                        </p:tav>
                                        <p:tav tm="100000">
                                          <p:val>
                                            <p:strVal val="#ppt_w"/>
                                          </p:val>
                                        </p:tav>
                                      </p:tavLst>
                                    </p:anim>
                                    <p:anim calcmode="lin" valueType="num">
                                      <p:cBhvr>
                                        <p:cTn id="103" dur="500" fill="hold"/>
                                        <p:tgtEl>
                                          <p:spTgt spid="100355">
                                            <p:txEl>
                                              <p:pRg st="8" end="8"/>
                                            </p:txEl>
                                          </p:spTgt>
                                        </p:tgtEl>
                                        <p:attrNameLst>
                                          <p:attrName>ppt_h</p:attrName>
                                        </p:attrNameLst>
                                      </p:cBhvr>
                                      <p:tavLst>
                                        <p:tav tm="0">
                                          <p:val>
                                            <p:strVal val="#ppt_h"/>
                                          </p:val>
                                        </p:tav>
                                        <p:tav tm="100000">
                                          <p:val>
                                            <p:strVal val="#ppt_h"/>
                                          </p:val>
                                        </p:tav>
                                      </p:tavLst>
                                    </p:anim>
                                    <p:anim calcmode="lin" valueType="num">
                                      <p:cBhvr>
                                        <p:cTn id="104" dur="500" fill="hold"/>
                                        <p:tgtEl>
                                          <p:spTgt spid="100355">
                                            <p:txEl>
                                              <p:pRg st="8" end="8"/>
                                            </p:txEl>
                                          </p:spTgt>
                                        </p:tgtEl>
                                        <p:attrNameLst>
                                          <p:attrName>ppt_x</p:attrName>
                                        </p:attrNameLst>
                                      </p:cBhvr>
                                      <p:tavLst>
                                        <p:tav tm="0">
                                          <p:val>
                                            <p:strVal val="#ppt_x-.2"/>
                                          </p:val>
                                        </p:tav>
                                        <p:tav tm="100000">
                                          <p:val>
                                            <p:strVal val="#ppt_x"/>
                                          </p:val>
                                        </p:tav>
                                      </p:tavLst>
                                    </p:anim>
                                    <p:anim calcmode="lin" valueType="num">
                                      <p:cBhvr>
                                        <p:cTn id="105" dur="500" fill="hold"/>
                                        <p:tgtEl>
                                          <p:spTgt spid="100355">
                                            <p:txEl>
                                              <p:pRg st="8" end="8"/>
                                            </p:txEl>
                                          </p:spTgt>
                                        </p:tgtEl>
                                        <p:attrNameLst>
                                          <p:attrName>ppt_y</p:attrName>
                                        </p:attrNameLst>
                                      </p:cBhvr>
                                      <p:tavLst>
                                        <p:tav tm="0">
                                          <p:val>
                                            <p:strVal val="#ppt_y"/>
                                          </p:val>
                                        </p:tav>
                                        <p:tav tm="100000">
                                          <p:val>
                                            <p:strVal val="#ppt_y"/>
                                          </p:val>
                                        </p:tav>
                                      </p:tavLst>
                                    </p:anim>
                                    <p:animEffect transition="in" filter="fade">
                                      <p:cBhvr>
                                        <p:cTn id="106" dur="500"/>
                                        <p:tgtEl>
                                          <p:spTgt spid="100355">
                                            <p:txEl>
                                              <p:pRg st="8" end="8"/>
                                            </p:txEl>
                                          </p:spTgt>
                                        </p:tgtEl>
                                      </p:cBhvr>
                                    </p:animEffect>
                                  </p:childTnLst>
                                </p:cTn>
                              </p:par>
                              <p:par>
                                <p:cTn id="107" presetID="1" presetClass="exit" presetSubtype="0" fill="hold" nodeType="withEffect">
                                  <p:stCondLst>
                                    <p:cond delay="0"/>
                                  </p:stCondLst>
                                  <p:childTnLst>
                                    <p:set>
                                      <p:cBhvr>
                                        <p:cTn id="108" dur="1" fill="hold">
                                          <p:stCondLst>
                                            <p:cond delay="0"/>
                                          </p:stCondLst>
                                        </p:cTn>
                                        <p:tgtEl>
                                          <p:spTgt spid="100362"/>
                                        </p:tgtEl>
                                        <p:attrNameLst>
                                          <p:attrName>style.visibility</p:attrName>
                                        </p:attrNameLst>
                                      </p:cBhvr>
                                      <p:to>
                                        <p:strVal val="hidden"/>
                                      </p:to>
                                    </p:set>
                                  </p:childTnLst>
                                </p:cTn>
                              </p:par>
                              <p:par>
                                <p:cTn id="109" presetID="10" presetClass="entr" presetSubtype="0" fill="hold" nodeType="withEffect">
                                  <p:stCondLst>
                                    <p:cond delay="0"/>
                                  </p:stCondLst>
                                  <p:childTnLst>
                                    <p:set>
                                      <p:cBhvr>
                                        <p:cTn id="110" dur="1" fill="hold">
                                          <p:stCondLst>
                                            <p:cond delay="0"/>
                                          </p:stCondLst>
                                        </p:cTn>
                                        <p:tgtEl>
                                          <p:spTgt spid="100359"/>
                                        </p:tgtEl>
                                        <p:attrNameLst>
                                          <p:attrName>style.visibility</p:attrName>
                                        </p:attrNameLst>
                                      </p:cBhvr>
                                      <p:to>
                                        <p:strVal val="visible"/>
                                      </p:to>
                                    </p:set>
                                    <p:animEffect transition="in" filter="fade">
                                      <p:cBhvr>
                                        <p:cTn id="111" dur="500"/>
                                        <p:tgtEl>
                                          <p:spTgt spid="100359"/>
                                        </p:tgtEl>
                                      </p:cBhvr>
                                    </p:animEffect>
                                  </p:childTnLst>
                                </p:cTn>
                              </p:par>
                            </p:childTnLst>
                          </p:cTn>
                        </p:par>
                      </p:childTnLst>
                    </p:cTn>
                  </p:par>
                  <p:par>
                    <p:cTn id="112" fill="hold">
                      <p:stCondLst>
                        <p:cond delay="indefinite"/>
                      </p:stCondLst>
                      <p:childTnLst>
                        <p:par>
                          <p:cTn id="113" fill="hold">
                            <p:stCondLst>
                              <p:cond delay="0"/>
                            </p:stCondLst>
                            <p:childTnLst>
                              <p:par>
                                <p:cTn id="114" presetID="54" presetClass="entr" presetSubtype="0" accel="100000" fill="hold" grpId="0" nodeType="clickEffect">
                                  <p:stCondLst>
                                    <p:cond delay="0"/>
                                  </p:stCondLst>
                                  <p:childTnLst>
                                    <p:set>
                                      <p:cBhvr>
                                        <p:cTn id="115" dur="1" fill="hold">
                                          <p:stCondLst>
                                            <p:cond delay="0"/>
                                          </p:stCondLst>
                                        </p:cTn>
                                        <p:tgtEl>
                                          <p:spTgt spid="100355">
                                            <p:txEl>
                                              <p:pRg st="9" end="9"/>
                                            </p:txEl>
                                          </p:spTgt>
                                        </p:tgtEl>
                                        <p:attrNameLst>
                                          <p:attrName>style.visibility</p:attrName>
                                        </p:attrNameLst>
                                      </p:cBhvr>
                                      <p:to>
                                        <p:strVal val="visible"/>
                                      </p:to>
                                    </p:set>
                                    <p:anim calcmode="lin" valueType="num">
                                      <p:cBhvr>
                                        <p:cTn id="116" dur="500" fill="hold"/>
                                        <p:tgtEl>
                                          <p:spTgt spid="100355">
                                            <p:txEl>
                                              <p:pRg st="9" end="9"/>
                                            </p:txEl>
                                          </p:spTgt>
                                        </p:tgtEl>
                                        <p:attrNameLst>
                                          <p:attrName>ppt_w</p:attrName>
                                        </p:attrNameLst>
                                      </p:cBhvr>
                                      <p:tavLst>
                                        <p:tav tm="0">
                                          <p:val>
                                            <p:strVal val="#ppt_w*0.05"/>
                                          </p:val>
                                        </p:tav>
                                        <p:tav tm="100000">
                                          <p:val>
                                            <p:strVal val="#ppt_w"/>
                                          </p:val>
                                        </p:tav>
                                      </p:tavLst>
                                    </p:anim>
                                    <p:anim calcmode="lin" valueType="num">
                                      <p:cBhvr>
                                        <p:cTn id="117" dur="500" fill="hold"/>
                                        <p:tgtEl>
                                          <p:spTgt spid="100355">
                                            <p:txEl>
                                              <p:pRg st="9" end="9"/>
                                            </p:txEl>
                                          </p:spTgt>
                                        </p:tgtEl>
                                        <p:attrNameLst>
                                          <p:attrName>ppt_h</p:attrName>
                                        </p:attrNameLst>
                                      </p:cBhvr>
                                      <p:tavLst>
                                        <p:tav tm="0">
                                          <p:val>
                                            <p:strVal val="#ppt_h"/>
                                          </p:val>
                                        </p:tav>
                                        <p:tav tm="100000">
                                          <p:val>
                                            <p:strVal val="#ppt_h"/>
                                          </p:val>
                                        </p:tav>
                                      </p:tavLst>
                                    </p:anim>
                                    <p:anim calcmode="lin" valueType="num">
                                      <p:cBhvr>
                                        <p:cTn id="118" dur="500" fill="hold"/>
                                        <p:tgtEl>
                                          <p:spTgt spid="100355">
                                            <p:txEl>
                                              <p:pRg st="9" end="9"/>
                                            </p:txEl>
                                          </p:spTgt>
                                        </p:tgtEl>
                                        <p:attrNameLst>
                                          <p:attrName>ppt_x</p:attrName>
                                        </p:attrNameLst>
                                      </p:cBhvr>
                                      <p:tavLst>
                                        <p:tav tm="0">
                                          <p:val>
                                            <p:strVal val="#ppt_x-.2"/>
                                          </p:val>
                                        </p:tav>
                                        <p:tav tm="100000">
                                          <p:val>
                                            <p:strVal val="#ppt_x"/>
                                          </p:val>
                                        </p:tav>
                                      </p:tavLst>
                                    </p:anim>
                                    <p:anim calcmode="lin" valueType="num">
                                      <p:cBhvr>
                                        <p:cTn id="119" dur="500" fill="hold"/>
                                        <p:tgtEl>
                                          <p:spTgt spid="100355">
                                            <p:txEl>
                                              <p:pRg st="9" end="9"/>
                                            </p:txEl>
                                          </p:spTgt>
                                        </p:tgtEl>
                                        <p:attrNameLst>
                                          <p:attrName>ppt_y</p:attrName>
                                        </p:attrNameLst>
                                      </p:cBhvr>
                                      <p:tavLst>
                                        <p:tav tm="0">
                                          <p:val>
                                            <p:strVal val="#ppt_y"/>
                                          </p:val>
                                        </p:tav>
                                        <p:tav tm="100000">
                                          <p:val>
                                            <p:strVal val="#ppt_y"/>
                                          </p:val>
                                        </p:tav>
                                      </p:tavLst>
                                    </p:anim>
                                    <p:animEffect transition="in" filter="fade">
                                      <p:cBhvr>
                                        <p:cTn id="120" dur="500"/>
                                        <p:tgtEl>
                                          <p:spTgt spid="100355">
                                            <p:txEl>
                                              <p:pRg st="9" end="9"/>
                                            </p:txEl>
                                          </p:spTgt>
                                        </p:tgtEl>
                                      </p:cBhvr>
                                    </p:animEffect>
                                  </p:childTnLst>
                                </p:cTn>
                              </p:par>
                              <p:par>
                                <p:cTn id="121" presetID="1" presetClass="exit" presetSubtype="0" fill="hold" nodeType="withEffect">
                                  <p:stCondLst>
                                    <p:cond delay="0"/>
                                  </p:stCondLst>
                                  <p:childTnLst>
                                    <p:set>
                                      <p:cBhvr>
                                        <p:cTn id="122" dur="1" fill="hold">
                                          <p:stCondLst>
                                            <p:cond delay="0"/>
                                          </p:stCondLst>
                                        </p:cTn>
                                        <p:tgtEl>
                                          <p:spTgt spid="100359"/>
                                        </p:tgtEl>
                                        <p:attrNameLst>
                                          <p:attrName>style.visibility</p:attrName>
                                        </p:attrNameLst>
                                      </p:cBhvr>
                                      <p:to>
                                        <p:strVal val="hidden"/>
                                      </p:to>
                                    </p:set>
                                  </p:childTnLst>
                                </p:cTn>
                              </p:par>
                              <p:par>
                                <p:cTn id="123" presetID="10" presetClass="entr" presetSubtype="0" fill="hold" nodeType="withEffect">
                                  <p:stCondLst>
                                    <p:cond delay="0"/>
                                  </p:stCondLst>
                                  <p:childTnLst>
                                    <p:set>
                                      <p:cBhvr>
                                        <p:cTn id="124" dur="1" fill="hold">
                                          <p:stCondLst>
                                            <p:cond delay="0"/>
                                          </p:stCondLst>
                                        </p:cTn>
                                        <p:tgtEl>
                                          <p:spTgt spid="100363"/>
                                        </p:tgtEl>
                                        <p:attrNameLst>
                                          <p:attrName>style.visibility</p:attrName>
                                        </p:attrNameLst>
                                      </p:cBhvr>
                                      <p:to>
                                        <p:strVal val="visible"/>
                                      </p:to>
                                    </p:set>
                                    <p:animEffect transition="in" filter="fade">
                                      <p:cBhvr>
                                        <p:cTn id="125" dur="500"/>
                                        <p:tgtEl>
                                          <p:spTgt spid="100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NARESH\Desktop\gw cc\global-warning-and-climate-change-29-638.jpg"/>
          <p:cNvPicPr>
            <a:picLocks noChangeAspect="1" noChangeArrowheads="1"/>
          </p:cNvPicPr>
          <p:nvPr/>
        </p:nvPicPr>
        <p:blipFill>
          <a:blip r:embed="rId2"/>
          <a:srcRect/>
          <a:stretch>
            <a:fillRect/>
          </a:stretch>
        </p:blipFill>
        <p:spPr bwMode="auto">
          <a:xfrm>
            <a:off x="309256" y="152400"/>
            <a:ext cx="7920344" cy="5946465"/>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descr="Carbon Sequestration"/>
          <p:cNvPicPr>
            <a:picLocks noChangeAspect="1" noChangeArrowheads="1"/>
          </p:cNvPicPr>
          <p:nvPr/>
        </p:nvPicPr>
        <p:blipFill>
          <a:blip r:embed="rId3">
            <a:clrChange>
              <a:clrFrom>
                <a:srgbClr val="000000"/>
              </a:clrFrom>
              <a:clrTo>
                <a:srgbClr val="000000">
                  <a:alpha val="0"/>
                </a:srgbClr>
              </a:clrTo>
            </a:clrChange>
          </a:blip>
          <a:srcRect/>
          <a:stretch>
            <a:fillRect/>
          </a:stretch>
        </p:blipFill>
        <p:spPr bwMode="auto">
          <a:xfrm>
            <a:off x="0" y="1930400"/>
            <a:ext cx="9144000" cy="4927600"/>
          </a:xfrm>
          <a:prstGeom prst="rect">
            <a:avLst/>
          </a:prstGeom>
          <a:noFill/>
          <a:ln w="9525">
            <a:noFill/>
            <a:miter lim="800000"/>
            <a:headEnd/>
            <a:tailEnd/>
          </a:ln>
        </p:spPr>
      </p:pic>
      <p:sp>
        <p:nvSpPr>
          <p:cNvPr id="37891" name="Rectangle 34" descr="red"/>
          <p:cNvSpPr>
            <a:spLocks noChangeArrowheads="1"/>
          </p:cNvSpPr>
          <p:nvPr/>
        </p:nvSpPr>
        <p:spPr bwMode="auto">
          <a:xfrm rot="4232661">
            <a:off x="3281363" y="2997200"/>
            <a:ext cx="92075" cy="365125"/>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892" name="Rectangle 2"/>
          <p:cNvSpPr>
            <a:spLocks noGrp="1" noChangeArrowheads="1"/>
          </p:cNvSpPr>
          <p:nvPr>
            <p:ph type="title"/>
          </p:nvPr>
        </p:nvSpPr>
        <p:spPr>
          <a:xfrm>
            <a:off x="457200" y="46038"/>
            <a:ext cx="8229600" cy="563562"/>
          </a:xfrm>
        </p:spPr>
        <p:txBody>
          <a:bodyPr/>
          <a:lstStyle/>
          <a:p>
            <a:r>
              <a:rPr lang="en-US" sz="3200" dirty="0" smtClean="0">
                <a:solidFill>
                  <a:srgbClr val="C00000"/>
                </a:solidFill>
              </a:rPr>
              <a:t>Storage of CO</a:t>
            </a:r>
            <a:r>
              <a:rPr lang="en-US" sz="3200" baseline="-25000" dirty="0" smtClean="0">
                <a:solidFill>
                  <a:srgbClr val="C00000"/>
                </a:solidFill>
              </a:rPr>
              <a:t>2</a:t>
            </a:r>
            <a:r>
              <a:rPr lang="en-US" sz="3200" dirty="0" smtClean="0">
                <a:solidFill>
                  <a:srgbClr val="C00000"/>
                </a:solidFill>
              </a:rPr>
              <a:t> in Geological Formations</a:t>
            </a:r>
          </a:p>
        </p:txBody>
      </p:sp>
      <p:sp>
        <p:nvSpPr>
          <p:cNvPr id="93187" name="Rectangle 3"/>
          <p:cNvSpPr>
            <a:spLocks noGrp="1" noChangeArrowheads="1"/>
          </p:cNvSpPr>
          <p:nvPr>
            <p:ph type="body" idx="1"/>
          </p:nvPr>
        </p:nvSpPr>
        <p:spPr>
          <a:xfrm>
            <a:off x="152400" y="762000"/>
            <a:ext cx="8210550" cy="1466850"/>
          </a:xfrm>
          <a:effectLst>
            <a:outerShdw dist="35921" dir="2700000" algn="ctr" rotWithShape="0">
              <a:schemeClr val="bg2"/>
            </a:outerShdw>
          </a:effectLst>
        </p:spPr>
        <p:txBody>
          <a:bodyPr/>
          <a:lstStyle/>
          <a:p>
            <a:pPr marL="609600" indent="-609600">
              <a:lnSpc>
                <a:spcPct val="90000"/>
              </a:lnSpc>
              <a:buFontTx/>
              <a:buAutoNum type="arabicPeriod"/>
              <a:defRPr/>
            </a:pPr>
            <a:r>
              <a:rPr lang="en-US" sz="2000" dirty="0"/>
              <a:t>Depleted oil and gas reservoirs</a:t>
            </a:r>
          </a:p>
          <a:p>
            <a:pPr marL="609600" indent="-609600">
              <a:lnSpc>
                <a:spcPct val="90000"/>
              </a:lnSpc>
              <a:buFontTx/>
              <a:buAutoNum type="arabicPeriod"/>
              <a:defRPr/>
            </a:pPr>
            <a:r>
              <a:rPr lang="en-US" sz="2000" dirty="0"/>
              <a:t>CO</a:t>
            </a:r>
            <a:r>
              <a:rPr lang="en-US" sz="2000" baseline="-25000" dirty="0"/>
              <a:t>2</a:t>
            </a:r>
            <a:r>
              <a:rPr lang="en-US" sz="2000" dirty="0"/>
              <a:t> in enhanced oil and gas </a:t>
            </a:r>
            <a:r>
              <a:rPr lang="en-US" sz="2000" dirty="0" smtClean="0"/>
              <a:t>recovery</a:t>
            </a:r>
            <a:endParaRPr lang="en-US" sz="2000" dirty="0"/>
          </a:p>
          <a:p>
            <a:pPr marL="609600" indent="-609600">
              <a:lnSpc>
                <a:spcPct val="90000"/>
              </a:lnSpc>
              <a:buFontTx/>
              <a:buAutoNum type="arabicPeriod"/>
              <a:defRPr/>
            </a:pPr>
            <a:r>
              <a:rPr lang="en-US" sz="2000" dirty="0"/>
              <a:t>CO</a:t>
            </a:r>
            <a:r>
              <a:rPr lang="en-US" sz="2000" baseline="-25000" dirty="0"/>
              <a:t>2</a:t>
            </a:r>
            <a:r>
              <a:rPr lang="en-US" sz="2000" dirty="0"/>
              <a:t> in enhanced coal bed methane recovery</a:t>
            </a:r>
          </a:p>
        </p:txBody>
      </p:sp>
      <p:sp>
        <p:nvSpPr>
          <p:cNvPr id="37894" name="Rectangle 5"/>
          <p:cNvSpPr>
            <a:spLocks noChangeArrowheads="1"/>
          </p:cNvSpPr>
          <p:nvPr/>
        </p:nvSpPr>
        <p:spPr bwMode="auto">
          <a:xfrm>
            <a:off x="6289675" y="6675438"/>
            <a:ext cx="2854325" cy="182562"/>
          </a:xfrm>
          <a:prstGeom prst="rect">
            <a:avLst/>
          </a:prstGeom>
          <a:noFill/>
          <a:ln w="9525">
            <a:noFill/>
            <a:miter lim="800000"/>
            <a:headEnd/>
            <a:tailEnd/>
          </a:ln>
        </p:spPr>
        <p:txBody>
          <a:bodyPr wrap="none" lIns="0" tIns="0" rIns="0" bIns="0">
            <a:spAutoFit/>
          </a:bodyPr>
          <a:lstStyle/>
          <a:p>
            <a:pPr algn="r"/>
            <a:r>
              <a:rPr lang="en-US" sz="1200" b="1">
                <a:solidFill>
                  <a:srgbClr val="003366"/>
                </a:solidFill>
              </a:rPr>
              <a:t>Adapted from IPCC SRCCS Figure TS-7</a:t>
            </a:r>
            <a:endParaRPr lang="en-US" sz="2400" b="1"/>
          </a:p>
        </p:txBody>
      </p:sp>
      <p:sp>
        <p:nvSpPr>
          <p:cNvPr id="37895" name="Rectangle 7" descr="red"/>
          <p:cNvSpPr>
            <a:spLocks noChangeArrowheads="1"/>
          </p:cNvSpPr>
          <p:nvPr/>
        </p:nvSpPr>
        <p:spPr bwMode="auto">
          <a:xfrm>
            <a:off x="3117850" y="3219450"/>
            <a:ext cx="92075" cy="2724150"/>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896" name="Rectangle 8" descr="red"/>
          <p:cNvSpPr>
            <a:spLocks noChangeArrowheads="1"/>
          </p:cNvSpPr>
          <p:nvPr/>
        </p:nvSpPr>
        <p:spPr bwMode="auto">
          <a:xfrm>
            <a:off x="7292975" y="2641600"/>
            <a:ext cx="92075" cy="1004888"/>
          </a:xfrm>
          <a:prstGeom prst="rect">
            <a:avLst/>
          </a:prstGeom>
          <a:blipFill dpi="0" rotWithShape="0">
            <a:blip r:embed="rId4"/>
            <a:srcRect/>
            <a:tile tx="0" ty="0" sx="100000" sy="100000" flip="none" algn="tl"/>
          </a:blipFill>
          <a:ln w="12700">
            <a:solidFill>
              <a:srgbClr val="000000"/>
            </a:solidFill>
            <a:miter lim="800000"/>
            <a:headEnd/>
            <a:tailEnd/>
          </a:ln>
        </p:spPr>
        <p:txBody>
          <a:bodyPr wrap="none" anchor="ctr"/>
          <a:lstStyle/>
          <a:p>
            <a:endParaRPr lang="en-US"/>
          </a:p>
        </p:txBody>
      </p:sp>
      <p:sp>
        <p:nvSpPr>
          <p:cNvPr id="37897" name="Rectangle 9" descr="Dark vertical"/>
          <p:cNvSpPr>
            <a:spLocks noChangeArrowheads="1"/>
          </p:cNvSpPr>
          <p:nvPr/>
        </p:nvSpPr>
        <p:spPr bwMode="auto">
          <a:xfrm rot="5400000">
            <a:off x="7474744" y="2440781"/>
            <a:ext cx="46038" cy="365125"/>
          </a:xfrm>
          <a:prstGeom prst="rect">
            <a:avLst/>
          </a:prstGeom>
          <a:pattFill prst="dkVert">
            <a:fgClr>
              <a:srgbClr val="FF0000"/>
            </a:fgClr>
            <a:bgClr>
              <a:srgbClr val="000000"/>
            </a:bgClr>
          </a:pattFill>
          <a:ln w="12700">
            <a:solidFill>
              <a:srgbClr val="000000"/>
            </a:solidFill>
            <a:miter lim="800000"/>
            <a:headEnd/>
            <a:tailEnd/>
          </a:ln>
        </p:spPr>
        <p:txBody>
          <a:bodyPr wrap="none" anchor="ctr"/>
          <a:lstStyle/>
          <a:p>
            <a:endParaRPr lang="en-US"/>
          </a:p>
        </p:txBody>
      </p:sp>
      <p:sp>
        <p:nvSpPr>
          <p:cNvPr id="37898" name="Line 14"/>
          <p:cNvSpPr>
            <a:spLocks noChangeShapeType="1"/>
          </p:cNvSpPr>
          <p:nvPr/>
        </p:nvSpPr>
        <p:spPr bwMode="auto">
          <a:xfrm rot="20436929" flipV="1">
            <a:off x="3478213" y="3101975"/>
            <a:ext cx="174625" cy="3175"/>
          </a:xfrm>
          <a:prstGeom prst="line">
            <a:avLst/>
          </a:prstGeom>
          <a:noFill/>
          <a:ln w="57150">
            <a:solidFill>
              <a:srgbClr val="FF0000"/>
            </a:solidFill>
            <a:round/>
            <a:headEnd/>
            <a:tailEnd type="triangle" w="med" len="med"/>
          </a:ln>
        </p:spPr>
        <p:txBody>
          <a:bodyPr/>
          <a:lstStyle/>
          <a:p>
            <a:endParaRPr lang="en-US"/>
          </a:p>
        </p:txBody>
      </p:sp>
      <p:sp>
        <p:nvSpPr>
          <p:cNvPr id="37899" name="Rectangle 17" descr="red"/>
          <p:cNvSpPr>
            <a:spLocks noChangeArrowheads="1"/>
          </p:cNvSpPr>
          <p:nvPr/>
        </p:nvSpPr>
        <p:spPr bwMode="auto">
          <a:xfrm>
            <a:off x="946150" y="3228975"/>
            <a:ext cx="92075" cy="2724150"/>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900" name="Rectangle 18" descr="red"/>
          <p:cNvSpPr>
            <a:spLocks noChangeArrowheads="1"/>
          </p:cNvSpPr>
          <p:nvPr/>
        </p:nvSpPr>
        <p:spPr bwMode="auto">
          <a:xfrm rot="5400000">
            <a:off x="1457325" y="2628900"/>
            <a:ext cx="92075" cy="1114425"/>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901" name="Line 12"/>
          <p:cNvSpPr>
            <a:spLocks noChangeShapeType="1"/>
          </p:cNvSpPr>
          <p:nvPr/>
        </p:nvSpPr>
        <p:spPr bwMode="auto">
          <a:xfrm>
            <a:off x="2066925" y="3187700"/>
            <a:ext cx="171450" cy="0"/>
          </a:xfrm>
          <a:prstGeom prst="line">
            <a:avLst/>
          </a:prstGeom>
          <a:noFill/>
          <a:ln w="76200">
            <a:solidFill>
              <a:srgbClr val="FF0000"/>
            </a:solidFill>
            <a:round/>
            <a:headEnd/>
            <a:tailEnd type="triangle" w="med" len="med"/>
          </a:ln>
        </p:spPr>
        <p:txBody>
          <a:bodyPr/>
          <a:lstStyle/>
          <a:p>
            <a:endParaRPr lang="en-US"/>
          </a:p>
        </p:txBody>
      </p:sp>
      <p:sp>
        <p:nvSpPr>
          <p:cNvPr id="37902" name="Rectangle 19" descr="red"/>
          <p:cNvSpPr>
            <a:spLocks noChangeArrowheads="1"/>
          </p:cNvSpPr>
          <p:nvPr/>
        </p:nvSpPr>
        <p:spPr bwMode="auto">
          <a:xfrm rot="5400000">
            <a:off x="7427912" y="2436813"/>
            <a:ext cx="92075" cy="361950"/>
          </a:xfrm>
          <a:prstGeom prst="rect">
            <a:avLst/>
          </a:prstGeom>
          <a:blipFill dpi="0" rotWithShape="0">
            <a:blip r:embed="rId4"/>
            <a:srcRect/>
            <a:tile tx="0" ty="0" sx="100000" sy="100000" flip="none" algn="tl"/>
          </a:blipFill>
          <a:ln w="12700" algn="ctr">
            <a:solidFill>
              <a:srgbClr val="000000"/>
            </a:solidFill>
            <a:miter lim="800000"/>
            <a:headEnd/>
            <a:tailEnd/>
          </a:ln>
        </p:spPr>
        <p:txBody>
          <a:bodyPr wrap="none" anchor="ctr"/>
          <a:lstStyle/>
          <a:p>
            <a:endParaRPr lang="en-US"/>
          </a:p>
        </p:txBody>
      </p:sp>
      <p:sp>
        <p:nvSpPr>
          <p:cNvPr id="37903" name="Line 10"/>
          <p:cNvSpPr>
            <a:spLocks noChangeShapeType="1"/>
          </p:cNvSpPr>
          <p:nvPr/>
        </p:nvSpPr>
        <p:spPr bwMode="auto">
          <a:xfrm>
            <a:off x="7658100" y="2622550"/>
            <a:ext cx="171450" cy="0"/>
          </a:xfrm>
          <a:prstGeom prst="line">
            <a:avLst/>
          </a:prstGeom>
          <a:noFill/>
          <a:ln w="57150">
            <a:solidFill>
              <a:srgbClr val="FF0000"/>
            </a:solidFill>
            <a:round/>
            <a:headEnd/>
            <a:tailEnd type="triangle" w="med" len="med"/>
          </a:ln>
        </p:spPr>
        <p:txBody>
          <a:bodyPr/>
          <a:lstStyle/>
          <a:p>
            <a:endParaRPr lang="en-US"/>
          </a:p>
        </p:txBody>
      </p:sp>
      <p:sp>
        <p:nvSpPr>
          <p:cNvPr id="37904" name="Rectangle 20" descr="cyan"/>
          <p:cNvSpPr>
            <a:spLocks noChangeArrowheads="1"/>
          </p:cNvSpPr>
          <p:nvPr/>
        </p:nvSpPr>
        <p:spPr bwMode="auto">
          <a:xfrm>
            <a:off x="1479550" y="3286125"/>
            <a:ext cx="92075" cy="234950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93205" name="Line 21"/>
          <p:cNvSpPr>
            <a:spLocks noChangeShapeType="1"/>
          </p:cNvSpPr>
          <p:nvPr/>
        </p:nvSpPr>
        <p:spPr bwMode="auto">
          <a:xfrm rot="-5400000">
            <a:off x="914400" y="3921125"/>
            <a:ext cx="171450" cy="0"/>
          </a:xfrm>
          <a:prstGeom prst="line">
            <a:avLst/>
          </a:prstGeom>
          <a:noFill/>
          <a:ln w="76200">
            <a:solidFill>
              <a:srgbClr val="FF0000"/>
            </a:solidFill>
            <a:round/>
            <a:headEnd/>
            <a:tailEnd type="triangle" w="med" len="med"/>
          </a:ln>
        </p:spPr>
        <p:txBody>
          <a:bodyPr/>
          <a:lstStyle/>
          <a:p>
            <a:endParaRPr lang="en-US"/>
          </a:p>
        </p:txBody>
      </p:sp>
      <p:sp>
        <p:nvSpPr>
          <p:cNvPr id="93206" name="Line 22"/>
          <p:cNvSpPr>
            <a:spLocks noChangeShapeType="1"/>
          </p:cNvSpPr>
          <p:nvPr/>
        </p:nvSpPr>
        <p:spPr bwMode="auto">
          <a:xfrm rot="-5400000">
            <a:off x="914400" y="4873625"/>
            <a:ext cx="171450" cy="0"/>
          </a:xfrm>
          <a:prstGeom prst="line">
            <a:avLst/>
          </a:prstGeom>
          <a:noFill/>
          <a:ln w="76200">
            <a:solidFill>
              <a:srgbClr val="FF0000"/>
            </a:solidFill>
            <a:round/>
            <a:headEnd/>
            <a:tailEnd type="triangle" w="med" len="med"/>
          </a:ln>
        </p:spPr>
        <p:txBody>
          <a:bodyPr/>
          <a:lstStyle/>
          <a:p>
            <a:endParaRPr lang="en-US"/>
          </a:p>
        </p:txBody>
      </p:sp>
      <p:sp>
        <p:nvSpPr>
          <p:cNvPr id="93207" name="Line 23"/>
          <p:cNvSpPr>
            <a:spLocks noChangeShapeType="1"/>
          </p:cNvSpPr>
          <p:nvPr/>
        </p:nvSpPr>
        <p:spPr bwMode="auto">
          <a:xfrm rot="-5400000">
            <a:off x="914400" y="5826125"/>
            <a:ext cx="171450" cy="0"/>
          </a:xfrm>
          <a:prstGeom prst="line">
            <a:avLst/>
          </a:prstGeom>
          <a:noFill/>
          <a:ln w="76200">
            <a:solidFill>
              <a:srgbClr val="FF0000"/>
            </a:solidFill>
            <a:round/>
            <a:headEnd/>
            <a:tailEnd type="triangle" w="med" len="med"/>
          </a:ln>
        </p:spPr>
        <p:txBody>
          <a:bodyPr/>
          <a:lstStyle/>
          <a:p>
            <a:endParaRPr lang="en-US"/>
          </a:p>
        </p:txBody>
      </p:sp>
      <p:sp>
        <p:nvSpPr>
          <p:cNvPr id="93208" name="Line 24"/>
          <p:cNvSpPr>
            <a:spLocks noChangeShapeType="1"/>
          </p:cNvSpPr>
          <p:nvPr/>
        </p:nvSpPr>
        <p:spPr bwMode="auto">
          <a:xfrm rot="-5400000">
            <a:off x="3086100" y="3959225"/>
            <a:ext cx="171450" cy="0"/>
          </a:xfrm>
          <a:prstGeom prst="line">
            <a:avLst/>
          </a:prstGeom>
          <a:noFill/>
          <a:ln w="76200">
            <a:solidFill>
              <a:srgbClr val="FF0000"/>
            </a:solidFill>
            <a:round/>
            <a:headEnd/>
            <a:tailEnd type="triangle" w="med" len="med"/>
          </a:ln>
        </p:spPr>
        <p:txBody>
          <a:bodyPr/>
          <a:lstStyle/>
          <a:p>
            <a:endParaRPr lang="en-US"/>
          </a:p>
        </p:txBody>
      </p:sp>
      <p:sp>
        <p:nvSpPr>
          <p:cNvPr id="93209" name="Line 25"/>
          <p:cNvSpPr>
            <a:spLocks noChangeShapeType="1"/>
          </p:cNvSpPr>
          <p:nvPr/>
        </p:nvSpPr>
        <p:spPr bwMode="auto">
          <a:xfrm rot="-5400000">
            <a:off x="3086100" y="4911725"/>
            <a:ext cx="171450" cy="0"/>
          </a:xfrm>
          <a:prstGeom prst="line">
            <a:avLst/>
          </a:prstGeom>
          <a:noFill/>
          <a:ln w="76200">
            <a:solidFill>
              <a:srgbClr val="FF0000"/>
            </a:solidFill>
            <a:round/>
            <a:headEnd/>
            <a:tailEnd type="triangle" w="med" len="med"/>
          </a:ln>
        </p:spPr>
        <p:txBody>
          <a:bodyPr/>
          <a:lstStyle/>
          <a:p>
            <a:endParaRPr lang="en-US"/>
          </a:p>
        </p:txBody>
      </p:sp>
      <p:sp>
        <p:nvSpPr>
          <p:cNvPr id="93210" name="Line 26"/>
          <p:cNvSpPr>
            <a:spLocks noChangeShapeType="1"/>
          </p:cNvSpPr>
          <p:nvPr/>
        </p:nvSpPr>
        <p:spPr bwMode="auto">
          <a:xfrm rot="-5400000">
            <a:off x="3086100" y="5864225"/>
            <a:ext cx="171450" cy="0"/>
          </a:xfrm>
          <a:prstGeom prst="line">
            <a:avLst/>
          </a:prstGeom>
          <a:noFill/>
          <a:ln w="76200">
            <a:solidFill>
              <a:srgbClr val="FF0000"/>
            </a:solidFill>
            <a:round/>
            <a:headEnd/>
            <a:tailEnd type="triangle" w="med" len="med"/>
          </a:ln>
        </p:spPr>
        <p:txBody>
          <a:bodyPr/>
          <a:lstStyle/>
          <a:p>
            <a:endParaRPr lang="en-US"/>
          </a:p>
        </p:txBody>
      </p:sp>
      <p:sp>
        <p:nvSpPr>
          <p:cNvPr id="93211" name="Line 27"/>
          <p:cNvSpPr>
            <a:spLocks noChangeShapeType="1"/>
          </p:cNvSpPr>
          <p:nvPr/>
        </p:nvSpPr>
        <p:spPr bwMode="auto">
          <a:xfrm rot="-5400000">
            <a:off x="7258050" y="3416300"/>
            <a:ext cx="171450" cy="0"/>
          </a:xfrm>
          <a:prstGeom prst="line">
            <a:avLst/>
          </a:prstGeom>
          <a:noFill/>
          <a:ln w="76200">
            <a:solidFill>
              <a:srgbClr val="FF0000"/>
            </a:solidFill>
            <a:round/>
            <a:headEnd/>
            <a:tailEnd type="triangle" w="med" len="med"/>
          </a:ln>
        </p:spPr>
        <p:txBody>
          <a:bodyPr/>
          <a:lstStyle/>
          <a:p>
            <a:endParaRPr lang="en-US"/>
          </a:p>
        </p:txBody>
      </p:sp>
      <p:sp>
        <p:nvSpPr>
          <p:cNvPr id="93215" name="Line 31"/>
          <p:cNvSpPr>
            <a:spLocks noChangeShapeType="1"/>
          </p:cNvSpPr>
          <p:nvPr/>
        </p:nvSpPr>
        <p:spPr bwMode="auto">
          <a:xfrm>
            <a:off x="1085850" y="3197225"/>
            <a:ext cx="171450" cy="0"/>
          </a:xfrm>
          <a:prstGeom prst="line">
            <a:avLst/>
          </a:prstGeom>
          <a:noFill/>
          <a:ln w="76200">
            <a:solidFill>
              <a:srgbClr val="FF0000"/>
            </a:solidFill>
            <a:round/>
            <a:headEnd/>
            <a:tailEnd type="triangle" w="med" len="med"/>
          </a:ln>
        </p:spPr>
        <p:txBody>
          <a:bodyPr/>
          <a:lstStyle/>
          <a:p>
            <a:endParaRPr lang="en-US"/>
          </a:p>
        </p:txBody>
      </p:sp>
      <p:sp>
        <p:nvSpPr>
          <p:cNvPr id="93216" name="Line 32"/>
          <p:cNvSpPr>
            <a:spLocks noChangeShapeType="1"/>
          </p:cNvSpPr>
          <p:nvPr/>
        </p:nvSpPr>
        <p:spPr bwMode="auto">
          <a:xfrm flipV="1">
            <a:off x="3181350" y="3175000"/>
            <a:ext cx="161925" cy="47625"/>
          </a:xfrm>
          <a:prstGeom prst="line">
            <a:avLst/>
          </a:prstGeom>
          <a:noFill/>
          <a:ln w="76200">
            <a:solidFill>
              <a:srgbClr val="FF0000"/>
            </a:solidFill>
            <a:round/>
            <a:headEnd/>
            <a:tailEnd type="triangle" w="med" len="med"/>
          </a:ln>
        </p:spPr>
        <p:txBody>
          <a:bodyPr/>
          <a:lstStyle/>
          <a:p>
            <a:endParaRPr lang="en-US"/>
          </a:p>
        </p:txBody>
      </p:sp>
      <p:sp>
        <p:nvSpPr>
          <p:cNvPr id="93217" name="Line 33"/>
          <p:cNvSpPr>
            <a:spLocks noChangeShapeType="1"/>
          </p:cNvSpPr>
          <p:nvPr/>
        </p:nvSpPr>
        <p:spPr bwMode="auto">
          <a:xfrm>
            <a:off x="7353300" y="2606675"/>
            <a:ext cx="171450" cy="0"/>
          </a:xfrm>
          <a:prstGeom prst="line">
            <a:avLst/>
          </a:prstGeom>
          <a:noFill/>
          <a:ln w="76200">
            <a:solidFill>
              <a:srgbClr val="FF0000"/>
            </a:solidFill>
            <a:round/>
            <a:headEnd/>
            <a:tailEnd type="triangle" w="med" len="med"/>
          </a:ln>
        </p:spPr>
        <p:txBody>
          <a:bodyPr/>
          <a:lstStyle/>
          <a:p>
            <a:endParaRPr lang="en-US"/>
          </a:p>
        </p:txBody>
      </p:sp>
      <p:sp>
        <p:nvSpPr>
          <p:cNvPr id="37915" name="Rectangle 35" descr="cyan"/>
          <p:cNvSpPr>
            <a:spLocks noChangeArrowheads="1"/>
          </p:cNvSpPr>
          <p:nvPr/>
        </p:nvSpPr>
        <p:spPr bwMode="auto">
          <a:xfrm>
            <a:off x="2632075" y="3324225"/>
            <a:ext cx="92075" cy="272415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37916" name="Rectangle 36" descr="cyan"/>
          <p:cNvSpPr>
            <a:spLocks noChangeArrowheads="1"/>
          </p:cNvSpPr>
          <p:nvPr/>
        </p:nvSpPr>
        <p:spPr bwMode="auto">
          <a:xfrm>
            <a:off x="4251325" y="2924175"/>
            <a:ext cx="92075" cy="240665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37917" name="Rectangle 37" descr="cyan"/>
          <p:cNvSpPr>
            <a:spLocks noChangeArrowheads="1"/>
          </p:cNvSpPr>
          <p:nvPr/>
        </p:nvSpPr>
        <p:spPr bwMode="auto">
          <a:xfrm>
            <a:off x="5260975" y="2743200"/>
            <a:ext cx="92075" cy="208280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37918" name="Rectangle 38" descr="cyan"/>
          <p:cNvSpPr>
            <a:spLocks noChangeArrowheads="1"/>
          </p:cNvSpPr>
          <p:nvPr/>
        </p:nvSpPr>
        <p:spPr bwMode="auto">
          <a:xfrm>
            <a:off x="6908800" y="2695575"/>
            <a:ext cx="92075" cy="958850"/>
          </a:xfrm>
          <a:prstGeom prst="rect">
            <a:avLst/>
          </a:prstGeom>
          <a:blipFill dpi="0" rotWithShape="0">
            <a:blip r:embed="rId5"/>
            <a:srcRect/>
            <a:tile tx="0" ty="0" sx="100000" sy="100000" flip="none" algn="tl"/>
          </a:blipFill>
          <a:ln w="12700" algn="ctr">
            <a:solidFill>
              <a:schemeClr val="tx1"/>
            </a:solidFill>
            <a:miter lim="800000"/>
            <a:headEnd/>
            <a:tailEnd/>
          </a:ln>
        </p:spPr>
        <p:txBody>
          <a:bodyPr wrap="none" anchor="ctr"/>
          <a:lstStyle/>
          <a:p>
            <a:endParaRPr lang="en-US"/>
          </a:p>
        </p:txBody>
      </p:sp>
      <p:sp>
        <p:nvSpPr>
          <p:cNvPr id="93223" name="Line 39"/>
          <p:cNvSpPr>
            <a:spLocks noChangeShapeType="1"/>
          </p:cNvSpPr>
          <p:nvPr/>
        </p:nvSpPr>
        <p:spPr bwMode="auto">
          <a:xfrm rot="5400000" flipV="1">
            <a:off x="1438275" y="4740275"/>
            <a:ext cx="171450" cy="0"/>
          </a:xfrm>
          <a:prstGeom prst="line">
            <a:avLst/>
          </a:prstGeom>
          <a:noFill/>
          <a:ln w="76200">
            <a:solidFill>
              <a:schemeClr val="tx1"/>
            </a:solidFill>
            <a:round/>
            <a:headEnd/>
            <a:tailEnd type="triangle" w="med" len="med"/>
          </a:ln>
        </p:spPr>
        <p:txBody>
          <a:bodyPr/>
          <a:lstStyle/>
          <a:p>
            <a:endParaRPr lang="en-US"/>
          </a:p>
        </p:txBody>
      </p:sp>
      <p:sp>
        <p:nvSpPr>
          <p:cNvPr id="93224" name="Line 40"/>
          <p:cNvSpPr>
            <a:spLocks noChangeShapeType="1"/>
          </p:cNvSpPr>
          <p:nvPr/>
        </p:nvSpPr>
        <p:spPr bwMode="auto">
          <a:xfrm rot="5400000" flipV="1">
            <a:off x="1438275" y="3568700"/>
            <a:ext cx="171450" cy="0"/>
          </a:xfrm>
          <a:prstGeom prst="line">
            <a:avLst/>
          </a:prstGeom>
          <a:noFill/>
          <a:ln w="76200">
            <a:solidFill>
              <a:schemeClr val="tx1"/>
            </a:solidFill>
            <a:round/>
            <a:headEnd/>
            <a:tailEnd type="triangle" w="med" len="med"/>
          </a:ln>
        </p:spPr>
        <p:txBody>
          <a:bodyPr/>
          <a:lstStyle/>
          <a:p>
            <a:endParaRPr lang="en-US"/>
          </a:p>
        </p:txBody>
      </p:sp>
      <p:sp>
        <p:nvSpPr>
          <p:cNvPr id="93225" name="Line 41"/>
          <p:cNvSpPr>
            <a:spLocks noChangeShapeType="1"/>
          </p:cNvSpPr>
          <p:nvPr/>
        </p:nvSpPr>
        <p:spPr bwMode="auto">
          <a:xfrm rot="5400000" flipV="1">
            <a:off x="2590800" y="5178425"/>
            <a:ext cx="171450" cy="0"/>
          </a:xfrm>
          <a:prstGeom prst="line">
            <a:avLst/>
          </a:prstGeom>
          <a:noFill/>
          <a:ln w="76200">
            <a:solidFill>
              <a:schemeClr val="tx1"/>
            </a:solidFill>
            <a:round/>
            <a:headEnd/>
            <a:tailEnd type="triangle" w="med" len="med"/>
          </a:ln>
        </p:spPr>
        <p:txBody>
          <a:bodyPr/>
          <a:lstStyle/>
          <a:p>
            <a:endParaRPr lang="en-US"/>
          </a:p>
        </p:txBody>
      </p:sp>
      <p:sp>
        <p:nvSpPr>
          <p:cNvPr id="93226" name="Line 42"/>
          <p:cNvSpPr>
            <a:spLocks noChangeShapeType="1"/>
          </p:cNvSpPr>
          <p:nvPr/>
        </p:nvSpPr>
        <p:spPr bwMode="auto">
          <a:xfrm rot="5400000" flipV="1">
            <a:off x="2590800" y="4311650"/>
            <a:ext cx="171450" cy="0"/>
          </a:xfrm>
          <a:prstGeom prst="line">
            <a:avLst/>
          </a:prstGeom>
          <a:noFill/>
          <a:ln w="76200">
            <a:solidFill>
              <a:schemeClr val="tx1"/>
            </a:solidFill>
            <a:round/>
            <a:headEnd/>
            <a:tailEnd type="triangle" w="med" len="med"/>
          </a:ln>
        </p:spPr>
        <p:txBody>
          <a:bodyPr/>
          <a:lstStyle/>
          <a:p>
            <a:endParaRPr lang="en-US"/>
          </a:p>
        </p:txBody>
      </p:sp>
      <p:sp>
        <p:nvSpPr>
          <p:cNvPr id="93227" name="Line 43"/>
          <p:cNvSpPr>
            <a:spLocks noChangeShapeType="1"/>
          </p:cNvSpPr>
          <p:nvPr/>
        </p:nvSpPr>
        <p:spPr bwMode="auto">
          <a:xfrm rot="5400000" flipV="1">
            <a:off x="2590800" y="3463925"/>
            <a:ext cx="171450" cy="0"/>
          </a:xfrm>
          <a:prstGeom prst="line">
            <a:avLst/>
          </a:prstGeom>
          <a:noFill/>
          <a:ln w="76200">
            <a:solidFill>
              <a:schemeClr val="tx1"/>
            </a:solidFill>
            <a:round/>
            <a:headEnd/>
            <a:tailEnd type="triangle" w="med" len="med"/>
          </a:ln>
        </p:spPr>
        <p:txBody>
          <a:bodyPr/>
          <a:lstStyle/>
          <a:p>
            <a:endParaRPr lang="en-US"/>
          </a:p>
        </p:txBody>
      </p:sp>
      <p:sp>
        <p:nvSpPr>
          <p:cNvPr id="93228" name="Line 44"/>
          <p:cNvSpPr>
            <a:spLocks noChangeShapeType="1"/>
          </p:cNvSpPr>
          <p:nvPr/>
        </p:nvSpPr>
        <p:spPr bwMode="auto">
          <a:xfrm rot="5400000" flipV="1">
            <a:off x="4210050" y="4283075"/>
            <a:ext cx="171450" cy="0"/>
          </a:xfrm>
          <a:prstGeom prst="line">
            <a:avLst/>
          </a:prstGeom>
          <a:noFill/>
          <a:ln w="76200">
            <a:solidFill>
              <a:schemeClr val="tx1"/>
            </a:solidFill>
            <a:round/>
            <a:headEnd/>
            <a:tailEnd type="triangle" w="med" len="med"/>
          </a:ln>
        </p:spPr>
        <p:txBody>
          <a:bodyPr/>
          <a:lstStyle/>
          <a:p>
            <a:endParaRPr lang="en-US"/>
          </a:p>
        </p:txBody>
      </p:sp>
      <p:sp>
        <p:nvSpPr>
          <p:cNvPr id="93229" name="Line 45"/>
          <p:cNvSpPr>
            <a:spLocks noChangeShapeType="1"/>
          </p:cNvSpPr>
          <p:nvPr/>
        </p:nvSpPr>
        <p:spPr bwMode="auto">
          <a:xfrm rot="5400000" flipV="1">
            <a:off x="4210050" y="3111500"/>
            <a:ext cx="171450" cy="0"/>
          </a:xfrm>
          <a:prstGeom prst="line">
            <a:avLst/>
          </a:prstGeom>
          <a:noFill/>
          <a:ln w="76200">
            <a:solidFill>
              <a:schemeClr val="tx1"/>
            </a:solidFill>
            <a:round/>
            <a:headEnd/>
            <a:tailEnd type="triangle" w="med" len="med"/>
          </a:ln>
        </p:spPr>
        <p:txBody>
          <a:bodyPr/>
          <a:lstStyle/>
          <a:p>
            <a:endParaRPr lang="en-US"/>
          </a:p>
        </p:txBody>
      </p:sp>
      <p:sp>
        <p:nvSpPr>
          <p:cNvPr id="93230" name="Line 46"/>
          <p:cNvSpPr>
            <a:spLocks noChangeShapeType="1"/>
          </p:cNvSpPr>
          <p:nvPr/>
        </p:nvSpPr>
        <p:spPr bwMode="auto">
          <a:xfrm rot="5400000" flipV="1">
            <a:off x="5219700" y="4078288"/>
            <a:ext cx="171450" cy="0"/>
          </a:xfrm>
          <a:prstGeom prst="line">
            <a:avLst/>
          </a:prstGeom>
          <a:noFill/>
          <a:ln w="76200">
            <a:solidFill>
              <a:schemeClr val="tx1"/>
            </a:solidFill>
            <a:round/>
            <a:headEnd/>
            <a:tailEnd type="triangle" w="med" len="med"/>
          </a:ln>
        </p:spPr>
        <p:txBody>
          <a:bodyPr/>
          <a:lstStyle/>
          <a:p>
            <a:endParaRPr lang="en-US"/>
          </a:p>
        </p:txBody>
      </p:sp>
      <p:sp>
        <p:nvSpPr>
          <p:cNvPr id="93231" name="Line 47"/>
          <p:cNvSpPr>
            <a:spLocks noChangeShapeType="1"/>
          </p:cNvSpPr>
          <p:nvPr/>
        </p:nvSpPr>
        <p:spPr bwMode="auto">
          <a:xfrm rot="5400000" flipV="1">
            <a:off x="5219700" y="2906713"/>
            <a:ext cx="171450" cy="0"/>
          </a:xfrm>
          <a:prstGeom prst="line">
            <a:avLst/>
          </a:prstGeom>
          <a:noFill/>
          <a:ln w="76200">
            <a:solidFill>
              <a:schemeClr val="tx1"/>
            </a:solidFill>
            <a:round/>
            <a:headEnd/>
            <a:tailEnd type="triangle" w="med" len="med"/>
          </a:ln>
        </p:spPr>
        <p:txBody>
          <a:bodyPr/>
          <a:lstStyle/>
          <a:p>
            <a:endParaRPr lang="en-US"/>
          </a:p>
        </p:txBody>
      </p:sp>
      <p:sp>
        <p:nvSpPr>
          <p:cNvPr id="93233" name="Line 49"/>
          <p:cNvSpPr>
            <a:spLocks noChangeShapeType="1"/>
          </p:cNvSpPr>
          <p:nvPr/>
        </p:nvSpPr>
        <p:spPr bwMode="auto">
          <a:xfrm rot="5400000" flipV="1">
            <a:off x="6867525" y="2840038"/>
            <a:ext cx="171450" cy="0"/>
          </a:xfrm>
          <a:prstGeom prst="line">
            <a:avLst/>
          </a:prstGeom>
          <a:noFill/>
          <a:ln w="76200">
            <a:solidFill>
              <a:schemeClr val="tx1"/>
            </a:solidFill>
            <a:round/>
            <a:headEnd/>
            <a:tailEnd type="triangle" w="med" len="med"/>
          </a:ln>
        </p:spPr>
        <p:txBody>
          <a:bodyPr/>
          <a:lstStyle/>
          <a:p>
            <a:endParaRPr lang="en-US"/>
          </a:p>
        </p:txBody>
      </p:sp>
      <p:sp>
        <p:nvSpPr>
          <p:cNvPr id="93234" name="Oval 50"/>
          <p:cNvSpPr>
            <a:spLocks noChangeArrowheads="1"/>
          </p:cNvSpPr>
          <p:nvPr/>
        </p:nvSpPr>
        <p:spPr bwMode="auto">
          <a:xfrm>
            <a:off x="1239838" y="2552700"/>
            <a:ext cx="612775"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3a</a:t>
            </a:r>
          </a:p>
        </p:txBody>
      </p:sp>
      <p:sp>
        <p:nvSpPr>
          <p:cNvPr id="93235" name="Oval 51"/>
          <p:cNvSpPr>
            <a:spLocks noChangeArrowheads="1"/>
          </p:cNvSpPr>
          <p:nvPr/>
        </p:nvSpPr>
        <p:spPr bwMode="auto">
          <a:xfrm>
            <a:off x="2473325" y="2705100"/>
            <a:ext cx="412750"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2</a:t>
            </a:r>
          </a:p>
        </p:txBody>
      </p:sp>
      <p:sp>
        <p:nvSpPr>
          <p:cNvPr id="93236" name="Oval 52"/>
          <p:cNvSpPr>
            <a:spLocks noChangeArrowheads="1"/>
          </p:cNvSpPr>
          <p:nvPr/>
        </p:nvSpPr>
        <p:spPr bwMode="auto">
          <a:xfrm>
            <a:off x="3973513" y="2295525"/>
            <a:ext cx="631825"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3b</a:t>
            </a:r>
          </a:p>
        </p:txBody>
      </p:sp>
      <p:sp>
        <p:nvSpPr>
          <p:cNvPr id="93237" name="Oval 53"/>
          <p:cNvSpPr>
            <a:spLocks noChangeArrowheads="1"/>
          </p:cNvSpPr>
          <p:nvPr/>
        </p:nvSpPr>
        <p:spPr bwMode="auto">
          <a:xfrm>
            <a:off x="5207000" y="2209800"/>
            <a:ext cx="412750"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1</a:t>
            </a:r>
          </a:p>
        </p:txBody>
      </p:sp>
      <p:sp>
        <p:nvSpPr>
          <p:cNvPr id="93238" name="Oval 54"/>
          <p:cNvSpPr>
            <a:spLocks noChangeArrowheads="1"/>
          </p:cNvSpPr>
          <p:nvPr/>
        </p:nvSpPr>
        <p:spPr bwMode="auto">
          <a:xfrm>
            <a:off x="6778625" y="2085975"/>
            <a:ext cx="412750" cy="552450"/>
          </a:xfrm>
          <a:prstGeom prst="ellipse">
            <a:avLst/>
          </a:prstGeom>
          <a:noFill/>
          <a:ln w="28575">
            <a:solidFill>
              <a:schemeClr val="tx1"/>
            </a:solidFill>
            <a:round/>
            <a:headEnd/>
            <a:tailEnd/>
          </a:ln>
          <a:effectLst>
            <a:outerShdw dist="35921" dir="2700000" algn="ctr" rotWithShape="0">
              <a:schemeClr val="bg2"/>
            </a:outerShdw>
          </a:effectLst>
        </p:spPr>
        <p:txBody>
          <a:bodyPr wrap="none">
            <a:spAutoFit/>
          </a:bodyPr>
          <a:lstStyle/>
          <a:p>
            <a:pPr algn="ctr">
              <a:defRPr/>
            </a:pPr>
            <a:r>
              <a:rPr lang="en-US" sz="2000" b="1"/>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p:cTn id="7" dur="500" fill="hold"/>
                                        <p:tgtEl>
                                          <p:spTgt spid="93187">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93187">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93187">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93187">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93187">
                                            <p:txEl>
                                              <p:pRg st="0" end="0"/>
                                            </p:txEl>
                                          </p:spTgt>
                                        </p:tgtEl>
                                      </p:cBhvr>
                                    </p:animEffect>
                                  </p:childTnLst>
                                </p:cTn>
                              </p:par>
                              <p:par>
                                <p:cTn id="12" presetID="51" presetClass="entr" presetSubtype="0" fill="hold" grpId="0" nodeType="withEffect">
                                  <p:stCondLst>
                                    <p:cond delay="0"/>
                                  </p:stCondLst>
                                  <p:childTnLst>
                                    <p:set>
                                      <p:cBhvr>
                                        <p:cTn id="13" dur="1" fill="hold">
                                          <p:stCondLst>
                                            <p:cond delay="0"/>
                                          </p:stCondLst>
                                        </p:cTn>
                                        <p:tgtEl>
                                          <p:spTgt spid="93237"/>
                                        </p:tgtEl>
                                        <p:attrNameLst>
                                          <p:attrName>style.visibility</p:attrName>
                                        </p:attrNameLst>
                                      </p:cBhvr>
                                      <p:to>
                                        <p:strVal val="visible"/>
                                      </p:to>
                                    </p:set>
                                    <p:animEffect transition="in" filter="fade">
                                      <p:cBhvr>
                                        <p:cTn id="14" dur="192" decel="100000"/>
                                        <p:tgtEl>
                                          <p:spTgt spid="93237"/>
                                        </p:tgtEl>
                                      </p:cBhvr>
                                    </p:animEffect>
                                    <p:animScale>
                                      <p:cBhvr>
                                        <p:cTn id="15" dur="192" decel="100000"/>
                                        <p:tgtEl>
                                          <p:spTgt spid="93237"/>
                                        </p:tgtEl>
                                      </p:cBhvr>
                                      <p:from x="10000" y="10000"/>
                                      <p:to x="200000" y="450000"/>
                                    </p:animScale>
                                    <p:animScale>
                                      <p:cBhvr>
                                        <p:cTn id="16" dur="308" accel="100000" fill="hold">
                                          <p:stCondLst>
                                            <p:cond delay="192"/>
                                          </p:stCondLst>
                                        </p:cTn>
                                        <p:tgtEl>
                                          <p:spTgt spid="93237"/>
                                        </p:tgtEl>
                                      </p:cBhvr>
                                      <p:from x="200000" y="450000"/>
                                      <p:to x="100000" y="100000"/>
                                    </p:animScale>
                                    <p:set>
                                      <p:cBhvr>
                                        <p:cTn id="17" dur="192" fill="hold"/>
                                        <p:tgtEl>
                                          <p:spTgt spid="93237"/>
                                        </p:tgtEl>
                                        <p:attrNameLst>
                                          <p:attrName>ppt_x</p:attrName>
                                        </p:attrNameLst>
                                      </p:cBhvr>
                                      <p:to>
                                        <p:strVal val="(0.5)"/>
                                      </p:to>
                                    </p:set>
                                    <p:anim from="(0.5)" to="(#ppt_x)" calcmode="lin" valueType="num">
                                      <p:cBhvr>
                                        <p:cTn id="18" dur="308" accel="100000" fill="hold">
                                          <p:stCondLst>
                                            <p:cond delay="192"/>
                                          </p:stCondLst>
                                        </p:cTn>
                                        <p:tgtEl>
                                          <p:spTgt spid="93237"/>
                                        </p:tgtEl>
                                        <p:attrNameLst>
                                          <p:attrName>ppt_x</p:attrName>
                                        </p:attrNameLst>
                                      </p:cBhvr>
                                    </p:anim>
                                    <p:set>
                                      <p:cBhvr>
                                        <p:cTn id="19" dur="192" fill="hold"/>
                                        <p:tgtEl>
                                          <p:spTgt spid="93237"/>
                                        </p:tgtEl>
                                        <p:attrNameLst>
                                          <p:attrName>ppt_y</p:attrName>
                                        </p:attrNameLst>
                                      </p:cBhvr>
                                      <p:to>
                                        <p:strVal val="(#ppt_y+0.4)"/>
                                      </p:to>
                                    </p:set>
                                    <p:anim from="(#ppt_y+0.4)" to="(#ppt_y)" calcmode="lin" valueType="num">
                                      <p:cBhvr>
                                        <p:cTn id="20" dur="308" accel="100000" fill="hold">
                                          <p:stCondLst>
                                            <p:cond delay="192"/>
                                          </p:stCondLst>
                                        </p:cTn>
                                        <p:tgtEl>
                                          <p:spTgt spid="93237"/>
                                        </p:tgtEl>
                                        <p:attrNameLst>
                                          <p:attrName>ppt_y</p:attrName>
                                        </p:attrNameLst>
                                      </p:cBhvr>
                                    </p:anim>
                                  </p:childTnLst>
                                </p:cTn>
                              </p:par>
                              <p:par>
                                <p:cTn id="21" presetID="42" presetClass="path" presetSubtype="0" repeatCount="indefinite" accel="50000" decel="50000" grpId="0" nodeType="withEffect">
                                  <p:stCondLst>
                                    <p:cond delay="0"/>
                                  </p:stCondLst>
                                  <p:endCondLst>
                                    <p:cond evt="onNext" delay="0">
                                      <p:tgtEl>
                                        <p:sldTgt/>
                                      </p:tgtEl>
                                    </p:cond>
                                  </p:endCondLst>
                                  <p:childTnLst>
                                    <p:animMotion origin="layout" path="M 1.66667E-6 -0.0125 L 1.66667E-6 0.1125 " pathEditMode="relative" rAng="0" ptsTypes="AA">
                                      <p:cBhvr>
                                        <p:cTn id="22" dur="1000" fill="hold"/>
                                        <p:tgtEl>
                                          <p:spTgt spid="93230"/>
                                        </p:tgtEl>
                                        <p:attrNameLst>
                                          <p:attrName>ppt_x</p:attrName>
                                          <p:attrName>ppt_y</p:attrName>
                                        </p:attrNameLst>
                                      </p:cBhvr>
                                      <p:rCtr x="0" y="63"/>
                                    </p:animMotion>
                                  </p:childTnLst>
                                </p:cTn>
                              </p:par>
                              <p:par>
                                <p:cTn id="23" presetID="42" presetClass="path" presetSubtype="0" repeatCount="indefinite" accel="50000" decel="50000" grpId="0" nodeType="withEffect">
                                  <p:stCondLst>
                                    <p:cond delay="0"/>
                                  </p:stCondLst>
                                  <p:endCondLst>
                                    <p:cond evt="onNext" delay="0">
                                      <p:tgtEl>
                                        <p:sldTgt/>
                                      </p:tgtEl>
                                    </p:cond>
                                  </p:endCondLst>
                                  <p:childTnLst>
                                    <p:animMotion origin="layout" path="M 1.66667E-6 -0.0125 L 1.66667E-6 0.1125 " pathEditMode="relative" rAng="0" ptsTypes="AA">
                                      <p:cBhvr>
                                        <p:cTn id="24" dur="1000" fill="hold"/>
                                        <p:tgtEl>
                                          <p:spTgt spid="93231"/>
                                        </p:tgtEl>
                                        <p:attrNameLst>
                                          <p:attrName>ppt_x</p:attrName>
                                          <p:attrName>ppt_y</p:attrName>
                                        </p:attrNameLst>
                                      </p:cBhvr>
                                      <p:rCtr x="0" y="63"/>
                                    </p:animMotion>
                                  </p:childTnLst>
                                </p:cTn>
                              </p:par>
                            </p:childTnLst>
                          </p:cTn>
                        </p:par>
                      </p:childTnLst>
                    </p:cTn>
                  </p:par>
                  <p:par>
                    <p:cTn id="25" fill="hold">
                      <p:stCondLst>
                        <p:cond delay="indefinite"/>
                      </p:stCondLst>
                      <p:childTnLst>
                        <p:par>
                          <p:cTn id="26" fill="hold">
                            <p:stCondLst>
                              <p:cond delay="0"/>
                            </p:stCondLst>
                            <p:childTnLst>
                              <p:par>
                                <p:cTn id="27" presetID="54" presetClass="entr" presetSubtype="0" accel="100000" fill="hold" grpId="0" nodeType="clickEffect">
                                  <p:stCondLst>
                                    <p:cond delay="0"/>
                                  </p:stCondLst>
                                  <p:childTnLst>
                                    <p:set>
                                      <p:cBhvr>
                                        <p:cTn id="28" dur="1" fill="hold">
                                          <p:stCondLst>
                                            <p:cond delay="0"/>
                                          </p:stCondLst>
                                        </p:cTn>
                                        <p:tgtEl>
                                          <p:spTgt spid="93187">
                                            <p:txEl>
                                              <p:pRg st="1" end="1"/>
                                            </p:txEl>
                                          </p:spTgt>
                                        </p:tgtEl>
                                        <p:attrNameLst>
                                          <p:attrName>style.visibility</p:attrName>
                                        </p:attrNameLst>
                                      </p:cBhvr>
                                      <p:to>
                                        <p:strVal val="visible"/>
                                      </p:to>
                                    </p:set>
                                    <p:anim calcmode="lin" valueType="num">
                                      <p:cBhvr>
                                        <p:cTn id="29" dur="500" fill="hold"/>
                                        <p:tgtEl>
                                          <p:spTgt spid="93187">
                                            <p:txEl>
                                              <p:pRg st="1" end="1"/>
                                            </p:txEl>
                                          </p:spTgt>
                                        </p:tgtEl>
                                        <p:attrNameLst>
                                          <p:attrName>ppt_w</p:attrName>
                                        </p:attrNameLst>
                                      </p:cBhvr>
                                      <p:tavLst>
                                        <p:tav tm="0">
                                          <p:val>
                                            <p:strVal val="#ppt_w*0.05"/>
                                          </p:val>
                                        </p:tav>
                                        <p:tav tm="100000">
                                          <p:val>
                                            <p:strVal val="#ppt_w"/>
                                          </p:val>
                                        </p:tav>
                                      </p:tavLst>
                                    </p:anim>
                                    <p:anim calcmode="lin" valueType="num">
                                      <p:cBhvr>
                                        <p:cTn id="30" dur="500" fill="hold"/>
                                        <p:tgtEl>
                                          <p:spTgt spid="93187">
                                            <p:txEl>
                                              <p:pRg st="1" end="1"/>
                                            </p:txEl>
                                          </p:spTgt>
                                        </p:tgtEl>
                                        <p:attrNameLst>
                                          <p:attrName>ppt_h</p:attrName>
                                        </p:attrNameLst>
                                      </p:cBhvr>
                                      <p:tavLst>
                                        <p:tav tm="0">
                                          <p:val>
                                            <p:strVal val="#ppt_h"/>
                                          </p:val>
                                        </p:tav>
                                        <p:tav tm="100000">
                                          <p:val>
                                            <p:strVal val="#ppt_h"/>
                                          </p:val>
                                        </p:tav>
                                      </p:tavLst>
                                    </p:anim>
                                    <p:anim calcmode="lin" valueType="num">
                                      <p:cBhvr>
                                        <p:cTn id="31" dur="500" fill="hold"/>
                                        <p:tgtEl>
                                          <p:spTgt spid="93187">
                                            <p:txEl>
                                              <p:pRg st="1" end="1"/>
                                            </p:txEl>
                                          </p:spTgt>
                                        </p:tgtEl>
                                        <p:attrNameLst>
                                          <p:attrName>ppt_x</p:attrName>
                                        </p:attrNameLst>
                                      </p:cBhvr>
                                      <p:tavLst>
                                        <p:tav tm="0">
                                          <p:val>
                                            <p:strVal val="#ppt_x-.2"/>
                                          </p:val>
                                        </p:tav>
                                        <p:tav tm="100000">
                                          <p:val>
                                            <p:strVal val="#ppt_x"/>
                                          </p:val>
                                        </p:tav>
                                      </p:tavLst>
                                    </p:anim>
                                    <p:anim calcmode="lin" valueType="num">
                                      <p:cBhvr>
                                        <p:cTn id="32" dur="500" fill="hold"/>
                                        <p:tgtEl>
                                          <p:spTgt spid="93187">
                                            <p:txEl>
                                              <p:pRg st="1" end="1"/>
                                            </p:txEl>
                                          </p:spTgt>
                                        </p:tgtEl>
                                        <p:attrNameLst>
                                          <p:attrName>ppt_y</p:attrName>
                                        </p:attrNameLst>
                                      </p:cBhvr>
                                      <p:tavLst>
                                        <p:tav tm="0">
                                          <p:val>
                                            <p:strVal val="#ppt_y"/>
                                          </p:val>
                                        </p:tav>
                                        <p:tav tm="100000">
                                          <p:val>
                                            <p:strVal val="#ppt_y"/>
                                          </p:val>
                                        </p:tav>
                                      </p:tavLst>
                                    </p:anim>
                                    <p:animEffect transition="in" filter="fade">
                                      <p:cBhvr>
                                        <p:cTn id="33" dur="500"/>
                                        <p:tgtEl>
                                          <p:spTgt spid="93187">
                                            <p:txEl>
                                              <p:pRg st="1" end="1"/>
                                            </p:txEl>
                                          </p:spTgt>
                                        </p:tgtEl>
                                      </p:cBhvr>
                                    </p:animEffect>
                                  </p:childTnLst>
                                </p:cTn>
                              </p:par>
                              <p:par>
                                <p:cTn id="34" presetID="51" presetClass="entr" presetSubtype="0" fill="hold" grpId="0" nodeType="withEffect">
                                  <p:stCondLst>
                                    <p:cond delay="0"/>
                                  </p:stCondLst>
                                  <p:childTnLst>
                                    <p:set>
                                      <p:cBhvr>
                                        <p:cTn id="35" dur="1" fill="hold">
                                          <p:stCondLst>
                                            <p:cond delay="0"/>
                                          </p:stCondLst>
                                        </p:cTn>
                                        <p:tgtEl>
                                          <p:spTgt spid="93235"/>
                                        </p:tgtEl>
                                        <p:attrNameLst>
                                          <p:attrName>style.visibility</p:attrName>
                                        </p:attrNameLst>
                                      </p:cBhvr>
                                      <p:to>
                                        <p:strVal val="visible"/>
                                      </p:to>
                                    </p:set>
                                    <p:animEffect transition="in" filter="fade">
                                      <p:cBhvr>
                                        <p:cTn id="36" dur="192" decel="100000"/>
                                        <p:tgtEl>
                                          <p:spTgt spid="93235"/>
                                        </p:tgtEl>
                                      </p:cBhvr>
                                    </p:animEffect>
                                    <p:animScale>
                                      <p:cBhvr>
                                        <p:cTn id="37" dur="192" decel="100000"/>
                                        <p:tgtEl>
                                          <p:spTgt spid="93235"/>
                                        </p:tgtEl>
                                      </p:cBhvr>
                                      <p:from x="10000" y="10000"/>
                                      <p:to x="200000" y="450000"/>
                                    </p:animScale>
                                    <p:animScale>
                                      <p:cBhvr>
                                        <p:cTn id="38" dur="308" accel="100000" fill="hold">
                                          <p:stCondLst>
                                            <p:cond delay="192"/>
                                          </p:stCondLst>
                                        </p:cTn>
                                        <p:tgtEl>
                                          <p:spTgt spid="93235"/>
                                        </p:tgtEl>
                                      </p:cBhvr>
                                      <p:from x="200000" y="450000"/>
                                      <p:to x="100000" y="100000"/>
                                    </p:animScale>
                                    <p:set>
                                      <p:cBhvr>
                                        <p:cTn id="39" dur="192" fill="hold"/>
                                        <p:tgtEl>
                                          <p:spTgt spid="93235"/>
                                        </p:tgtEl>
                                        <p:attrNameLst>
                                          <p:attrName>ppt_x</p:attrName>
                                        </p:attrNameLst>
                                      </p:cBhvr>
                                      <p:to>
                                        <p:strVal val="(0.5)"/>
                                      </p:to>
                                    </p:set>
                                    <p:anim from="(0.5)" to="(#ppt_x)" calcmode="lin" valueType="num">
                                      <p:cBhvr>
                                        <p:cTn id="40" dur="308" accel="100000" fill="hold">
                                          <p:stCondLst>
                                            <p:cond delay="192"/>
                                          </p:stCondLst>
                                        </p:cTn>
                                        <p:tgtEl>
                                          <p:spTgt spid="93235"/>
                                        </p:tgtEl>
                                        <p:attrNameLst>
                                          <p:attrName>ppt_x</p:attrName>
                                        </p:attrNameLst>
                                      </p:cBhvr>
                                    </p:anim>
                                    <p:set>
                                      <p:cBhvr>
                                        <p:cTn id="41" dur="192" fill="hold"/>
                                        <p:tgtEl>
                                          <p:spTgt spid="93235"/>
                                        </p:tgtEl>
                                        <p:attrNameLst>
                                          <p:attrName>ppt_y</p:attrName>
                                        </p:attrNameLst>
                                      </p:cBhvr>
                                      <p:to>
                                        <p:strVal val="(#ppt_y+0.4)"/>
                                      </p:to>
                                    </p:set>
                                    <p:anim from="(#ppt_y+0.4)" to="(#ppt_y)" calcmode="lin" valueType="num">
                                      <p:cBhvr>
                                        <p:cTn id="42" dur="308" accel="100000" fill="hold">
                                          <p:stCondLst>
                                            <p:cond delay="192"/>
                                          </p:stCondLst>
                                        </p:cTn>
                                        <p:tgtEl>
                                          <p:spTgt spid="93235"/>
                                        </p:tgtEl>
                                        <p:attrNameLst>
                                          <p:attrName>ppt_y</p:attrName>
                                        </p:attrNameLst>
                                      </p:cBhvr>
                                    </p:anim>
                                  </p:childTnLst>
                                </p:cTn>
                              </p:par>
                              <p:par>
                                <p:cTn id="43" presetID="1" presetClass="entr" presetSubtype="0" fill="hold" grpId="0" nodeType="withEffect">
                                  <p:stCondLst>
                                    <p:cond delay="0"/>
                                  </p:stCondLst>
                                  <p:childTnLst>
                                    <p:set>
                                      <p:cBhvr>
                                        <p:cTn id="44" dur="1" fill="hold">
                                          <p:stCondLst>
                                            <p:cond delay="0"/>
                                          </p:stCondLst>
                                        </p:cTn>
                                        <p:tgtEl>
                                          <p:spTgt spid="9320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20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32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32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32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32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227"/>
                                        </p:tgtEl>
                                        <p:attrNameLst>
                                          <p:attrName>style.visibility</p:attrName>
                                        </p:attrNameLst>
                                      </p:cBhvr>
                                      <p:to>
                                        <p:strVal val="visible"/>
                                      </p:to>
                                    </p:set>
                                  </p:childTnLst>
                                </p:cTn>
                              </p:par>
                              <p:par>
                                <p:cTn id="57"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58" dur="1000" fill="hold"/>
                                        <p:tgtEl>
                                          <p:spTgt spid="93225"/>
                                        </p:tgtEl>
                                        <p:attrNameLst>
                                          <p:attrName>ppt_x</p:attrName>
                                          <p:attrName>ppt_y</p:attrName>
                                        </p:attrNameLst>
                                      </p:cBhvr>
                                      <p:rCtr x="0" y="63"/>
                                    </p:animMotion>
                                  </p:childTnLst>
                                </p:cTn>
                              </p:par>
                              <p:par>
                                <p:cTn id="59"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60" dur="1000" fill="hold"/>
                                        <p:tgtEl>
                                          <p:spTgt spid="93226"/>
                                        </p:tgtEl>
                                        <p:attrNameLst>
                                          <p:attrName>ppt_x</p:attrName>
                                          <p:attrName>ppt_y</p:attrName>
                                        </p:attrNameLst>
                                      </p:cBhvr>
                                      <p:rCtr x="0" y="63"/>
                                    </p:animMotion>
                                  </p:childTnLst>
                                </p:cTn>
                              </p:par>
                              <p:par>
                                <p:cTn id="61"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62" dur="1000" fill="hold"/>
                                        <p:tgtEl>
                                          <p:spTgt spid="93227"/>
                                        </p:tgtEl>
                                        <p:attrNameLst>
                                          <p:attrName>ppt_x</p:attrName>
                                          <p:attrName>ppt_y</p:attrName>
                                        </p:attrNameLst>
                                      </p:cBhvr>
                                      <p:rCtr x="0" y="63"/>
                                    </p:animMotion>
                                  </p:childTnLst>
                                </p:cTn>
                              </p:par>
                              <p:par>
                                <p:cTn id="63" presetID="64" presetClass="path" presetSubtype="0" repeatCount="indefinite" accel="50000" decel="50000" fill="hold" grpId="1" nodeType="withEffect">
                                  <p:stCondLst>
                                    <p:cond delay="0"/>
                                  </p:stCondLst>
                                  <p:endCondLst>
                                    <p:cond evt="onNext" delay="0">
                                      <p:tgtEl>
                                        <p:sldTgt/>
                                      </p:tgtEl>
                                    </p:cond>
                                  </p:endCondLst>
                                  <p:childTnLst>
                                    <p:animMotion origin="layout" path="M 5E-6 -3.7037E-6 L 5E-6 -0.10139 " pathEditMode="relative" rAng="0" ptsTypes="AA">
                                      <p:cBhvr>
                                        <p:cTn id="64" dur="1000" fill="hold"/>
                                        <p:tgtEl>
                                          <p:spTgt spid="93208"/>
                                        </p:tgtEl>
                                        <p:attrNameLst>
                                          <p:attrName>ppt_x</p:attrName>
                                          <p:attrName>ppt_y</p:attrName>
                                        </p:attrNameLst>
                                      </p:cBhvr>
                                      <p:rCtr x="0" y="-51"/>
                                    </p:animMotion>
                                  </p:childTnLst>
                                </p:cTn>
                              </p:par>
                              <p:par>
                                <p:cTn id="65" presetID="64" presetClass="path" presetSubtype="0" repeatCount="indefinite" accel="50000" decel="50000" fill="hold" grpId="1" nodeType="withEffect">
                                  <p:stCondLst>
                                    <p:cond delay="0"/>
                                  </p:stCondLst>
                                  <p:endCondLst>
                                    <p:cond evt="onNext" delay="0">
                                      <p:tgtEl>
                                        <p:sldTgt/>
                                      </p:tgtEl>
                                    </p:cond>
                                  </p:endCondLst>
                                  <p:childTnLst>
                                    <p:animMotion origin="layout" path="M 5E-6 -2.59259E-6 L 5E-6 -0.12639 " pathEditMode="relative" rAng="0" ptsTypes="AA">
                                      <p:cBhvr>
                                        <p:cTn id="66" dur="1000" fill="hold"/>
                                        <p:tgtEl>
                                          <p:spTgt spid="93209"/>
                                        </p:tgtEl>
                                        <p:attrNameLst>
                                          <p:attrName>ppt_x</p:attrName>
                                          <p:attrName>ppt_y</p:attrName>
                                        </p:attrNameLst>
                                      </p:cBhvr>
                                      <p:rCtr x="0" y="-63"/>
                                    </p:animMotion>
                                  </p:childTnLst>
                                </p:cTn>
                              </p:par>
                              <p:par>
                                <p:cTn id="67" presetID="64" presetClass="path" presetSubtype="0" repeatCount="indefinite" accel="50000" decel="50000" fill="hold" grpId="1" nodeType="withEffect">
                                  <p:stCondLst>
                                    <p:cond delay="0"/>
                                  </p:stCondLst>
                                  <p:endCondLst>
                                    <p:cond evt="onNext" delay="0">
                                      <p:tgtEl>
                                        <p:sldTgt/>
                                      </p:tgtEl>
                                    </p:cond>
                                  </p:endCondLst>
                                  <p:childTnLst>
                                    <p:animMotion origin="layout" path="M 5E-6 7.40741E-7 L 5E-6 -0.15417 " pathEditMode="relative" rAng="0" ptsTypes="AA">
                                      <p:cBhvr>
                                        <p:cTn id="68" dur="1000" fill="hold"/>
                                        <p:tgtEl>
                                          <p:spTgt spid="93210"/>
                                        </p:tgtEl>
                                        <p:attrNameLst>
                                          <p:attrName>ppt_x</p:attrName>
                                          <p:attrName>ppt_y</p:attrName>
                                        </p:attrNameLst>
                                      </p:cBhvr>
                                      <p:rCtr x="0" y="-77"/>
                                    </p:animMotion>
                                  </p:childTnLst>
                                </p:cTn>
                              </p:par>
                              <p:par>
                                <p:cTn id="69" presetID="63" presetClass="path" presetSubtype="0" repeatCount="indefinite" accel="50000" decel="50000" grpId="1" nodeType="withEffect">
                                  <p:stCondLst>
                                    <p:cond delay="0"/>
                                  </p:stCondLst>
                                  <p:endCondLst>
                                    <p:cond evt="onNext" delay="0">
                                      <p:tgtEl>
                                        <p:sldTgt/>
                                      </p:tgtEl>
                                    </p:cond>
                                  </p:endCondLst>
                                  <p:childTnLst>
                                    <p:animMotion origin="layout" path="M -0.01458 0.00278 L 0.02813 -0.01528 " pathEditMode="relative" rAng="0" ptsTypes="AA">
                                      <p:cBhvr>
                                        <p:cTn id="70" dur="1000" fill="hold"/>
                                        <p:tgtEl>
                                          <p:spTgt spid="93216"/>
                                        </p:tgtEl>
                                        <p:attrNameLst>
                                          <p:attrName>ppt_x</p:attrName>
                                          <p:attrName>ppt_y</p:attrName>
                                        </p:attrNameLst>
                                      </p:cBhvr>
                                      <p:rCtr x="21" y="-9"/>
                                    </p:animMotion>
                                  </p:childTnLst>
                                </p:cTn>
                              </p:par>
                              <p:par>
                                <p:cTn id="71" presetID="51" presetClass="entr" presetSubtype="0" fill="hold" grpId="0" nodeType="withEffect">
                                  <p:stCondLst>
                                    <p:cond delay="0"/>
                                  </p:stCondLst>
                                  <p:childTnLst>
                                    <p:set>
                                      <p:cBhvr>
                                        <p:cTn id="72" dur="1" fill="hold">
                                          <p:stCondLst>
                                            <p:cond delay="0"/>
                                          </p:stCondLst>
                                        </p:cTn>
                                        <p:tgtEl>
                                          <p:spTgt spid="93234"/>
                                        </p:tgtEl>
                                        <p:attrNameLst>
                                          <p:attrName>style.visibility</p:attrName>
                                        </p:attrNameLst>
                                      </p:cBhvr>
                                      <p:to>
                                        <p:strVal val="visible"/>
                                      </p:to>
                                    </p:set>
                                    <p:animEffect transition="in" filter="fade">
                                      <p:cBhvr>
                                        <p:cTn id="73" dur="192" decel="100000"/>
                                        <p:tgtEl>
                                          <p:spTgt spid="93234"/>
                                        </p:tgtEl>
                                      </p:cBhvr>
                                    </p:animEffect>
                                    <p:animScale>
                                      <p:cBhvr>
                                        <p:cTn id="74" dur="192" decel="100000"/>
                                        <p:tgtEl>
                                          <p:spTgt spid="93234"/>
                                        </p:tgtEl>
                                      </p:cBhvr>
                                      <p:from x="10000" y="10000"/>
                                      <p:to x="200000" y="450000"/>
                                    </p:animScale>
                                    <p:animScale>
                                      <p:cBhvr>
                                        <p:cTn id="75" dur="308" accel="100000" fill="hold">
                                          <p:stCondLst>
                                            <p:cond delay="192"/>
                                          </p:stCondLst>
                                        </p:cTn>
                                        <p:tgtEl>
                                          <p:spTgt spid="93234"/>
                                        </p:tgtEl>
                                      </p:cBhvr>
                                      <p:from x="200000" y="450000"/>
                                      <p:to x="100000" y="100000"/>
                                    </p:animScale>
                                    <p:set>
                                      <p:cBhvr>
                                        <p:cTn id="76" dur="192" fill="hold"/>
                                        <p:tgtEl>
                                          <p:spTgt spid="93234"/>
                                        </p:tgtEl>
                                        <p:attrNameLst>
                                          <p:attrName>ppt_x</p:attrName>
                                        </p:attrNameLst>
                                      </p:cBhvr>
                                      <p:to>
                                        <p:strVal val="(0.5)"/>
                                      </p:to>
                                    </p:set>
                                    <p:anim from="(0.5)" to="(#ppt_x)" calcmode="lin" valueType="num">
                                      <p:cBhvr>
                                        <p:cTn id="77" dur="308" accel="100000" fill="hold">
                                          <p:stCondLst>
                                            <p:cond delay="192"/>
                                          </p:stCondLst>
                                        </p:cTn>
                                        <p:tgtEl>
                                          <p:spTgt spid="93234"/>
                                        </p:tgtEl>
                                        <p:attrNameLst>
                                          <p:attrName>ppt_x</p:attrName>
                                        </p:attrNameLst>
                                      </p:cBhvr>
                                    </p:anim>
                                    <p:set>
                                      <p:cBhvr>
                                        <p:cTn id="78" dur="192" fill="hold"/>
                                        <p:tgtEl>
                                          <p:spTgt spid="93234"/>
                                        </p:tgtEl>
                                        <p:attrNameLst>
                                          <p:attrName>ppt_y</p:attrName>
                                        </p:attrNameLst>
                                      </p:cBhvr>
                                      <p:to>
                                        <p:strVal val="(#ppt_y+0.4)"/>
                                      </p:to>
                                    </p:set>
                                    <p:anim from="(#ppt_y+0.4)" to="(#ppt_y)" calcmode="lin" valueType="num">
                                      <p:cBhvr>
                                        <p:cTn id="79" dur="308" accel="100000" fill="hold">
                                          <p:stCondLst>
                                            <p:cond delay="192"/>
                                          </p:stCondLst>
                                        </p:cTn>
                                        <p:tgtEl>
                                          <p:spTgt spid="93234"/>
                                        </p:tgtEl>
                                        <p:attrNameLst>
                                          <p:attrName>ppt_y</p:attrName>
                                        </p:attrNameLst>
                                      </p:cBhvr>
                                    </p:anim>
                                  </p:childTnLst>
                                </p:cTn>
                              </p:par>
                              <p:par>
                                <p:cTn id="80" presetID="1" presetClass="entr" presetSubtype="0" fill="hold" grpId="0" nodeType="withEffect">
                                  <p:stCondLst>
                                    <p:cond delay="0"/>
                                  </p:stCondLst>
                                  <p:childTnLst>
                                    <p:set>
                                      <p:cBhvr>
                                        <p:cTn id="81" dur="1" fill="hold">
                                          <p:stCondLst>
                                            <p:cond delay="0"/>
                                          </p:stCondLst>
                                        </p:cTn>
                                        <p:tgtEl>
                                          <p:spTgt spid="93205"/>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93206"/>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93207"/>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93215"/>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93223"/>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93224"/>
                                        </p:tgtEl>
                                        <p:attrNameLst>
                                          <p:attrName>style.visibility</p:attrName>
                                        </p:attrNameLst>
                                      </p:cBhvr>
                                      <p:to>
                                        <p:strVal val="visible"/>
                                      </p:to>
                                    </p:set>
                                  </p:childTnLst>
                                </p:cTn>
                              </p:par>
                              <p:par>
                                <p:cTn id="92"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93" dur="1000" fill="hold"/>
                                        <p:tgtEl>
                                          <p:spTgt spid="93223"/>
                                        </p:tgtEl>
                                        <p:attrNameLst>
                                          <p:attrName>ppt_x</p:attrName>
                                          <p:attrName>ppt_y</p:attrName>
                                        </p:attrNameLst>
                                      </p:cBhvr>
                                      <p:rCtr x="0" y="63"/>
                                    </p:animMotion>
                                  </p:childTnLst>
                                </p:cTn>
                              </p:par>
                              <p:par>
                                <p:cTn id="94" presetID="42" presetClass="path" presetSubtype="0" repeatCount="indefinite" accel="50000" decel="50000" grpId="1" nodeType="withEffect">
                                  <p:stCondLst>
                                    <p:cond delay="0"/>
                                  </p:stCondLst>
                                  <p:endCondLst>
                                    <p:cond evt="onNext" delay="0">
                                      <p:tgtEl>
                                        <p:sldTgt/>
                                      </p:tgtEl>
                                    </p:cond>
                                  </p:endCondLst>
                                  <p:childTnLst>
                                    <p:animMotion origin="layout" path="M 0 -2.59259E-6 L 0 0.125 " pathEditMode="relative" rAng="0" ptsTypes="AA">
                                      <p:cBhvr>
                                        <p:cTn id="95" dur="1000" fill="hold"/>
                                        <p:tgtEl>
                                          <p:spTgt spid="93224"/>
                                        </p:tgtEl>
                                        <p:attrNameLst>
                                          <p:attrName>ppt_x</p:attrName>
                                          <p:attrName>ppt_y</p:attrName>
                                        </p:attrNameLst>
                                      </p:cBhvr>
                                      <p:rCtr x="0" y="63"/>
                                    </p:animMotion>
                                  </p:childTnLst>
                                </p:cTn>
                              </p:par>
                              <p:par>
                                <p:cTn id="96" presetID="64" presetClass="path" presetSubtype="0" repeatCount="indefinite" accel="50000" decel="50000" fill="hold" grpId="1" nodeType="withEffect">
                                  <p:stCondLst>
                                    <p:cond delay="0"/>
                                  </p:stCondLst>
                                  <p:endCondLst>
                                    <p:cond evt="onNext" delay="0">
                                      <p:tgtEl>
                                        <p:sldTgt/>
                                      </p:tgtEl>
                                    </p:cond>
                                  </p:endCondLst>
                                  <p:childTnLst>
                                    <p:animMotion origin="layout" path="M 5E-6 -3.7037E-6 L 5E-6 -0.10139 " pathEditMode="relative" rAng="0" ptsTypes="AA">
                                      <p:cBhvr>
                                        <p:cTn id="97" dur="1000" fill="hold"/>
                                        <p:tgtEl>
                                          <p:spTgt spid="93205"/>
                                        </p:tgtEl>
                                        <p:attrNameLst>
                                          <p:attrName>ppt_x</p:attrName>
                                          <p:attrName>ppt_y</p:attrName>
                                        </p:attrNameLst>
                                      </p:cBhvr>
                                      <p:rCtr x="0" y="-51"/>
                                    </p:animMotion>
                                  </p:childTnLst>
                                </p:cTn>
                              </p:par>
                              <p:par>
                                <p:cTn id="98" presetID="64" presetClass="path" presetSubtype="0" repeatCount="indefinite" accel="50000" decel="50000" fill="hold" grpId="1" nodeType="withEffect">
                                  <p:stCondLst>
                                    <p:cond delay="0"/>
                                  </p:stCondLst>
                                  <p:endCondLst>
                                    <p:cond evt="onNext" delay="0">
                                      <p:tgtEl>
                                        <p:sldTgt/>
                                      </p:tgtEl>
                                    </p:cond>
                                  </p:endCondLst>
                                  <p:childTnLst>
                                    <p:animMotion origin="layout" path="M 5E-6 -2.59259E-6 L 5E-6 -0.12639 " pathEditMode="relative" rAng="0" ptsTypes="AA">
                                      <p:cBhvr>
                                        <p:cTn id="99" dur="1000" fill="hold"/>
                                        <p:tgtEl>
                                          <p:spTgt spid="93206"/>
                                        </p:tgtEl>
                                        <p:attrNameLst>
                                          <p:attrName>ppt_x</p:attrName>
                                          <p:attrName>ppt_y</p:attrName>
                                        </p:attrNameLst>
                                      </p:cBhvr>
                                      <p:rCtr x="0" y="-63"/>
                                    </p:animMotion>
                                  </p:childTnLst>
                                </p:cTn>
                              </p:par>
                              <p:par>
                                <p:cTn id="100" presetID="64" presetClass="path" presetSubtype="0" repeatCount="indefinite" accel="50000" decel="50000" fill="hold" grpId="1" nodeType="withEffect">
                                  <p:stCondLst>
                                    <p:cond delay="0"/>
                                  </p:stCondLst>
                                  <p:endCondLst>
                                    <p:cond evt="onNext" delay="0">
                                      <p:tgtEl>
                                        <p:sldTgt/>
                                      </p:tgtEl>
                                    </p:cond>
                                  </p:endCondLst>
                                  <p:childTnLst>
                                    <p:animMotion origin="layout" path="M 5E-6 7.40741E-7 L 5E-6 -0.15417 " pathEditMode="relative" rAng="0" ptsTypes="AA">
                                      <p:cBhvr>
                                        <p:cTn id="101" dur="1000" fill="hold"/>
                                        <p:tgtEl>
                                          <p:spTgt spid="93207"/>
                                        </p:tgtEl>
                                        <p:attrNameLst>
                                          <p:attrName>ppt_x</p:attrName>
                                          <p:attrName>ppt_y</p:attrName>
                                        </p:attrNameLst>
                                      </p:cBhvr>
                                      <p:rCtr x="0" y="-77"/>
                                    </p:animMotion>
                                  </p:childTnLst>
                                </p:cTn>
                              </p:par>
                              <p:par>
                                <p:cTn id="102" presetID="63" presetClass="path" presetSubtype="0" repeatCount="indefinite" accel="50000" decel="50000" grpId="1" nodeType="withEffect">
                                  <p:stCondLst>
                                    <p:cond delay="0"/>
                                  </p:stCondLst>
                                  <p:endCondLst>
                                    <p:cond evt="onNext" delay="0">
                                      <p:tgtEl>
                                        <p:sldTgt/>
                                      </p:tgtEl>
                                    </p:cond>
                                  </p:endCondLst>
                                  <p:childTnLst>
                                    <p:animMotion origin="layout" path="M -0.01563 -3.7037E-6 L 0.10626 -3.7037E-6 " pathEditMode="relative" rAng="0" ptsTypes="AA">
                                      <p:cBhvr>
                                        <p:cTn id="103" dur="1000" fill="hold"/>
                                        <p:tgtEl>
                                          <p:spTgt spid="93215"/>
                                        </p:tgtEl>
                                        <p:attrNameLst>
                                          <p:attrName>ppt_x</p:attrName>
                                          <p:attrName>ppt_y</p:attrName>
                                        </p:attrNameLst>
                                      </p:cBhvr>
                                      <p:rCtr x="61" y="0"/>
                                    </p:animMotion>
                                  </p:childTnLst>
                                </p:cTn>
                              </p:par>
                            </p:childTnLst>
                          </p:cTn>
                        </p:par>
                      </p:childTnLst>
                    </p:cTn>
                  </p:par>
                  <p:par>
                    <p:cTn id="104" fill="hold">
                      <p:stCondLst>
                        <p:cond delay="indefinite"/>
                      </p:stCondLst>
                      <p:childTnLst>
                        <p:par>
                          <p:cTn id="105" fill="hold">
                            <p:stCondLst>
                              <p:cond delay="0"/>
                            </p:stCondLst>
                            <p:childTnLst>
                              <p:par>
                                <p:cTn id="106" presetID="51" presetClass="entr" presetSubtype="0" fill="hold" grpId="0" nodeType="clickEffect">
                                  <p:stCondLst>
                                    <p:cond delay="0"/>
                                  </p:stCondLst>
                                  <p:childTnLst>
                                    <p:set>
                                      <p:cBhvr>
                                        <p:cTn id="107" dur="1" fill="hold">
                                          <p:stCondLst>
                                            <p:cond delay="0"/>
                                          </p:stCondLst>
                                        </p:cTn>
                                        <p:tgtEl>
                                          <p:spTgt spid="93236"/>
                                        </p:tgtEl>
                                        <p:attrNameLst>
                                          <p:attrName>style.visibility</p:attrName>
                                        </p:attrNameLst>
                                      </p:cBhvr>
                                      <p:to>
                                        <p:strVal val="visible"/>
                                      </p:to>
                                    </p:set>
                                    <p:animEffect transition="in" filter="fade">
                                      <p:cBhvr>
                                        <p:cTn id="108" dur="192" decel="100000"/>
                                        <p:tgtEl>
                                          <p:spTgt spid="93236"/>
                                        </p:tgtEl>
                                      </p:cBhvr>
                                    </p:animEffect>
                                    <p:animScale>
                                      <p:cBhvr>
                                        <p:cTn id="109" dur="192" decel="100000"/>
                                        <p:tgtEl>
                                          <p:spTgt spid="93236"/>
                                        </p:tgtEl>
                                      </p:cBhvr>
                                      <p:from x="10000" y="10000"/>
                                      <p:to x="200000" y="450000"/>
                                    </p:animScale>
                                    <p:animScale>
                                      <p:cBhvr>
                                        <p:cTn id="110" dur="308" accel="100000" fill="hold">
                                          <p:stCondLst>
                                            <p:cond delay="192"/>
                                          </p:stCondLst>
                                        </p:cTn>
                                        <p:tgtEl>
                                          <p:spTgt spid="93236"/>
                                        </p:tgtEl>
                                      </p:cBhvr>
                                      <p:from x="200000" y="450000"/>
                                      <p:to x="100000" y="100000"/>
                                    </p:animScale>
                                    <p:set>
                                      <p:cBhvr>
                                        <p:cTn id="111" dur="192" fill="hold"/>
                                        <p:tgtEl>
                                          <p:spTgt spid="93236"/>
                                        </p:tgtEl>
                                        <p:attrNameLst>
                                          <p:attrName>ppt_x</p:attrName>
                                        </p:attrNameLst>
                                      </p:cBhvr>
                                      <p:to>
                                        <p:strVal val="(0.5)"/>
                                      </p:to>
                                    </p:set>
                                    <p:anim from="(0.5)" to="(#ppt_x)" calcmode="lin" valueType="num">
                                      <p:cBhvr>
                                        <p:cTn id="112" dur="308" accel="100000" fill="hold">
                                          <p:stCondLst>
                                            <p:cond delay="192"/>
                                          </p:stCondLst>
                                        </p:cTn>
                                        <p:tgtEl>
                                          <p:spTgt spid="93236"/>
                                        </p:tgtEl>
                                        <p:attrNameLst>
                                          <p:attrName>ppt_x</p:attrName>
                                        </p:attrNameLst>
                                      </p:cBhvr>
                                    </p:anim>
                                    <p:set>
                                      <p:cBhvr>
                                        <p:cTn id="113" dur="192" fill="hold"/>
                                        <p:tgtEl>
                                          <p:spTgt spid="93236"/>
                                        </p:tgtEl>
                                        <p:attrNameLst>
                                          <p:attrName>ppt_y</p:attrName>
                                        </p:attrNameLst>
                                      </p:cBhvr>
                                      <p:to>
                                        <p:strVal val="(#ppt_y+0.4)"/>
                                      </p:to>
                                    </p:set>
                                    <p:anim from="(#ppt_y+0.4)" to="(#ppt_y)" calcmode="lin" valueType="num">
                                      <p:cBhvr>
                                        <p:cTn id="114" dur="308" accel="100000" fill="hold">
                                          <p:stCondLst>
                                            <p:cond delay="192"/>
                                          </p:stCondLst>
                                        </p:cTn>
                                        <p:tgtEl>
                                          <p:spTgt spid="93236"/>
                                        </p:tgtEl>
                                        <p:attrNameLst>
                                          <p:attrName>ppt_y</p:attrName>
                                        </p:attrNameLst>
                                      </p:cBhvr>
                                    </p:anim>
                                  </p:childTnLst>
                                </p:cTn>
                              </p:par>
                              <p:par>
                                <p:cTn id="115" presetID="42" presetClass="path" presetSubtype="0" repeatCount="indefinite" accel="50000" decel="50000" grpId="0" nodeType="withEffect">
                                  <p:stCondLst>
                                    <p:cond delay="0"/>
                                  </p:stCondLst>
                                  <p:endCondLst>
                                    <p:cond evt="onNext" delay="0">
                                      <p:tgtEl>
                                        <p:sldTgt/>
                                      </p:tgtEl>
                                    </p:cond>
                                  </p:endCondLst>
                                  <p:childTnLst>
                                    <p:animMotion origin="layout" path="M 0 -2.59259E-6 L 0 0.125 " pathEditMode="relative" rAng="0" ptsTypes="AA">
                                      <p:cBhvr>
                                        <p:cTn id="116" dur="1000" fill="hold"/>
                                        <p:tgtEl>
                                          <p:spTgt spid="93228"/>
                                        </p:tgtEl>
                                        <p:attrNameLst>
                                          <p:attrName>ppt_x</p:attrName>
                                          <p:attrName>ppt_y</p:attrName>
                                        </p:attrNameLst>
                                      </p:cBhvr>
                                      <p:rCtr x="0" y="63"/>
                                    </p:animMotion>
                                  </p:childTnLst>
                                </p:cTn>
                              </p:par>
                              <p:par>
                                <p:cTn id="117" presetID="42" presetClass="path" presetSubtype="0" repeatCount="indefinite" accel="50000" decel="50000" grpId="0" nodeType="withEffect">
                                  <p:stCondLst>
                                    <p:cond delay="0"/>
                                  </p:stCondLst>
                                  <p:endCondLst>
                                    <p:cond evt="onNext" delay="0">
                                      <p:tgtEl>
                                        <p:sldTgt/>
                                      </p:tgtEl>
                                    </p:cond>
                                  </p:endCondLst>
                                  <p:childTnLst>
                                    <p:animMotion origin="layout" path="M 0 -2.59259E-6 L 0 0.125 " pathEditMode="relative" rAng="0" ptsTypes="AA">
                                      <p:cBhvr>
                                        <p:cTn id="118" dur="1000" fill="hold"/>
                                        <p:tgtEl>
                                          <p:spTgt spid="93229"/>
                                        </p:tgtEl>
                                        <p:attrNameLst>
                                          <p:attrName>ppt_x</p:attrName>
                                          <p:attrName>ppt_y</p:attrName>
                                        </p:attrNameLst>
                                      </p:cBhvr>
                                      <p:rCtr x="0" y="63"/>
                                    </p:animMotion>
                                  </p:childTnLst>
                                </p:cTn>
                              </p:par>
                            </p:childTnLst>
                          </p:cTn>
                        </p:par>
                      </p:childTnLst>
                    </p:cTn>
                  </p:par>
                  <p:par>
                    <p:cTn id="119" fill="hold">
                      <p:stCondLst>
                        <p:cond delay="indefinite"/>
                      </p:stCondLst>
                      <p:childTnLst>
                        <p:par>
                          <p:cTn id="120" fill="hold">
                            <p:stCondLst>
                              <p:cond delay="0"/>
                            </p:stCondLst>
                            <p:childTnLst>
                              <p:par>
                                <p:cTn id="121" presetID="54" presetClass="entr" presetSubtype="0" accel="100000" fill="hold" grpId="0" nodeType="clickEffect">
                                  <p:stCondLst>
                                    <p:cond delay="0"/>
                                  </p:stCondLst>
                                  <p:childTnLst>
                                    <p:set>
                                      <p:cBhvr>
                                        <p:cTn id="122" dur="1" fill="hold">
                                          <p:stCondLst>
                                            <p:cond delay="0"/>
                                          </p:stCondLst>
                                        </p:cTn>
                                        <p:tgtEl>
                                          <p:spTgt spid="93187">
                                            <p:txEl>
                                              <p:pRg st="2" end="2"/>
                                            </p:txEl>
                                          </p:spTgt>
                                        </p:tgtEl>
                                        <p:attrNameLst>
                                          <p:attrName>style.visibility</p:attrName>
                                        </p:attrNameLst>
                                      </p:cBhvr>
                                      <p:to>
                                        <p:strVal val="visible"/>
                                      </p:to>
                                    </p:set>
                                    <p:anim calcmode="lin" valueType="num">
                                      <p:cBhvr>
                                        <p:cTn id="123" dur="500" fill="hold"/>
                                        <p:tgtEl>
                                          <p:spTgt spid="93187">
                                            <p:txEl>
                                              <p:pRg st="2" end="2"/>
                                            </p:txEl>
                                          </p:spTgt>
                                        </p:tgtEl>
                                        <p:attrNameLst>
                                          <p:attrName>ppt_w</p:attrName>
                                        </p:attrNameLst>
                                      </p:cBhvr>
                                      <p:tavLst>
                                        <p:tav tm="0">
                                          <p:val>
                                            <p:strVal val="#ppt_w*0.05"/>
                                          </p:val>
                                        </p:tav>
                                        <p:tav tm="100000">
                                          <p:val>
                                            <p:strVal val="#ppt_w"/>
                                          </p:val>
                                        </p:tav>
                                      </p:tavLst>
                                    </p:anim>
                                    <p:anim calcmode="lin" valueType="num">
                                      <p:cBhvr>
                                        <p:cTn id="124" dur="500" fill="hold"/>
                                        <p:tgtEl>
                                          <p:spTgt spid="93187">
                                            <p:txEl>
                                              <p:pRg st="2" end="2"/>
                                            </p:txEl>
                                          </p:spTgt>
                                        </p:tgtEl>
                                        <p:attrNameLst>
                                          <p:attrName>ppt_h</p:attrName>
                                        </p:attrNameLst>
                                      </p:cBhvr>
                                      <p:tavLst>
                                        <p:tav tm="0">
                                          <p:val>
                                            <p:strVal val="#ppt_h"/>
                                          </p:val>
                                        </p:tav>
                                        <p:tav tm="100000">
                                          <p:val>
                                            <p:strVal val="#ppt_h"/>
                                          </p:val>
                                        </p:tav>
                                      </p:tavLst>
                                    </p:anim>
                                    <p:anim calcmode="lin" valueType="num">
                                      <p:cBhvr>
                                        <p:cTn id="125" dur="500" fill="hold"/>
                                        <p:tgtEl>
                                          <p:spTgt spid="93187">
                                            <p:txEl>
                                              <p:pRg st="2" end="2"/>
                                            </p:txEl>
                                          </p:spTgt>
                                        </p:tgtEl>
                                        <p:attrNameLst>
                                          <p:attrName>ppt_x</p:attrName>
                                        </p:attrNameLst>
                                      </p:cBhvr>
                                      <p:tavLst>
                                        <p:tav tm="0">
                                          <p:val>
                                            <p:strVal val="#ppt_x-.2"/>
                                          </p:val>
                                        </p:tav>
                                        <p:tav tm="100000">
                                          <p:val>
                                            <p:strVal val="#ppt_x"/>
                                          </p:val>
                                        </p:tav>
                                      </p:tavLst>
                                    </p:anim>
                                    <p:anim calcmode="lin" valueType="num">
                                      <p:cBhvr>
                                        <p:cTn id="126" dur="500" fill="hold"/>
                                        <p:tgtEl>
                                          <p:spTgt spid="93187">
                                            <p:txEl>
                                              <p:pRg st="2" end="2"/>
                                            </p:txEl>
                                          </p:spTgt>
                                        </p:tgtEl>
                                        <p:attrNameLst>
                                          <p:attrName>ppt_y</p:attrName>
                                        </p:attrNameLst>
                                      </p:cBhvr>
                                      <p:tavLst>
                                        <p:tav tm="0">
                                          <p:val>
                                            <p:strVal val="#ppt_y"/>
                                          </p:val>
                                        </p:tav>
                                        <p:tav tm="100000">
                                          <p:val>
                                            <p:strVal val="#ppt_y"/>
                                          </p:val>
                                        </p:tav>
                                      </p:tavLst>
                                    </p:anim>
                                    <p:animEffect transition="in" filter="fade">
                                      <p:cBhvr>
                                        <p:cTn id="127" dur="500"/>
                                        <p:tgtEl>
                                          <p:spTgt spid="93187">
                                            <p:txEl>
                                              <p:pRg st="2" end="2"/>
                                            </p:txEl>
                                          </p:spTgt>
                                        </p:tgtEl>
                                      </p:cBhvr>
                                    </p:animEffect>
                                  </p:childTnLst>
                                </p:cTn>
                              </p:par>
                              <p:par>
                                <p:cTn id="128" presetID="51" presetClass="entr" presetSubtype="0" fill="hold" grpId="0" nodeType="withEffect">
                                  <p:stCondLst>
                                    <p:cond delay="0"/>
                                  </p:stCondLst>
                                  <p:childTnLst>
                                    <p:set>
                                      <p:cBhvr>
                                        <p:cTn id="129" dur="1" fill="hold">
                                          <p:stCondLst>
                                            <p:cond delay="0"/>
                                          </p:stCondLst>
                                        </p:cTn>
                                        <p:tgtEl>
                                          <p:spTgt spid="93238"/>
                                        </p:tgtEl>
                                        <p:attrNameLst>
                                          <p:attrName>style.visibility</p:attrName>
                                        </p:attrNameLst>
                                      </p:cBhvr>
                                      <p:to>
                                        <p:strVal val="visible"/>
                                      </p:to>
                                    </p:set>
                                    <p:animEffect transition="in" filter="fade">
                                      <p:cBhvr>
                                        <p:cTn id="130" dur="192" decel="100000"/>
                                        <p:tgtEl>
                                          <p:spTgt spid="93238"/>
                                        </p:tgtEl>
                                      </p:cBhvr>
                                    </p:animEffect>
                                    <p:animScale>
                                      <p:cBhvr>
                                        <p:cTn id="131" dur="192" decel="100000"/>
                                        <p:tgtEl>
                                          <p:spTgt spid="93238"/>
                                        </p:tgtEl>
                                      </p:cBhvr>
                                      <p:from x="10000" y="10000"/>
                                      <p:to x="200000" y="450000"/>
                                    </p:animScale>
                                    <p:animScale>
                                      <p:cBhvr>
                                        <p:cTn id="132" dur="308" accel="100000" fill="hold">
                                          <p:stCondLst>
                                            <p:cond delay="192"/>
                                          </p:stCondLst>
                                        </p:cTn>
                                        <p:tgtEl>
                                          <p:spTgt spid="93238"/>
                                        </p:tgtEl>
                                      </p:cBhvr>
                                      <p:from x="200000" y="450000"/>
                                      <p:to x="100000" y="100000"/>
                                    </p:animScale>
                                    <p:set>
                                      <p:cBhvr>
                                        <p:cTn id="133" dur="192" fill="hold"/>
                                        <p:tgtEl>
                                          <p:spTgt spid="93238"/>
                                        </p:tgtEl>
                                        <p:attrNameLst>
                                          <p:attrName>ppt_x</p:attrName>
                                        </p:attrNameLst>
                                      </p:cBhvr>
                                      <p:to>
                                        <p:strVal val="(0.5)"/>
                                      </p:to>
                                    </p:set>
                                    <p:anim from="(0.5)" to="(#ppt_x)" calcmode="lin" valueType="num">
                                      <p:cBhvr>
                                        <p:cTn id="134" dur="308" accel="100000" fill="hold">
                                          <p:stCondLst>
                                            <p:cond delay="192"/>
                                          </p:stCondLst>
                                        </p:cTn>
                                        <p:tgtEl>
                                          <p:spTgt spid="93238"/>
                                        </p:tgtEl>
                                        <p:attrNameLst>
                                          <p:attrName>ppt_x</p:attrName>
                                        </p:attrNameLst>
                                      </p:cBhvr>
                                    </p:anim>
                                    <p:set>
                                      <p:cBhvr>
                                        <p:cTn id="135" dur="192" fill="hold"/>
                                        <p:tgtEl>
                                          <p:spTgt spid="93238"/>
                                        </p:tgtEl>
                                        <p:attrNameLst>
                                          <p:attrName>ppt_y</p:attrName>
                                        </p:attrNameLst>
                                      </p:cBhvr>
                                      <p:to>
                                        <p:strVal val="(#ppt_y+0.4)"/>
                                      </p:to>
                                    </p:set>
                                    <p:anim from="(#ppt_y+0.4)" to="(#ppt_y)" calcmode="lin" valueType="num">
                                      <p:cBhvr>
                                        <p:cTn id="136" dur="308" accel="100000" fill="hold">
                                          <p:stCondLst>
                                            <p:cond delay="192"/>
                                          </p:stCondLst>
                                        </p:cTn>
                                        <p:tgtEl>
                                          <p:spTgt spid="93238"/>
                                        </p:tgtEl>
                                        <p:attrNameLst>
                                          <p:attrName>ppt_y</p:attrName>
                                        </p:attrNameLst>
                                      </p:cBhvr>
                                    </p:anim>
                                  </p:childTnLst>
                                </p:cTn>
                              </p:par>
                              <p:par>
                                <p:cTn id="137" presetID="1" presetClass="entr" presetSubtype="0" fill="hold" grpId="0" nodeType="withEffect">
                                  <p:stCondLst>
                                    <p:cond delay="0"/>
                                  </p:stCondLst>
                                  <p:childTnLst>
                                    <p:set>
                                      <p:cBhvr>
                                        <p:cTn id="138" dur="1" fill="hold">
                                          <p:stCondLst>
                                            <p:cond delay="0"/>
                                          </p:stCondLst>
                                        </p:cTn>
                                        <p:tgtEl>
                                          <p:spTgt spid="9321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3217"/>
                                        </p:tgtEl>
                                        <p:attrNameLst>
                                          <p:attrName>style.visibility</p:attrName>
                                        </p:attrNameLst>
                                      </p:cBhvr>
                                      <p:to>
                                        <p:strVal val="visible"/>
                                      </p:to>
                                    </p:set>
                                  </p:childTnLst>
                                </p:cTn>
                              </p:par>
                              <p:par>
                                <p:cTn id="141" presetID="1" presetClass="entr" presetSubtype="0" fill="hold" grpId="1" nodeType="withEffect">
                                  <p:stCondLst>
                                    <p:cond delay="0"/>
                                  </p:stCondLst>
                                  <p:childTnLst>
                                    <p:set>
                                      <p:cBhvr>
                                        <p:cTn id="142" dur="1" fill="hold">
                                          <p:stCondLst>
                                            <p:cond delay="0"/>
                                          </p:stCondLst>
                                        </p:cTn>
                                        <p:tgtEl>
                                          <p:spTgt spid="93228"/>
                                        </p:tgtEl>
                                        <p:attrNameLst>
                                          <p:attrName>style.visibility</p:attrName>
                                        </p:attrNameLst>
                                      </p:cBhvr>
                                      <p:to>
                                        <p:strVal val="visible"/>
                                      </p:to>
                                    </p:set>
                                  </p:childTnLst>
                                </p:cTn>
                              </p:par>
                              <p:par>
                                <p:cTn id="143" presetID="1" presetClass="entr" presetSubtype="0" fill="hold" grpId="1" nodeType="withEffect">
                                  <p:stCondLst>
                                    <p:cond delay="0"/>
                                  </p:stCondLst>
                                  <p:childTnLst>
                                    <p:set>
                                      <p:cBhvr>
                                        <p:cTn id="144" dur="1" fill="hold">
                                          <p:stCondLst>
                                            <p:cond delay="0"/>
                                          </p:stCondLst>
                                        </p:cTn>
                                        <p:tgtEl>
                                          <p:spTgt spid="93229"/>
                                        </p:tgtEl>
                                        <p:attrNameLst>
                                          <p:attrName>style.visibility</p:attrName>
                                        </p:attrNameLst>
                                      </p:cBhvr>
                                      <p:to>
                                        <p:strVal val="visible"/>
                                      </p:to>
                                    </p:set>
                                  </p:childTnLst>
                                </p:cTn>
                              </p:par>
                              <p:par>
                                <p:cTn id="145" presetID="1" presetClass="entr" presetSubtype="0" fill="hold" grpId="1" nodeType="withEffect">
                                  <p:stCondLst>
                                    <p:cond delay="0"/>
                                  </p:stCondLst>
                                  <p:childTnLst>
                                    <p:set>
                                      <p:cBhvr>
                                        <p:cTn id="146" dur="1" fill="hold">
                                          <p:stCondLst>
                                            <p:cond delay="0"/>
                                          </p:stCondLst>
                                        </p:cTn>
                                        <p:tgtEl>
                                          <p:spTgt spid="93230"/>
                                        </p:tgtEl>
                                        <p:attrNameLst>
                                          <p:attrName>style.visibility</p:attrName>
                                        </p:attrNameLst>
                                      </p:cBhvr>
                                      <p:to>
                                        <p:strVal val="visible"/>
                                      </p:to>
                                    </p:set>
                                  </p:childTnLst>
                                </p:cTn>
                              </p:par>
                              <p:par>
                                <p:cTn id="147" presetID="1" presetClass="entr" presetSubtype="0" fill="hold" grpId="1" nodeType="withEffect">
                                  <p:stCondLst>
                                    <p:cond delay="0"/>
                                  </p:stCondLst>
                                  <p:childTnLst>
                                    <p:set>
                                      <p:cBhvr>
                                        <p:cTn id="148" dur="1" fill="hold">
                                          <p:stCondLst>
                                            <p:cond delay="0"/>
                                          </p:stCondLst>
                                        </p:cTn>
                                        <p:tgtEl>
                                          <p:spTgt spid="9323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93233"/>
                                        </p:tgtEl>
                                        <p:attrNameLst>
                                          <p:attrName>style.visibility</p:attrName>
                                        </p:attrNameLst>
                                      </p:cBhvr>
                                      <p:to>
                                        <p:strVal val="visible"/>
                                      </p:to>
                                    </p:set>
                                  </p:childTnLst>
                                </p:cTn>
                              </p:par>
                              <p:par>
                                <p:cTn id="151" presetID="64" presetClass="path" presetSubtype="0" repeatCount="indefinite" accel="50000" decel="50000" fill="hold" grpId="1" nodeType="withEffect">
                                  <p:stCondLst>
                                    <p:cond delay="0"/>
                                  </p:stCondLst>
                                  <p:endCondLst>
                                    <p:cond evt="onNext" delay="0">
                                      <p:tgtEl>
                                        <p:sldTgt/>
                                      </p:tgtEl>
                                    </p:cond>
                                  </p:endCondLst>
                                  <p:childTnLst>
                                    <p:animMotion origin="layout" path="M 5E-6 0.01666 L 5E-6 -0.11806 " pathEditMode="relative" rAng="0" ptsTypes="AA">
                                      <p:cBhvr>
                                        <p:cTn id="152" dur="1000" fill="hold"/>
                                        <p:tgtEl>
                                          <p:spTgt spid="93211"/>
                                        </p:tgtEl>
                                        <p:attrNameLst>
                                          <p:attrName>ppt_x</p:attrName>
                                          <p:attrName>ppt_y</p:attrName>
                                        </p:attrNameLst>
                                      </p:cBhvr>
                                      <p:rCtr x="0" y="-67"/>
                                    </p:animMotion>
                                  </p:childTnLst>
                                </p:cTn>
                              </p:par>
                              <p:par>
                                <p:cTn id="153" presetID="63" presetClass="path" presetSubtype="0" repeatCount="indefinite" accel="50000" decel="50000" grpId="1" nodeType="withEffect">
                                  <p:stCondLst>
                                    <p:cond delay="0"/>
                                  </p:stCondLst>
                                  <p:childTnLst>
                                    <p:animMotion origin="layout" path="M -0.0125 -2.59259E-6 L 0.025 -2.59259E-6 " pathEditMode="relative" rAng="0" ptsTypes="AA">
                                      <p:cBhvr>
                                        <p:cTn id="154" dur="1000" fill="hold"/>
                                        <p:tgtEl>
                                          <p:spTgt spid="93217"/>
                                        </p:tgtEl>
                                        <p:attrNameLst>
                                          <p:attrName>ppt_x</p:attrName>
                                          <p:attrName>ppt_y</p:attrName>
                                        </p:attrNameLst>
                                      </p:cBhvr>
                                      <p:rCtr x="19" y="0"/>
                                    </p:animMotion>
                                  </p:childTnLst>
                                </p:cTn>
                              </p:par>
                              <p:par>
                                <p:cTn id="155" presetID="42" presetClass="path" presetSubtype="0" repeatCount="indefinite" accel="50000" decel="50000" grpId="1" nodeType="withEffect">
                                  <p:stCondLst>
                                    <p:cond delay="0"/>
                                  </p:stCondLst>
                                  <p:childTnLst>
                                    <p:animMotion origin="layout" path="M 0 -2.59259E-6 L 0 0.125 " pathEditMode="relative" rAng="0" ptsTypes="AA">
                                      <p:cBhvr>
                                        <p:cTn id="156" dur="1000" fill="hold"/>
                                        <p:tgtEl>
                                          <p:spTgt spid="93233"/>
                                        </p:tgtEl>
                                        <p:attrNameLst>
                                          <p:attrName>ppt_x</p:attrName>
                                          <p:attrName>ppt_y</p:attrName>
                                        </p:attrNameLst>
                                      </p:cBhvr>
                                      <p:rCtr x="0" y="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P spid="93205" grpId="0" animBg="1"/>
      <p:bldP spid="93205" grpId="1" animBg="1"/>
      <p:bldP spid="93206" grpId="0" animBg="1"/>
      <p:bldP spid="93206" grpId="1" animBg="1"/>
      <p:bldP spid="93207" grpId="0" animBg="1"/>
      <p:bldP spid="93207" grpId="1" animBg="1"/>
      <p:bldP spid="93208" grpId="0" animBg="1"/>
      <p:bldP spid="93208" grpId="1" animBg="1"/>
      <p:bldP spid="93209" grpId="0" animBg="1"/>
      <p:bldP spid="93209" grpId="1" animBg="1"/>
      <p:bldP spid="93210" grpId="0" animBg="1"/>
      <p:bldP spid="93210" grpId="1" animBg="1"/>
      <p:bldP spid="93211" grpId="0" animBg="1"/>
      <p:bldP spid="93211" grpId="1" animBg="1"/>
      <p:bldP spid="93215" grpId="0" animBg="1"/>
      <p:bldP spid="93215" grpId="1" animBg="1"/>
      <p:bldP spid="93216" grpId="0" animBg="1"/>
      <p:bldP spid="93216" grpId="1" animBg="1"/>
      <p:bldP spid="93217" grpId="0" animBg="1"/>
      <p:bldP spid="93217" grpId="1" animBg="1"/>
      <p:bldP spid="93223" grpId="0" animBg="1"/>
      <p:bldP spid="93223" grpId="1" animBg="1"/>
      <p:bldP spid="93224" grpId="0" animBg="1"/>
      <p:bldP spid="93224" grpId="1" animBg="1"/>
      <p:bldP spid="93225" grpId="0" animBg="1"/>
      <p:bldP spid="93225" grpId="1" animBg="1"/>
      <p:bldP spid="93226" grpId="0" animBg="1"/>
      <p:bldP spid="93226" grpId="1" animBg="1"/>
      <p:bldP spid="93227" grpId="0" animBg="1"/>
      <p:bldP spid="93227" grpId="1" animBg="1"/>
      <p:bldP spid="93228" grpId="0" animBg="1"/>
      <p:bldP spid="93228" grpId="1" animBg="1"/>
      <p:bldP spid="93229" grpId="0" animBg="1"/>
      <p:bldP spid="93229" grpId="1" animBg="1"/>
      <p:bldP spid="93230" grpId="0" animBg="1"/>
      <p:bldP spid="93230" grpId="1" animBg="1"/>
      <p:bldP spid="93231" grpId="0" animBg="1"/>
      <p:bldP spid="93231" grpId="1" animBg="1"/>
      <p:bldP spid="93233" grpId="0" animBg="1"/>
      <p:bldP spid="93233" grpId="1" animBg="1"/>
      <p:bldP spid="93234" grpId="0" animBg="1"/>
      <p:bldP spid="93235" grpId="0" animBg="1"/>
      <p:bldP spid="93236" grpId="0" animBg="1"/>
      <p:bldP spid="93237" grpId="0" animBg="1"/>
      <p:bldP spid="9323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NARESH\Desktop\gw cc\global-warning-and-climate-change-43-638.jpg"/>
          <p:cNvPicPr>
            <a:picLocks noChangeAspect="1" noChangeArrowheads="1"/>
          </p:cNvPicPr>
          <p:nvPr/>
        </p:nvPicPr>
        <p:blipFill>
          <a:blip r:embed="rId2"/>
          <a:srcRect/>
          <a:stretch>
            <a:fillRect/>
          </a:stretch>
        </p:blipFill>
        <p:spPr bwMode="auto">
          <a:xfrm>
            <a:off x="609600" y="454095"/>
            <a:ext cx="8022157" cy="6022905"/>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575</TotalTime>
  <Words>366</Words>
  <Application>Microsoft Office PowerPoint</Application>
  <PresentationFormat>On-screen Show (4:3)</PresentationFormat>
  <Paragraphs>85</Paragraphs>
  <Slides>19</Slides>
  <Notes>3</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Flow</vt:lpstr>
      <vt:lpstr>PowerPoint Presentation</vt:lpstr>
      <vt:lpstr>Contents</vt:lpstr>
      <vt:lpstr>PowerPoint Presentation</vt:lpstr>
      <vt:lpstr>PowerPoint Presentation</vt:lpstr>
      <vt:lpstr>PowerPoint Presentation</vt:lpstr>
      <vt:lpstr>Type and sources Greenhouse Gases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Mitigation of Global Warming</vt:lpstr>
      <vt:lpstr>PowerPoint Presentation</vt:lpstr>
      <vt:lpstr>Storage of CO2 in Geological Formations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warming and climate change refer to an increase in average global temperatures. Natural events and human activities are believed to be contributing to an increase in average global temperatures. This is caused primarily by increases in greenhouse gases such as Carbon Dioxide (CO2</dc:title>
  <dc:creator>NARESH</dc:creator>
  <cp:lastModifiedBy>user</cp:lastModifiedBy>
  <cp:revision>71</cp:revision>
  <dcterms:created xsi:type="dcterms:W3CDTF">2020-04-02T11:14:53Z</dcterms:created>
  <dcterms:modified xsi:type="dcterms:W3CDTF">2025-08-30T09:22:17Z</dcterms:modified>
</cp:coreProperties>
</file>