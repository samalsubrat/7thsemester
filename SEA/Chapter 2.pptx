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i2MxWz2AaRCs+ghtA0vatlNVf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customschemas.google.com/relationships/presentationmetadata" Target="meta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Chapter 2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>
                <a:solidFill>
                  <a:srgbClr val="FF0000"/>
                </a:solidFill>
              </a:rPr>
              <a:t>How to Work Well on Teams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Overview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Teamwork plays a crucial role in modern software engineering, where collaboration is key to success.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presentation covers the core values of humility, respect, and trust, and how they enable effective team functioning.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also debunks the Genius Myth, emphasizes the importance of feedback, and introduces practical strategies for team-based development.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Software Engineering is a Team Endeavor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Developing software is not a solo journey but a collaborative effort involving multiple roles and perspectives.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Success comes from collective intelligence, where each team member contributes their unique expertise.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The Three Pillars of Effective Teams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Humility</a:t>
            </a:r>
            <a:r>
              <a:rPr lang="en-US"/>
              <a:t>: Acknowledge your limitations and be open to learning and improvement.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Respect</a:t>
            </a:r>
            <a:r>
              <a:rPr lang="en-US"/>
              <a:t>: Treat every teammate with dignity and value their input and achievements.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Trust</a:t>
            </a:r>
            <a:r>
              <a:rPr lang="en-US"/>
              <a:t>: Believe in your peers' competence and give them space to lead and contribute.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Root Cause of Conflict</a:t>
            </a:r>
            <a:br>
              <a:rPr lang="en-US"/>
            </a:b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interpersonal issues in teams stem from a breakdown in humility, respect, or trust.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Reflecting on these pillars can often help resolve tension and improve team dynamics.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The Genius Myth</a:t>
            </a:r>
            <a:br>
              <a:rPr lang="en-US"/>
            </a:b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Society tends to idolize individuals as the sole cause of a team's success, overlooking the collaborative effort.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Real breakthroughs in software, like Linux or Python, result from the work of entire communities.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Risks of Working in Isolation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Avoiding feedback due to fear of judgment leads to errors and missed opportunities for improvement.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Working alone may result in wasted time and effort solving already-solved problems.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Don’t Hide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Sharing your work early invites valuable feedback and avoids costly mistakes later.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Being open about your progress fosters learning and keeps the project aligned with goals.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You Are Not Your Code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Your code is a work product, not a reflection of your worth or intelligence.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Separating personal identity from code helps foster a healthy environment for feedback.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570271" y="365125"/>
            <a:ext cx="1110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Learning from Mistakes: Blameless Postmortems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Postmortems provide a structured way to analyze failures and ensure continuous improvement.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Focus is on learning and improvement, not assigning blame, making teams safer and more innovative.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Fail Fast and Iterate</a:t>
            </a:r>
            <a:br>
              <a:rPr lang="en-US"/>
            </a:b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Embrace mistakes as learning opportunities and move quickly to refine your ideas.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Encouraging early failure increases the likelihood of discovering viable solutions sooner.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The Bus Factor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"bus factor" measures how reliant a project is on a single individual.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Mitigating this risk involves sharing knowledge and building team resilience.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Why Early Feedback Matters</a:t>
            </a:r>
            <a:br>
              <a:rPr lang="en-US"/>
            </a:b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Receiving feedback early in the development cycle can save time and prevent design flaws.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Feedback from diverse teammates adds depth and prevents tunnel vision.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Importance of Physical Team Spaces</a:t>
            </a:r>
            <a:br>
              <a:rPr lang="en-US"/>
            </a:b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layout of your workspace affects collaboration and communication.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Small group settings enable natural interactions while preserving individual focus time.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Signaling Focus Time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cues like headphones or desk signs to indicate deep work time.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practices help balance collaboration with focused productivity.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Collaboration vs. Lone Genius</a:t>
            </a: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Successful products are built by teams, not lone coders.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Embrace peer support and shared responsibility for better results.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Criticism Culture</a:t>
            </a:r>
            <a:endParaRPr/>
          </a:p>
        </p:txBody>
      </p:sp>
      <p:sp>
        <p:nvSpPr>
          <p:cNvPr id="181" name="Google Shape;18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Constructive feedback helps improve code quality and team trust.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Keep feedback professional and centered on the work, not the person.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Examples of Healthy Feedback</a:t>
            </a:r>
            <a:endParaRPr/>
          </a:p>
        </p:txBody>
      </p:sp>
      <p:sp>
        <p:nvSpPr>
          <p:cNvPr id="187" name="Google Shape;18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Bad: "This is wrong."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Good: "I'm not sure about this section; have you considered an alternative approach?"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goal is to encourage improvement while maintaining respect.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Patience and Flexibility</a:t>
            </a:r>
            <a:endParaRPr/>
          </a:p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Different teammates may have different problem-solving styles.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Patience and adaptability are key to resolving conflicts and leveraging diverse approaches.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Vulnerability Builds Strength</a:t>
            </a:r>
            <a:endParaRPr/>
          </a:p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Admitting you don’t know something builds credibility and trust.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Vulnerability shows humility and fosters open collaboration.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Defining Googleness</a:t>
            </a:r>
            <a:endParaRPr/>
          </a:p>
        </p:txBody>
      </p:sp>
      <p:sp>
        <p:nvSpPr>
          <p:cNvPr id="205" name="Google Shape;205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Key traits include adaptability, feedback culture, ethical actions, and user empathy.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Being "Googley" means aligning with values that prioritize team success over ego.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Summary</a:t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Teamwork is the cornerstone of sustainable software development.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Core values like humility, respect, and trust must be intentionally practiced.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Great teams thrive on openness, feedback, and shared purpose.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Final Thought</a:t>
            </a:r>
            <a:endParaRPr/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Strong professional relationships outlast projects and define long-term success.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Aim to build inclusive, resilient teams where everyone contributes meaningfully.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2025-08-05T10:11:48Z</dcterms:created>
  <dc:creator>soumen nayak</dc:creator>
</cp:coreProperties>
</file>