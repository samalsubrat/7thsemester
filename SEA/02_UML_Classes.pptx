
<file path=[Content_Types].xml><?xml version="1.0" encoding="utf-8"?>
<Types xmlns="http://schemas.openxmlformats.org/package/2006/content-types">
  <Default ContentType="application/vnd.openxmlformats-officedocument.vmlDrawing" Extension="vml"/>
  <Default ContentType="application/x-fontdata" Extension="fntdata"/>
  <Default ContentType="application/vnd.openxmlformats-officedocument.oleObject" Extension="bin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86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69.xml"/>
  <Override ContentType="application/vnd.openxmlformats-officedocument.presentationml.slide+xml" PartName="/ppt/slides/slide8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6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84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79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83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8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1.xml"/>
  <Override ContentType="application/vnd.openxmlformats-officedocument.presentationml.slide+xml" PartName="/ppt/slides/slide90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8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76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80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91.xml"/>
  <Override ContentType="application/vnd.openxmlformats-officedocument.presentationml.slide+xml" PartName="/ppt/slides/slide31.xml"/>
  <Override ContentType="application/vnd.openxmlformats-officedocument.presentationml.slide+xml" PartName="/ppt/slides/slide87.xml"/>
  <Override ContentType="application/vnd.openxmlformats-officedocument.presentationml.slide+xml" PartName="/ppt/slides/slide74.xml"/>
  <Override ContentType="application/vnd.openxmlformats-officedocument.presentationml.slide+xml" PartName="/ppt/slides/slide88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oleObject" PartName="/ppt/embeddings/oleObject9.bin"/>
  <Override ContentType="application/vnd.openxmlformats-officedocument.oleObject" PartName="/ppt/embeddings/oleObject15.bin"/>
  <Override ContentType="application/vnd.openxmlformats-officedocument.oleObject" PartName="/ppt/embeddings/oleObject29.bin"/>
  <Override ContentType="application/vnd.openxmlformats-officedocument.oleObject" PartName="/ppt/embeddings/oleObject4.bin"/>
  <Override ContentType="application/vnd.openxmlformats-officedocument.oleObject" PartName="/ppt/embeddings/oleObject28.bin"/>
  <Override ContentType="application/vnd.openxmlformats-officedocument.oleObject" PartName="/ppt/embeddings/oleObject11.bin"/>
  <Override ContentType="application/vnd.openxmlformats-officedocument.oleObject" PartName="/ppt/embeddings/oleObject8.bin"/>
  <Override ContentType="application/vnd.openxmlformats-officedocument.oleObject" PartName="/ppt/embeddings/oleObject24.bin"/>
  <Override ContentType="application/vnd.openxmlformats-officedocument.oleObject" PartName="/ppt/embeddings/oleObject25.bin"/>
  <Override ContentType="application/vnd.openxmlformats-officedocument.oleObject" PartName="/ppt/embeddings/oleObject20.bin"/>
  <Override ContentType="application/vnd.openxmlformats-officedocument.oleObject" PartName="/ppt/embeddings/oleObject12.bin"/>
  <Override ContentType="application/vnd.openxmlformats-officedocument.oleObject" PartName="/ppt/embeddings/oleObject3.bin"/>
  <Override ContentType="application/vnd.openxmlformats-officedocument.oleObject" PartName="/ppt/embeddings/oleObject17.bin"/>
  <Override ContentType="application/vnd.openxmlformats-officedocument.oleObject" PartName="/ppt/embeddings/oleObject7.bin"/>
  <Override ContentType="application/vnd.openxmlformats-officedocument.oleObject" PartName="/ppt/embeddings/oleObject16.bin"/>
  <Override ContentType="application/vnd.openxmlformats-officedocument.oleObject" PartName="/ppt/embeddings/oleObject2.bin"/>
  <Override ContentType="application/vnd.openxmlformats-officedocument.oleObject" PartName="/ppt/embeddings/oleObject21.bin"/>
  <Override ContentType="application/vnd.openxmlformats-officedocument.oleObject" PartName="/ppt/embeddings/oleObject13.bin"/>
  <Override ContentType="application/vnd.openxmlformats-officedocument.oleObject" PartName="/ppt/embeddings/oleObject26.bin"/>
  <Override ContentType="application/vnd.openxmlformats-officedocument.oleObject" PartName="/ppt/embeddings/oleObject6.bin"/>
  <Override ContentType="application/vnd.openxmlformats-officedocument.oleObject" PartName="/ppt/embeddings/oleObject18.bin"/>
  <Override ContentType="application/vnd.openxmlformats-officedocument.oleObject" PartName="/ppt/embeddings/oleObject1.bin"/>
  <Override ContentType="application/vnd.openxmlformats-officedocument.oleObject" PartName="/ppt/embeddings/oleObject22.bin"/>
  <Override ContentType="application/vnd.openxmlformats-officedocument.oleObject" PartName="/ppt/embeddings/oleObject19.bin"/>
  <Override ContentType="application/vnd.openxmlformats-officedocument.oleObject" PartName="/ppt/embeddings/oleObject14.bin"/>
  <Override ContentType="application/vnd.openxmlformats-officedocument.oleObject" PartName="/ppt/embeddings/oleObject5.bin"/>
  <Override ContentType="application/vnd.openxmlformats-officedocument.oleObject" PartName="/ppt/embeddings/oleObject10.bin"/>
  <Override ContentType="application/vnd.openxmlformats-officedocument.oleObject" PartName="/ppt/embeddings/oleObject27.bin"/>
  <Override ContentType="application/vnd.openxmlformats-officedocument.oleObject" PartName="/ppt/embeddings/oleObject23.bin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84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9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82.xml"/>
  <Override ContentType="application/vnd.openxmlformats-officedocument.presentationml.notesSlide+xml" PartName="/ppt/notesSlides/notesSlide8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90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8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8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87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8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89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83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  <p:sldMasterId id="2147483660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</p:sldIdLst>
  <p:sldSz cy="6858000" cx="9144000"/>
  <p:notesSz cx="7315200" cy="9601200"/>
  <p:embeddedFontLst>
    <p:embeddedFont>
      <p:font typeface="Tahoma"/>
      <p:regular r:id="rId99"/>
      <p:bold r:id="rId100"/>
    </p:embeddedFont>
    <p:embeddedFont>
      <p:font typeface="Noto Sans Symbols"/>
      <p:regular r:id="rId101"/>
      <p:bold r:id="rId10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{2D200454-40CA-4A62-9FC3-DE9A4176ACB9}">
      <p15:notesGuideLst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notesGuideLst>
    </p:ext>
    <p:ext uri="GoogleSlidesCustomDataVersion2">
      <go:slidesCustomData xmlns:go="http://customooxmlschemas.google.com/" r:id="rId103" roundtripDataSignature="AMtx7mgequZyY23QDF9w2MLVx2a5yP94i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F0E6AF2-D08B-47B0-B5C5-62BAC79E0FBE}">
  <a:tblStyle styleId="{BF0E6AF2-D08B-47B0-B5C5-62BAC79E0FBE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3.xml"/><Relationship Id="rId42" Type="http://schemas.openxmlformats.org/officeDocument/2006/relationships/slide" Target="slides/slide35.xml"/><Relationship Id="rId41" Type="http://schemas.openxmlformats.org/officeDocument/2006/relationships/slide" Target="slides/slide34.xml"/><Relationship Id="rId44" Type="http://schemas.openxmlformats.org/officeDocument/2006/relationships/slide" Target="slides/slide37.xml"/><Relationship Id="rId43" Type="http://schemas.openxmlformats.org/officeDocument/2006/relationships/slide" Target="slides/slide36.xml"/><Relationship Id="rId46" Type="http://schemas.openxmlformats.org/officeDocument/2006/relationships/slide" Target="slides/slide39.xml"/><Relationship Id="rId45" Type="http://schemas.openxmlformats.org/officeDocument/2006/relationships/slide" Target="slides/slide38.xml"/><Relationship Id="rId48" Type="http://schemas.openxmlformats.org/officeDocument/2006/relationships/slide" Target="slides/slide41.xml"/><Relationship Id="rId47" Type="http://schemas.openxmlformats.org/officeDocument/2006/relationships/slide" Target="slides/slide40.xml"/><Relationship Id="rId49" Type="http://schemas.openxmlformats.org/officeDocument/2006/relationships/slide" Target="slides/slide42.xml"/><Relationship Id="rId103" Type="http://customschemas.google.com/relationships/presentationmetadata" Target="metadata"/><Relationship Id="rId102" Type="http://schemas.openxmlformats.org/officeDocument/2006/relationships/font" Target="fonts/NotoSansSymbols-bold.fntdata"/><Relationship Id="rId101" Type="http://schemas.openxmlformats.org/officeDocument/2006/relationships/font" Target="fonts/NotoSansSymbols-regular.fntdata"/><Relationship Id="rId100" Type="http://schemas.openxmlformats.org/officeDocument/2006/relationships/font" Target="fonts/Tahoma-bold.fntdata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33" Type="http://schemas.openxmlformats.org/officeDocument/2006/relationships/slide" Target="slides/slide26.xml"/><Relationship Id="rId32" Type="http://schemas.openxmlformats.org/officeDocument/2006/relationships/slide" Target="slides/slide25.xml"/><Relationship Id="rId35" Type="http://schemas.openxmlformats.org/officeDocument/2006/relationships/slide" Target="slides/slide28.xml"/><Relationship Id="rId34" Type="http://schemas.openxmlformats.org/officeDocument/2006/relationships/slide" Target="slides/slide27.xml"/><Relationship Id="rId37" Type="http://schemas.openxmlformats.org/officeDocument/2006/relationships/slide" Target="slides/slide30.xml"/><Relationship Id="rId36" Type="http://schemas.openxmlformats.org/officeDocument/2006/relationships/slide" Target="slides/slide29.xml"/><Relationship Id="rId39" Type="http://schemas.openxmlformats.org/officeDocument/2006/relationships/slide" Target="slides/slide32.xml"/><Relationship Id="rId38" Type="http://schemas.openxmlformats.org/officeDocument/2006/relationships/slide" Target="slides/slide31.xml"/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29" Type="http://schemas.openxmlformats.org/officeDocument/2006/relationships/slide" Target="slides/slide22.xml"/><Relationship Id="rId95" Type="http://schemas.openxmlformats.org/officeDocument/2006/relationships/slide" Target="slides/slide88.xml"/><Relationship Id="rId94" Type="http://schemas.openxmlformats.org/officeDocument/2006/relationships/slide" Target="slides/slide87.xml"/><Relationship Id="rId97" Type="http://schemas.openxmlformats.org/officeDocument/2006/relationships/slide" Target="slides/slide90.xml"/><Relationship Id="rId96" Type="http://schemas.openxmlformats.org/officeDocument/2006/relationships/slide" Target="slides/slide89.xml"/><Relationship Id="rId11" Type="http://schemas.openxmlformats.org/officeDocument/2006/relationships/slide" Target="slides/slide4.xml"/><Relationship Id="rId99" Type="http://schemas.openxmlformats.org/officeDocument/2006/relationships/font" Target="fonts/Tahoma-regular.fntdata"/><Relationship Id="rId10" Type="http://schemas.openxmlformats.org/officeDocument/2006/relationships/slide" Target="slides/slide3.xml"/><Relationship Id="rId98" Type="http://schemas.openxmlformats.org/officeDocument/2006/relationships/slide" Target="slides/slide91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91" Type="http://schemas.openxmlformats.org/officeDocument/2006/relationships/slide" Target="slides/slide84.xml"/><Relationship Id="rId90" Type="http://schemas.openxmlformats.org/officeDocument/2006/relationships/slide" Target="slides/slide83.xml"/><Relationship Id="rId93" Type="http://schemas.openxmlformats.org/officeDocument/2006/relationships/slide" Target="slides/slide86.xml"/><Relationship Id="rId92" Type="http://schemas.openxmlformats.org/officeDocument/2006/relationships/slide" Target="slides/slide8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Relationship Id="rId84" Type="http://schemas.openxmlformats.org/officeDocument/2006/relationships/slide" Target="slides/slide77.xml"/><Relationship Id="rId83" Type="http://schemas.openxmlformats.org/officeDocument/2006/relationships/slide" Target="slides/slide76.xml"/><Relationship Id="rId86" Type="http://schemas.openxmlformats.org/officeDocument/2006/relationships/slide" Target="slides/slide79.xml"/><Relationship Id="rId85" Type="http://schemas.openxmlformats.org/officeDocument/2006/relationships/slide" Target="slides/slide78.xml"/><Relationship Id="rId88" Type="http://schemas.openxmlformats.org/officeDocument/2006/relationships/slide" Target="slides/slide81.xml"/><Relationship Id="rId87" Type="http://schemas.openxmlformats.org/officeDocument/2006/relationships/slide" Target="slides/slide80.xml"/><Relationship Id="rId89" Type="http://schemas.openxmlformats.org/officeDocument/2006/relationships/slide" Target="slides/slide82.xml"/><Relationship Id="rId80" Type="http://schemas.openxmlformats.org/officeDocument/2006/relationships/slide" Target="slides/slide73.xml"/><Relationship Id="rId82" Type="http://schemas.openxmlformats.org/officeDocument/2006/relationships/slide" Target="slides/slide75.xml"/><Relationship Id="rId81" Type="http://schemas.openxmlformats.org/officeDocument/2006/relationships/slide" Target="slides/slide74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73" Type="http://schemas.openxmlformats.org/officeDocument/2006/relationships/slide" Target="slides/slide66.xml"/><Relationship Id="rId72" Type="http://schemas.openxmlformats.org/officeDocument/2006/relationships/slide" Target="slides/slide65.xml"/><Relationship Id="rId75" Type="http://schemas.openxmlformats.org/officeDocument/2006/relationships/slide" Target="slides/slide68.xml"/><Relationship Id="rId74" Type="http://schemas.openxmlformats.org/officeDocument/2006/relationships/slide" Target="slides/slide67.xml"/><Relationship Id="rId77" Type="http://schemas.openxmlformats.org/officeDocument/2006/relationships/slide" Target="slides/slide70.xml"/><Relationship Id="rId76" Type="http://schemas.openxmlformats.org/officeDocument/2006/relationships/slide" Target="slides/slide69.xml"/><Relationship Id="rId79" Type="http://schemas.openxmlformats.org/officeDocument/2006/relationships/slide" Target="slides/slide72.xml"/><Relationship Id="rId78" Type="http://schemas.openxmlformats.org/officeDocument/2006/relationships/slide" Target="slides/slide71.xml"/><Relationship Id="rId71" Type="http://schemas.openxmlformats.org/officeDocument/2006/relationships/slide" Target="slides/slide64.xml"/><Relationship Id="rId70" Type="http://schemas.openxmlformats.org/officeDocument/2006/relationships/slide" Target="slides/slide63.xml"/><Relationship Id="rId62" Type="http://schemas.openxmlformats.org/officeDocument/2006/relationships/slide" Target="slides/slide55.xml"/><Relationship Id="rId61" Type="http://schemas.openxmlformats.org/officeDocument/2006/relationships/slide" Target="slides/slide54.xml"/><Relationship Id="rId64" Type="http://schemas.openxmlformats.org/officeDocument/2006/relationships/slide" Target="slides/slide57.xml"/><Relationship Id="rId63" Type="http://schemas.openxmlformats.org/officeDocument/2006/relationships/slide" Target="slides/slide56.xml"/><Relationship Id="rId66" Type="http://schemas.openxmlformats.org/officeDocument/2006/relationships/slide" Target="slides/slide59.xml"/><Relationship Id="rId65" Type="http://schemas.openxmlformats.org/officeDocument/2006/relationships/slide" Target="slides/slide58.xml"/><Relationship Id="rId68" Type="http://schemas.openxmlformats.org/officeDocument/2006/relationships/slide" Target="slides/slide61.xml"/><Relationship Id="rId67" Type="http://schemas.openxmlformats.org/officeDocument/2006/relationships/slide" Target="slides/slide60.xml"/><Relationship Id="rId60" Type="http://schemas.openxmlformats.org/officeDocument/2006/relationships/slide" Target="slides/slide53.xml"/><Relationship Id="rId69" Type="http://schemas.openxmlformats.org/officeDocument/2006/relationships/slide" Target="slides/slide62.xml"/><Relationship Id="rId51" Type="http://schemas.openxmlformats.org/officeDocument/2006/relationships/slide" Target="slides/slide44.xml"/><Relationship Id="rId50" Type="http://schemas.openxmlformats.org/officeDocument/2006/relationships/slide" Target="slides/slide43.xml"/><Relationship Id="rId53" Type="http://schemas.openxmlformats.org/officeDocument/2006/relationships/slide" Target="slides/slide46.xml"/><Relationship Id="rId52" Type="http://schemas.openxmlformats.org/officeDocument/2006/relationships/slide" Target="slides/slide45.xml"/><Relationship Id="rId55" Type="http://schemas.openxmlformats.org/officeDocument/2006/relationships/slide" Target="slides/slide48.xml"/><Relationship Id="rId54" Type="http://schemas.openxmlformats.org/officeDocument/2006/relationships/slide" Target="slides/slide47.xml"/><Relationship Id="rId57" Type="http://schemas.openxmlformats.org/officeDocument/2006/relationships/slide" Target="slides/slide50.xml"/><Relationship Id="rId56" Type="http://schemas.openxmlformats.org/officeDocument/2006/relationships/slide" Target="slides/slide49.xml"/><Relationship Id="rId59" Type="http://schemas.openxmlformats.org/officeDocument/2006/relationships/slide" Target="slides/slide52.xml"/><Relationship Id="rId58" Type="http://schemas.openxmlformats.org/officeDocument/2006/relationships/slide" Target="slides/slide51.xml"/></Relationships>
</file>

<file path=ppt/drawings/_rels/vmlDrawing1.vml.rels><?xml version="1.0" encoding="UTF-8" standalone="yes"?><Relationships xmlns="http://schemas.openxmlformats.org/package/2006/relationships"><Relationship Id="rId1" Type="http://schemas.openxmlformats.org/officeDocument/2006/relationships/image" Target="../media/image5.png"/></Relationships>
</file>

<file path=ppt/drawings/_rels/vmlDrawing2.vml.rels><?xml version="1.0" encoding="UTF-8" standalone="yes"?><Relationships xmlns="http://schemas.openxmlformats.org/package/2006/relationships"><Relationship Id="rId1" Type="http://schemas.openxmlformats.org/officeDocument/2006/relationships/image" Target="../media/image4.png"/></Relationships>
</file>

<file path=ppt/drawings/_rels/vmlDrawing3.vml.rels><?xml version="1.0" encoding="UTF-8" standalone="yes"?><Relationships xmlns="http://schemas.openxmlformats.org/package/2006/relationships"><Relationship Id="rId1" Type="http://schemas.openxmlformats.org/officeDocument/2006/relationships/image" Target="../media/image2.png"/></Relationships>
</file>

<file path=ppt/drawings/_rels/vmlDrawing4.vml.rels><?xml version="1.0" encoding="UTF-8" standalone="yes"?><Relationships xmlns="http://schemas.openxmlformats.org/package/2006/relationships"><Relationship Id="rId1" Type="http://schemas.openxmlformats.org/officeDocument/2006/relationships/image" Target="../media/image3.png"/></Relationships>
</file>

<file path=ppt/drawings/_rels/vmlDrawing5.vml.rels><?xml version="1.0" encoding="UTF-8" standalone="yes"?>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image" Target="../media/image19.png"/></Relationships>
</file>

<file path=ppt/drawings/_rels/vmlDrawing6.vml.rels><?xml version="1.0" encoding="UTF-8" standalone="yes"?><Relationships xmlns="http://schemas.openxmlformats.org/package/2006/relationships"><Relationship Id="rId1" Type="http://schemas.openxmlformats.org/officeDocument/2006/relationships/image" Target="../media/image20.png"/></Relationships>
</file>

<file path=ppt/drawings/_rels/vmlDrawing7.vml.rels><?xml version="1.0" encoding="UTF-8" standalone="yes"?><Relationships xmlns="http://schemas.openxmlformats.org/package/2006/relationships"><Relationship Id="rId1" Type="http://schemas.openxmlformats.org/officeDocument/2006/relationships/image" Target="../media/image6.png"/></Relationships>
</file>

<file path=ppt/drawings/_rels/vmlDrawing8.vml.rels><?xml version="1.0" encoding="UTF-8" standalone="yes"?><Relationships xmlns="http://schemas.openxmlformats.org/package/2006/relationships"><Relationship Id="rId1" Type="http://schemas.openxmlformats.org/officeDocument/2006/relationships/image" Target="../media/image7.png"/></Relationships>
</file>

<file path=ppt/drawings/_rels/vmlDrawing9.vml.rels><?xml version="1.0" encoding="UTF-8" standalone="yes"?><Relationships xmlns="http://schemas.openxmlformats.org/package/2006/relationships"><Relationship Id="rId1" Type="http://schemas.openxmlformats.org/officeDocument/2006/relationships/image" Target="../media/image8.png"/></Relationships>
</file>

<file path=ppt/drawings/_rels/vmlDrawing10.vml.rels><?xml version="1.0" encoding="UTF-8" standalone="yes"?><Relationships xmlns="http://schemas.openxmlformats.org/package/2006/relationships"><Relationship Id="rId1" Type="http://schemas.openxmlformats.org/officeDocument/2006/relationships/image" Target="../media/image24.png"/></Relationships>
</file>

<file path=ppt/drawings/_rels/vmlDrawing11.vml.rels><?xml version="1.0" encoding="UTF-8" standalone="yes"?><Relationships xmlns="http://schemas.openxmlformats.org/package/2006/relationships"><Relationship Id="rId1" Type="http://schemas.openxmlformats.org/officeDocument/2006/relationships/image" Target="../media/image23.png"/></Relationships>
</file>

<file path=ppt/drawings/_rels/vmlDrawing12.vml.rels><?xml version="1.0" encoding="UTF-8" standalone="yes"?><Relationships xmlns="http://schemas.openxmlformats.org/package/2006/relationships"><Relationship Id="rId1" Type="http://schemas.openxmlformats.org/officeDocument/2006/relationships/image" Target="../media/image12.png"/></Relationships>
</file>

<file path=ppt/drawings/_rels/vmlDrawing13.vml.rels><?xml version="1.0" encoding="UTF-8" standalone="yes"?><Relationships xmlns="http://schemas.openxmlformats.org/package/2006/relationships"><Relationship Id="rId1" Type="http://schemas.openxmlformats.org/officeDocument/2006/relationships/image" Target="../media/image11.png"/></Relationships>
</file>

<file path=ppt/drawings/_rels/vmlDrawing14.vml.rels><?xml version="1.0" encoding="UTF-8" standalone="yes"?><Relationships xmlns="http://schemas.openxmlformats.org/package/2006/relationships"><Relationship Id="rId1" Type="http://schemas.openxmlformats.org/officeDocument/2006/relationships/image" Target="../media/image9.png"/></Relationships>
</file>

<file path=ppt/drawings/_rels/vmlDrawing15.vml.rels><?xml version="1.0" encoding="UTF-8" standalone="yes"?><Relationships xmlns="http://schemas.openxmlformats.org/package/2006/relationships"><Relationship Id="rId1" Type="http://schemas.openxmlformats.org/officeDocument/2006/relationships/image" Target="../media/image10.png"/></Relationships>
</file>

<file path=ppt/drawings/_rels/vmlDrawing16.vml.rels><?xml version="1.0" encoding="UTF-8" standalone="yes"?><Relationships xmlns="http://schemas.openxmlformats.org/package/2006/relationships"><Relationship Id="rId1" Type="http://schemas.openxmlformats.org/officeDocument/2006/relationships/image" Target="../media/image8.png"/></Relationships>
</file>

<file path=ppt/drawings/_rels/vmlDrawing17.vml.rels><?xml version="1.0" encoding="UTF-8" standalone="yes"?><Relationships xmlns="http://schemas.openxmlformats.org/package/2006/relationships"><Relationship Id="rId1" Type="http://schemas.openxmlformats.org/officeDocument/2006/relationships/image" Target="../media/image8.png"/></Relationships>
</file>

<file path=ppt/drawings/_rels/vmlDrawing18.vml.rels><?xml version="1.0" encoding="UTF-8" standalone="yes"?><Relationships xmlns="http://schemas.openxmlformats.org/package/2006/relationships"><Relationship Id="rId1" Type="http://schemas.openxmlformats.org/officeDocument/2006/relationships/image" Target="../media/image8.png"/></Relationships>
</file>

<file path=ppt/drawings/_rels/vmlDrawing19.vml.rels><?xml version="1.0" encoding="UTF-8" standalone="yes"?><Relationships xmlns="http://schemas.openxmlformats.org/package/2006/relationships"><Relationship Id="rId1" Type="http://schemas.openxmlformats.org/officeDocument/2006/relationships/image" Target="../media/image8.png"/></Relationships>
</file>

<file path=ppt/drawings/_rels/vmlDrawing20.vml.rels><?xml version="1.0" encoding="UTF-8" standalone="yes"?><Relationships xmlns="http://schemas.openxmlformats.org/package/2006/relationships"><Relationship Id="rId1" Type="http://schemas.openxmlformats.org/officeDocument/2006/relationships/image" Target="../media/image25.png"/></Relationships>
</file>

<file path=ppt/drawings/_rels/vmlDrawing21.vml.rels><?xml version="1.0" encoding="UTF-8" standalone="yes"?><Relationships xmlns="http://schemas.openxmlformats.org/package/2006/relationships"><Relationship Id="rId1" Type="http://schemas.openxmlformats.org/officeDocument/2006/relationships/image" Target="../media/image26.png"/></Relationships>
</file>

<file path=ppt/drawings/_rels/vmlDrawing22.vml.rels><?xml version="1.0" encoding="UTF-8" standalone="yes"?><Relationships xmlns="http://schemas.openxmlformats.org/package/2006/relationships"><Relationship Id="rId1" Type="http://schemas.openxmlformats.org/officeDocument/2006/relationships/image" Target="../media/image23.png"/></Relationships>
</file>

<file path=ppt/drawings/_rels/vmlDrawing23.vml.rels><?xml version="1.0" encoding="UTF-8" standalone="yes"?><Relationships xmlns="http://schemas.openxmlformats.org/package/2006/relationships"><Relationship Id="rId1" Type="http://schemas.openxmlformats.org/officeDocument/2006/relationships/image" Target="../media/image23.png"/></Relationships>
</file>

<file path=ppt/drawings/_rels/vmlDrawing24.vml.rels><?xml version="1.0" encoding="UTF-8" standalone="yes"?>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image" Target="../media/image15.png"/></Relationships>
</file>

<file path=ppt/drawings/_rels/vmlDrawing25.vml.rels><?xml version="1.0" encoding="UTF-8" standalone="yes"?>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image" Target="../media/image16.png"/></Relationships>
</file>

<file path=ppt/drawings/_rels/vmlDrawing26.vml.rels><?xml version="1.0" encoding="UTF-8" standalone="yes"?><Relationships xmlns="http://schemas.openxmlformats.org/package/2006/relationships"><Relationship Id="rId1" Type="http://schemas.openxmlformats.org/officeDocument/2006/relationships/image" Target="../media/image27.png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/>
        </p:nvSpPr>
        <p:spPr>
          <a:xfrm>
            <a:off x="0" y="0"/>
            <a:ext cx="7315200" cy="9601200"/>
          </a:xfrm>
          <a:prstGeom prst="roundRect">
            <a:avLst>
              <a:gd fmla="val 4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" name="Google Shape;4;n"/>
          <p:cNvSpPr/>
          <p:nvPr/>
        </p:nvSpPr>
        <p:spPr>
          <a:xfrm>
            <a:off x="0" y="0"/>
            <a:ext cx="7315200" cy="9601200"/>
          </a:xfrm>
          <a:prstGeom prst="roundRect">
            <a:avLst>
              <a:gd fmla="val 4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" name="Google Shape;5;n"/>
          <p:cNvSpPr txBox="1"/>
          <p:nvPr/>
        </p:nvSpPr>
        <p:spPr>
          <a:xfrm>
            <a:off x="0" y="0"/>
            <a:ext cx="3178175" cy="466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" name="Google Shape;6;n"/>
          <p:cNvSpPr txBox="1"/>
          <p:nvPr/>
        </p:nvSpPr>
        <p:spPr>
          <a:xfrm>
            <a:off x="4152900" y="0"/>
            <a:ext cx="3176587" cy="466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" name="Google Shape;7;n"/>
          <p:cNvSpPr/>
          <p:nvPr>
            <p:ph idx="2" type="sldImg"/>
          </p:nvPr>
        </p:nvSpPr>
        <p:spPr>
          <a:xfrm>
            <a:off x="1227137" y="700087"/>
            <a:ext cx="4878387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sq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8" name="Google Shape;8;n"/>
          <p:cNvSpPr txBox="1"/>
          <p:nvPr>
            <p:ph idx="1" type="body"/>
          </p:nvPr>
        </p:nvSpPr>
        <p:spPr>
          <a:xfrm>
            <a:off x="974725" y="4594225"/>
            <a:ext cx="5373687" cy="4278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7500" lIns="95025" spcFirstLastPara="1" rIns="95025" wrap="square" tIns="475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9" name="Google Shape;9;n"/>
          <p:cNvSpPr txBox="1"/>
          <p:nvPr/>
        </p:nvSpPr>
        <p:spPr>
          <a:xfrm>
            <a:off x="0" y="9109075"/>
            <a:ext cx="3178175" cy="468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" name="Google Shape;10;n"/>
          <p:cNvSpPr txBox="1"/>
          <p:nvPr>
            <p:ph idx="12" type="sldNum"/>
          </p:nvPr>
        </p:nvSpPr>
        <p:spPr>
          <a:xfrm>
            <a:off x="4152900" y="9109075"/>
            <a:ext cx="3173412" cy="465137"/>
          </a:xfrm>
          <a:prstGeom prst="rect">
            <a:avLst/>
          </a:prstGeom>
          <a:noFill/>
          <a:ln>
            <a:noFill/>
          </a:ln>
        </p:spPr>
        <p:txBody>
          <a:bodyPr anchorCtr="0" anchor="b" bIns="47500" lIns="95025" spcFirstLastPara="1" rIns="95025" wrap="square" tIns="47500">
            <a:noAutofit/>
          </a:bodyPr>
          <a:lstStyle/>
          <a:p>
            <a:pPr indent="-214311" lvl="0" marL="21590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None/>
            </a:pPr>
            <a:fld id="{00000000-1234-1234-1234-123412341234}" type="slidenum">
              <a:rPr b="0" i="0" lang="en-US" sz="11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:notes"/>
          <p:cNvSpPr txBox="1"/>
          <p:nvPr/>
        </p:nvSpPr>
        <p:spPr>
          <a:xfrm>
            <a:off x="4152900" y="9109075"/>
            <a:ext cx="3173412" cy="465137"/>
          </a:xfrm>
          <a:prstGeom prst="rect">
            <a:avLst/>
          </a:prstGeom>
          <a:noFill/>
          <a:ln>
            <a:noFill/>
          </a:ln>
        </p:spPr>
        <p:txBody>
          <a:bodyPr anchorCtr="0" anchor="b" bIns="47500" lIns="95025" spcFirstLastPara="1" rIns="95025" wrap="square" tIns="47500">
            <a:noAutofit/>
          </a:bodyPr>
          <a:lstStyle/>
          <a:p>
            <a:pPr indent="-214311" lvl="0" marL="21590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None/>
            </a:pPr>
            <a:fld id="{00000000-1234-1234-1234-123412341234}" type="slidenum">
              <a:rPr b="0" i="0" lang="en-US" sz="11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118" name="Google Shape;118;p1:notes"/>
          <p:cNvSpPr txBox="1"/>
          <p:nvPr/>
        </p:nvSpPr>
        <p:spPr>
          <a:xfrm>
            <a:off x="4152900" y="9109075"/>
            <a:ext cx="3176587" cy="468312"/>
          </a:xfrm>
          <a:prstGeom prst="rect">
            <a:avLst/>
          </a:prstGeom>
          <a:noFill/>
          <a:ln>
            <a:noFill/>
          </a:ln>
        </p:spPr>
        <p:txBody>
          <a:bodyPr anchorCtr="0" anchor="b" bIns="47500" lIns="95025" spcFirstLastPara="1" rIns="95025" wrap="square" tIns="475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None/>
            </a:pPr>
            <a:fld id="{00000000-1234-1234-1234-123412341234}" type="slidenum">
              <a:rPr b="0" i="0" lang="en-US" sz="11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119" name="Google Shape;119;p1:notes"/>
          <p:cNvSpPr/>
          <p:nvPr>
            <p:ph idx="2" type="sldImg"/>
          </p:nvPr>
        </p:nvSpPr>
        <p:spPr>
          <a:xfrm>
            <a:off x="1227137" y="700087"/>
            <a:ext cx="4881562" cy="36607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20" name="Google Shape;120;p1:notes"/>
          <p:cNvSpPr txBox="1"/>
          <p:nvPr/>
        </p:nvSpPr>
        <p:spPr>
          <a:xfrm>
            <a:off x="974725" y="4594225"/>
            <a:ext cx="5376862" cy="42814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1" name="Google Shape;121;p1:notes"/>
          <p:cNvSpPr txBox="1"/>
          <p:nvPr>
            <p:ph idx="1" type="body"/>
          </p:nvPr>
        </p:nvSpPr>
        <p:spPr>
          <a:xfrm>
            <a:off x="974725" y="4594225"/>
            <a:ext cx="5373687" cy="4278312"/>
          </a:xfrm>
          <a:prstGeom prst="rect">
            <a:avLst/>
          </a:prstGeom>
        </p:spPr>
        <p:txBody>
          <a:bodyPr anchorCtr="0" anchor="ctr" bIns="47500" lIns="95025" spcFirstLastPara="1" rIns="95025" wrap="square" tIns="47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:notes"/>
          <p:cNvSpPr txBox="1"/>
          <p:nvPr/>
        </p:nvSpPr>
        <p:spPr>
          <a:xfrm>
            <a:off x="4152900" y="9109075"/>
            <a:ext cx="3173412" cy="465137"/>
          </a:xfrm>
          <a:prstGeom prst="rect">
            <a:avLst/>
          </a:prstGeom>
          <a:noFill/>
          <a:ln>
            <a:noFill/>
          </a:ln>
        </p:spPr>
        <p:txBody>
          <a:bodyPr anchorCtr="0" anchor="b" bIns="47500" lIns="95025" spcFirstLastPara="1" rIns="95025" wrap="square" tIns="47500">
            <a:noAutofit/>
          </a:bodyPr>
          <a:lstStyle/>
          <a:p>
            <a:pPr indent="-214311" lvl="0" marL="21590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None/>
            </a:pPr>
            <a:fld id="{00000000-1234-1234-1234-123412341234}" type="slidenum">
              <a:rPr b="0" i="0" lang="en-US" sz="11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126" name="Google Shape;126;p2:notes"/>
          <p:cNvSpPr txBox="1"/>
          <p:nvPr/>
        </p:nvSpPr>
        <p:spPr>
          <a:xfrm>
            <a:off x="1138237" y="317500"/>
            <a:ext cx="5038725" cy="3740150"/>
          </a:xfrm>
          <a:prstGeom prst="rect">
            <a:avLst/>
          </a:prstGeom>
          <a:solidFill>
            <a:srgbClr val="FFFFFF"/>
          </a:solidFill>
          <a:ln cap="sq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7" name="Google Shape;127;p2:notes"/>
          <p:cNvSpPr txBox="1"/>
          <p:nvPr/>
        </p:nvSpPr>
        <p:spPr>
          <a:xfrm>
            <a:off x="536575" y="4532312"/>
            <a:ext cx="6245225" cy="42624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8" name="Google Shape;128;p2:notes"/>
          <p:cNvSpPr txBox="1"/>
          <p:nvPr>
            <p:ph idx="1" type="body"/>
          </p:nvPr>
        </p:nvSpPr>
        <p:spPr>
          <a:xfrm>
            <a:off x="974725" y="4594225"/>
            <a:ext cx="5373687" cy="4278312"/>
          </a:xfrm>
          <a:prstGeom prst="rect">
            <a:avLst/>
          </a:prstGeom>
        </p:spPr>
        <p:txBody>
          <a:bodyPr anchorCtr="0" anchor="ctr" bIns="47500" lIns="95025" spcFirstLastPara="1" rIns="95025" wrap="square" tIns="47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2:notes"/>
          <p:cNvSpPr/>
          <p:nvPr>
            <p:ph idx="2" type="sldImg"/>
          </p:nvPr>
        </p:nvSpPr>
        <p:spPr>
          <a:xfrm>
            <a:off x="1227137" y="700087"/>
            <a:ext cx="4878387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3:notes"/>
          <p:cNvSpPr txBox="1"/>
          <p:nvPr/>
        </p:nvSpPr>
        <p:spPr>
          <a:xfrm>
            <a:off x="4152900" y="9109075"/>
            <a:ext cx="3173412" cy="465137"/>
          </a:xfrm>
          <a:prstGeom prst="rect">
            <a:avLst/>
          </a:prstGeom>
          <a:noFill/>
          <a:ln>
            <a:noFill/>
          </a:ln>
        </p:spPr>
        <p:txBody>
          <a:bodyPr anchorCtr="0" anchor="b" bIns="47500" lIns="95025" spcFirstLastPara="1" rIns="95025" wrap="square" tIns="47500">
            <a:noAutofit/>
          </a:bodyPr>
          <a:lstStyle/>
          <a:p>
            <a:pPr indent="-214311" lvl="0" marL="21590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None/>
            </a:pPr>
            <a:fld id="{00000000-1234-1234-1234-123412341234}" type="slidenum">
              <a:rPr b="0" i="0" lang="en-US" sz="11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135" name="Google Shape;135;p3:notes"/>
          <p:cNvSpPr/>
          <p:nvPr>
            <p:ph idx="2" type="sldImg"/>
          </p:nvPr>
        </p:nvSpPr>
        <p:spPr>
          <a:xfrm>
            <a:off x="1227137" y="700087"/>
            <a:ext cx="4881562" cy="36607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36" name="Google Shape;136;p3:notes"/>
          <p:cNvSpPr txBox="1"/>
          <p:nvPr/>
        </p:nvSpPr>
        <p:spPr>
          <a:xfrm>
            <a:off x="974725" y="4594225"/>
            <a:ext cx="5376862" cy="42814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7" name="Google Shape;137;p3:notes"/>
          <p:cNvSpPr txBox="1"/>
          <p:nvPr>
            <p:ph idx="1" type="body"/>
          </p:nvPr>
        </p:nvSpPr>
        <p:spPr>
          <a:xfrm>
            <a:off x="974725" y="4594225"/>
            <a:ext cx="5373687" cy="4278312"/>
          </a:xfrm>
          <a:prstGeom prst="rect">
            <a:avLst/>
          </a:prstGeom>
        </p:spPr>
        <p:txBody>
          <a:bodyPr anchorCtr="0" anchor="ctr" bIns="47500" lIns="95025" spcFirstLastPara="1" rIns="95025" wrap="square" tIns="47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4:notes"/>
          <p:cNvSpPr txBox="1"/>
          <p:nvPr/>
        </p:nvSpPr>
        <p:spPr>
          <a:xfrm>
            <a:off x="4152900" y="9109075"/>
            <a:ext cx="3173412" cy="465137"/>
          </a:xfrm>
          <a:prstGeom prst="rect">
            <a:avLst/>
          </a:prstGeom>
          <a:noFill/>
          <a:ln>
            <a:noFill/>
          </a:ln>
        </p:spPr>
        <p:txBody>
          <a:bodyPr anchorCtr="0" anchor="b" bIns="47500" lIns="95025" spcFirstLastPara="1" rIns="95025" wrap="square" tIns="47500">
            <a:noAutofit/>
          </a:bodyPr>
          <a:lstStyle/>
          <a:p>
            <a:pPr indent="-214311" lvl="0" marL="21590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None/>
            </a:pPr>
            <a:fld id="{00000000-1234-1234-1234-123412341234}" type="slidenum">
              <a:rPr b="0" i="0" lang="en-US" sz="11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144" name="Google Shape;144;p4:notes"/>
          <p:cNvSpPr/>
          <p:nvPr>
            <p:ph idx="2" type="sldImg"/>
          </p:nvPr>
        </p:nvSpPr>
        <p:spPr>
          <a:xfrm>
            <a:off x="1258887" y="728662"/>
            <a:ext cx="4791075" cy="3594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45" name="Google Shape;145;p4:notes"/>
          <p:cNvSpPr txBox="1"/>
          <p:nvPr/>
        </p:nvSpPr>
        <p:spPr>
          <a:xfrm>
            <a:off x="1131887" y="4567237"/>
            <a:ext cx="5051425" cy="36845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6" name="Google Shape;146;p4:notes"/>
          <p:cNvSpPr txBox="1"/>
          <p:nvPr>
            <p:ph idx="1" type="body"/>
          </p:nvPr>
        </p:nvSpPr>
        <p:spPr>
          <a:xfrm>
            <a:off x="974725" y="4594225"/>
            <a:ext cx="5373687" cy="4278312"/>
          </a:xfrm>
          <a:prstGeom prst="rect">
            <a:avLst/>
          </a:prstGeom>
        </p:spPr>
        <p:txBody>
          <a:bodyPr anchorCtr="0" anchor="ctr" bIns="47500" lIns="95025" spcFirstLastPara="1" rIns="95025" wrap="square" tIns="47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5:notes"/>
          <p:cNvSpPr txBox="1"/>
          <p:nvPr/>
        </p:nvSpPr>
        <p:spPr>
          <a:xfrm>
            <a:off x="4152900" y="9109075"/>
            <a:ext cx="3173412" cy="465137"/>
          </a:xfrm>
          <a:prstGeom prst="rect">
            <a:avLst/>
          </a:prstGeom>
          <a:noFill/>
          <a:ln>
            <a:noFill/>
          </a:ln>
        </p:spPr>
        <p:txBody>
          <a:bodyPr anchorCtr="0" anchor="b" bIns="47500" lIns="95025" spcFirstLastPara="1" rIns="95025" wrap="square" tIns="47500">
            <a:noAutofit/>
          </a:bodyPr>
          <a:lstStyle/>
          <a:p>
            <a:pPr indent="-214311" lvl="0" marL="21590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None/>
            </a:pPr>
            <a:fld id="{00000000-1234-1234-1234-123412341234}" type="slidenum">
              <a:rPr b="0" i="0" lang="en-US" sz="11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152" name="Google Shape;152;p5:notes"/>
          <p:cNvSpPr/>
          <p:nvPr>
            <p:ph idx="2" type="sldImg"/>
          </p:nvPr>
        </p:nvSpPr>
        <p:spPr>
          <a:xfrm>
            <a:off x="1258887" y="728662"/>
            <a:ext cx="4791075" cy="3594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53" name="Google Shape;153;p5:notes"/>
          <p:cNvSpPr txBox="1"/>
          <p:nvPr/>
        </p:nvSpPr>
        <p:spPr>
          <a:xfrm>
            <a:off x="1131887" y="4567237"/>
            <a:ext cx="5051425" cy="36845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4" name="Google Shape;154;p5:notes"/>
          <p:cNvSpPr txBox="1"/>
          <p:nvPr>
            <p:ph idx="1" type="body"/>
          </p:nvPr>
        </p:nvSpPr>
        <p:spPr>
          <a:xfrm>
            <a:off x="974725" y="4594225"/>
            <a:ext cx="5373687" cy="4278312"/>
          </a:xfrm>
          <a:prstGeom prst="rect">
            <a:avLst/>
          </a:prstGeom>
        </p:spPr>
        <p:txBody>
          <a:bodyPr anchorCtr="0" anchor="ctr" bIns="47500" lIns="95025" spcFirstLastPara="1" rIns="95025" wrap="square" tIns="47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6:notes"/>
          <p:cNvSpPr txBox="1"/>
          <p:nvPr/>
        </p:nvSpPr>
        <p:spPr>
          <a:xfrm>
            <a:off x="4152900" y="9109075"/>
            <a:ext cx="3173412" cy="465137"/>
          </a:xfrm>
          <a:prstGeom prst="rect">
            <a:avLst/>
          </a:prstGeom>
          <a:noFill/>
          <a:ln>
            <a:noFill/>
          </a:ln>
        </p:spPr>
        <p:txBody>
          <a:bodyPr anchorCtr="0" anchor="b" bIns="47500" lIns="95025" spcFirstLastPara="1" rIns="95025" wrap="square" tIns="47500">
            <a:noAutofit/>
          </a:bodyPr>
          <a:lstStyle/>
          <a:p>
            <a:pPr indent="-214311" lvl="0" marL="21590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None/>
            </a:pPr>
            <a:fld id="{00000000-1234-1234-1234-123412341234}" type="slidenum">
              <a:rPr b="0" i="0" lang="en-US" sz="11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172" name="Google Shape;172;p6:notes"/>
          <p:cNvSpPr txBox="1"/>
          <p:nvPr/>
        </p:nvSpPr>
        <p:spPr>
          <a:xfrm>
            <a:off x="1138237" y="317500"/>
            <a:ext cx="5038725" cy="3740150"/>
          </a:xfrm>
          <a:prstGeom prst="rect">
            <a:avLst/>
          </a:prstGeom>
          <a:solidFill>
            <a:srgbClr val="FFFFFF"/>
          </a:solidFill>
          <a:ln cap="sq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3" name="Google Shape;173;p6:notes"/>
          <p:cNvSpPr txBox="1"/>
          <p:nvPr/>
        </p:nvSpPr>
        <p:spPr>
          <a:xfrm>
            <a:off x="536575" y="4532312"/>
            <a:ext cx="6245225" cy="42624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4" name="Google Shape;174;p6:notes"/>
          <p:cNvSpPr txBox="1"/>
          <p:nvPr>
            <p:ph idx="1" type="body"/>
          </p:nvPr>
        </p:nvSpPr>
        <p:spPr>
          <a:xfrm>
            <a:off x="974725" y="4594225"/>
            <a:ext cx="5373687" cy="4278312"/>
          </a:xfrm>
          <a:prstGeom prst="rect">
            <a:avLst/>
          </a:prstGeom>
        </p:spPr>
        <p:txBody>
          <a:bodyPr anchorCtr="0" anchor="ctr" bIns="47500" lIns="95025" spcFirstLastPara="1" rIns="95025" wrap="square" tIns="47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6:notes"/>
          <p:cNvSpPr/>
          <p:nvPr>
            <p:ph idx="2" type="sldImg"/>
          </p:nvPr>
        </p:nvSpPr>
        <p:spPr>
          <a:xfrm>
            <a:off x="1227137" y="700087"/>
            <a:ext cx="4878387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7:notes"/>
          <p:cNvSpPr txBox="1"/>
          <p:nvPr/>
        </p:nvSpPr>
        <p:spPr>
          <a:xfrm>
            <a:off x="4152900" y="9109075"/>
            <a:ext cx="3173412" cy="465137"/>
          </a:xfrm>
          <a:prstGeom prst="rect">
            <a:avLst/>
          </a:prstGeom>
          <a:noFill/>
          <a:ln>
            <a:noFill/>
          </a:ln>
        </p:spPr>
        <p:txBody>
          <a:bodyPr anchorCtr="0" anchor="b" bIns="47500" lIns="95025" spcFirstLastPara="1" rIns="95025" wrap="square" tIns="47500">
            <a:noAutofit/>
          </a:bodyPr>
          <a:lstStyle/>
          <a:p>
            <a:pPr indent="-214311" lvl="0" marL="21590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None/>
            </a:pPr>
            <a:fld id="{00000000-1234-1234-1234-123412341234}" type="slidenum">
              <a:rPr b="0" i="0" lang="en-US" sz="11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189" name="Google Shape;189;p7:notes"/>
          <p:cNvSpPr/>
          <p:nvPr>
            <p:ph idx="2" type="sldImg"/>
          </p:nvPr>
        </p:nvSpPr>
        <p:spPr>
          <a:xfrm>
            <a:off x="1258887" y="728662"/>
            <a:ext cx="4791075" cy="3594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90" name="Google Shape;190;p7:notes"/>
          <p:cNvSpPr txBox="1"/>
          <p:nvPr/>
        </p:nvSpPr>
        <p:spPr>
          <a:xfrm>
            <a:off x="1131887" y="4567237"/>
            <a:ext cx="5051425" cy="36845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1" name="Google Shape;191;p7:notes"/>
          <p:cNvSpPr txBox="1"/>
          <p:nvPr>
            <p:ph idx="1" type="body"/>
          </p:nvPr>
        </p:nvSpPr>
        <p:spPr>
          <a:xfrm>
            <a:off x="974725" y="4594225"/>
            <a:ext cx="5373687" cy="4278312"/>
          </a:xfrm>
          <a:prstGeom prst="rect">
            <a:avLst/>
          </a:prstGeom>
        </p:spPr>
        <p:txBody>
          <a:bodyPr anchorCtr="0" anchor="ctr" bIns="47500" lIns="95025" spcFirstLastPara="1" rIns="95025" wrap="square" tIns="47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8:notes"/>
          <p:cNvSpPr txBox="1"/>
          <p:nvPr/>
        </p:nvSpPr>
        <p:spPr>
          <a:xfrm>
            <a:off x="4152900" y="9109075"/>
            <a:ext cx="3173412" cy="465137"/>
          </a:xfrm>
          <a:prstGeom prst="rect">
            <a:avLst/>
          </a:prstGeom>
          <a:noFill/>
          <a:ln>
            <a:noFill/>
          </a:ln>
        </p:spPr>
        <p:txBody>
          <a:bodyPr anchorCtr="0" anchor="b" bIns="47500" lIns="95025" spcFirstLastPara="1" rIns="95025" wrap="square" tIns="47500">
            <a:noAutofit/>
          </a:bodyPr>
          <a:lstStyle/>
          <a:p>
            <a:pPr indent="-214311" lvl="0" marL="21590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None/>
            </a:pPr>
            <a:fld id="{00000000-1234-1234-1234-123412341234}" type="slidenum">
              <a:rPr b="0" i="0" lang="en-US" sz="11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197" name="Google Shape;197;p8:notes"/>
          <p:cNvSpPr/>
          <p:nvPr>
            <p:ph idx="2" type="sldImg"/>
          </p:nvPr>
        </p:nvSpPr>
        <p:spPr>
          <a:xfrm>
            <a:off x="1227137" y="700087"/>
            <a:ext cx="4881562" cy="36607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98" name="Google Shape;198;p8:notes"/>
          <p:cNvSpPr txBox="1"/>
          <p:nvPr/>
        </p:nvSpPr>
        <p:spPr>
          <a:xfrm>
            <a:off x="974725" y="4594225"/>
            <a:ext cx="5376862" cy="42814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9" name="Google Shape;199;p8:notes"/>
          <p:cNvSpPr txBox="1"/>
          <p:nvPr>
            <p:ph idx="1" type="body"/>
          </p:nvPr>
        </p:nvSpPr>
        <p:spPr>
          <a:xfrm>
            <a:off x="974725" y="4594225"/>
            <a:ext cx="5373687" cy="4278312"/>
          </a:xfrm>
          <a:prstGeom prst="rect">
            <a:avLst/>
          </a:prstGeom>
        </p:spPr>
        <p:txBody>
          <a:bodyPr anchorCtr="0" anchor="ctr" bIns="47500" lIns="95025" spcFirstLastPara="1" rIns="95025" wrap="square" tIns="47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9:notes"/>
          <p:cNvSpPr txBox="1"/>
          <p:nvPr/>
        </p:nvSpPr>
        <p:spPr>
          <a:xfrm>
            <a:off x="4152900" y="9109075"/>
            <a:ext cx="3173412" cy="465137"/>
          </a:xfrm>
          <a:prstGeom prst="rect">
            <a:avLst/>
          </a:prstGeom>
          <a:noFill/>
          <a:ln>
            <a:noFill/>
          </a:ln>
        </p:spPr>
        <p:txBody>
          <a:bodyPr anchorCtr="0" anchor="b" bIns="47500" lIns="95025" spcFirstLastPara="1" rIns="95025" wrap="square" tIns="47500">
            <a:noAutofit/>
          </a:bodyPr>
          <a:lstStyle/>
          <a:p>
            <a:pPr indent="-214311" lvl="0" marL="21590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None/>
            </a:pPr>
            <a:fld id="{00000000-1234-1234-1234-123412341234}" type="slidenum">
              <a:rPr b="0" i="0" lang="en-US" sz="11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215" name="Google Shape;215;p9:notes"/>
          <p:cNvSpPr/>
          <p:nvPr>
            <p:ph idx="2" type="sldImg"/>
          </p:nvPr>
        </p:nvSpPr>
        <p:spPr>
          <a:xfrm>
            <a:off x="1227137" y="700087"/>
            <a:ext cx="4881562" cy="36607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216" name="Google Shape;216;p9:notes"/>
          <p:cNvSpPr txBox="1"/>
          <p:nvPr/>
        </p:nvSpPr>
        <p:spPr>
          <a:xfrm>
            <a:off x="974725" y="4594225"/>
            <a:ext cx="5376862" cy="42814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7" name="Google Shape;217;p9:notes"/>
          <p:cNvSpPr txBox="1"/>
          <p:nvPr>
            <p:ph idx="1" type="body"/>
          </p:nvPr>
        </p:nvSpPr>
        <p:spPr>
          <a:xfrm>
            <a:off x="974725" y="4594225"/>
            <a:ext cx="5373687" cy="4278312"/>
          </a:xfrm>
          <a:prstGeom prst="rect">
            <a:avLst/>
          </a:prstGeom>
        </p:spPr>
        <p:txBody>
          <a:bodyPr anchorCtr="0" anchor="ctr" bIns="47500" lIns="95025" spcFirstLastPara="1" rIns="95025" wrap="square" tIns="47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0:notes"/>
          <p:cNvSpPr txBox="1"/>
          <p:nvPr/>
        </p:nvSpPr>
        <p:spPr>
          <a:xfrm>
            <a:off x="4152900" y="9109075"/>
            <a:ext cx="3173412" cy="465137"/>
          </a:xfrm>
          <a:prstGeom prst="rect">
            <a:avLst/>
          </a:prstGeom>
          <a:noFill/>
          <a:ln>
            <a:noFill/>
          </a:ln>
        </p:spPr>
        <p:txBody>
          <a:bodyPr anchorCtr="0" anchor="b" bIns="47500" lIns="95025" spcFirstLastPara="1" rIns="95025" wrap="square" tIns="47500">
            <a:noAutofit/>
          </a:bodyPr>
          <a:lstStyle/>
          <a:p>
            <a:pPr indent="-214311" lvl="0" marL="21590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None/>
            </a:pPr>
            <a:fld id="{00000000-1234-1234-1234-123412341234}" type="slidenum">
              <a:rPr b="0" i="0" lang="en-US" sz="11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226" name="Google Shape;226;p10:notes"/>
          <p:cNvSpPr/>
          <p:nvPr>
            <p:ph idx="2" type="sldImg"/>
          </p:nvPr>
        </p:nvSpPr>
        <p:spPr>
          <a:xfrm>
            <a:off x="1227137" y="700087"/>
            <a:ext cx="4881562" cy="36607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227" name="Google Shape;227;p10:notes"/>
          <p:cNvSpPr txBox="1"/>
          <p:nvPr/>
        </p:nvSpPr>
        <p:spPr>
          <a:xfrm>
            <a:off x="974725" y="4594225"/>
            <a:ext cx="5376862" cy="42814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8" name="Google Shape;228;p10:notes"/>
          <p:cNvSpPr txBox="1"/>
          <p:nvPr>
            <p:ph idx="1" type="body"/>
          </p:nvPr>
        </p:nvSpPr>
        <p:spPr>
          <a:xfrm>
            <a:off x="974725" y="4594225"/>
            <a:ext cx="5373687" cy="4278312"/>
          </a:xfrm>
          <a:prstGeom prst="rect">
            <a:avLst/>
          </a:prstGeom>
        </p:spPr>
        <p:txBody>
          <a:bodyPr anchorCtr="0" anchor="ctr" bIns="47500" lIns="95025" spcFirstLastPara="1" rIns="95025" wrap="square" tIns="47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1:notes"/>
          <p:cNvSpPr txBox="1"/>
          <p:nvPr/>
        </p:nvSpPr>
        <p:spPr>
          <a:xfrm>
            <a:off x="4152900" y="9109075"/>
            <a:ext cx="3173412" cy="465137"/>
          </a:xfrm>
          <a:prstGeom prst="rect">
            <a:avLst/>
          </a:prstGeom>
          <a:noFill/>
          <a:ln>
            <a:noFill/>
          </a:ln>
        </p:spPr>
        <p:txBody>
          <a:bodyPr anchorCtr="0" anchor="b" bIns="47500" lIns="95025" spcFirstLastPara="1" rIns="95025" wrap="square" tIns="47500">
            <a:noAutofit/>
          </a:bodyPr>
          <a:lstStyle/>
          <a:p>
            <a:pPr indent="-214311" lvl="0" marL="21590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None/>
            </a:pPr>
            <a:fld id="{00000000-1234-1234-1234-123412341234}" type="slidenum">
              <a:rPr b="0" i="0" lang="en-US" sz="11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237" name="Google Shape;237;p11:notes"/>
          <p:cNvSpPr/>
          <p:nvPr>
            <p:ph idx="2" type="sldImg"/>
          </p:nvPr>
        </p:nvSpPr>
        <p:spPr>
          <a:xfrm>
            <a:off x="1227137" y="700087"/>
            <a:ext cx="4881562" cy="36607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238" name="Google Shape;238;p11:notes"/>
          <p:cNvSpPr txBox="1"/>
          <p:nvPr/>
        </p:nvSpPr>
        <p:spPr>
          <a:xfrm>
            <a:off x="974725" y="4594225"/>
            <a:ext cx="5376862" cy="42814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9" name="Google Shape;239;p11:notes"/>
          <p:cNvSpPr txBox="1"/>
          <p:nvPr>
            <p:ph idx="1" type="body"/>
          </p:nvPr>
        </p:nvSpPr>
        <p:spPr>
          <a:xfrm>
            <a:off x="974725" y="4594225"/>
            <a:ext cx="5373687" cy="4278312"/>
          </a:xfrm>
          <a:prstGeom prst="rect">
            <a:avLst/>
          </a:prstGeom>
        </p:spPr>
        <p:txBody>
          <a:bodyPr anchorCtr="0" anchor="ctr" bIns="47500" lIns="95025" spcFirstLastPara="1" rIns="95025" wrap="square" tIns="47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2:notes"/>
          <p:cNvSpPr txBox="1"/>
          <p:nvPr/>
        </p:nvSpPr>
        <p:spPr>
          <a:xfrm>
            <a:off x="4152900" y="9109075"/>
            <a:ext cx="3173412" cy="465137"/>
          </a:xfrm>
          <a:prstGeom prst="rect">
            <a:avLst/>
          </a:prstGeom>
          <a:noFill/>
          <a:ln>
            <a:noFill/>
          </a:ln>
        </p:spPr>
        <p:txBody>
          <a:bodyPr anchorCtr="0" anchor="b" bIns="47500" lIns="95025" spcFirstLastPara="1" rIns="95025" wrap="square" tIns="47500">
            <a:noAutofit/>
          </a:bodyPr>
          <a:lstStyle/>
          <a:p>
            <a:pPr indent="-214311" lvl="0" marL="21590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None/>
            </a:pPr>
            <a:fld id="{00000000-1234-1234-1234-123412341234}" type="slidenum">
              <a:rPr b="0" i="0" lang="en-US" sz="11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249" name="Google Shape;249;p12:notes"/>
          <p:cNvSpPr/>
          <p:nvPr>
            <p:ph idx="2" type="sldImg"/>
          </p:nvPr>
        </p:nvSpPr>
        <p:spPr>
          <a:xfrm>
            <a:off x="1258887" y="728662"/>
            <a:ext cx="4791075" cy="3594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250" name="Google Shape;250;p12:notes"/>
          <p:cNvSpPr txBox="1"/>
          <p:nvPr/>
        </p:nvSpPr>
        <p:spPr>
          <a:xfrm>
            <a:off x="1131887" y="4567237"/>
            <a:ext cx="5051425" cy="36845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1" name="Google Shape;251;p12:notes"/>
          <p:cNvSpPr txBox="1"/>
          <p:nvPr>
            <p:ph idx="1" type="body"/>
          </p:nvPr>
        </p:nvSpPr>
        <p:spPr>
          <a:xfrm>
            <a:off x="974725" y="4594225"/>
            <a:ext cx="5373687" cy="4278312"/>
          </a:xfrm>
          <a:prstGeom prst="rect">
            <a:avLst/>
          </a:prstGeom>
        </p:spPr>
        <p:txBody>
          <a:bodyPr anchorCtr="0" anchor="ctr" bIns="47500" lIns="95025" spcFirstLastPara="1" rIns="95025" wrap="square" tIns="47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3:notes"/>
          <p:cNvSpPr txBox="1"/>
          <p:nvPr/>
        </p:nvSpPr>
        <p:spPr>
          <a:xfrm>
            <a:off x="4152900" y="9109075"/>
            <a:ext cx="3173412" cy="465137"/>
          </a:xfrm>
          <a:prstGeom prst="rect">
            <a:avLst/>
          </a:prstGeom>
          <a:noFill/>
          <a:ln>
            <a:noFill/>
          </a:ln>
        </p:spPr>
        <p:txBody>
          <a:bodyPr anchorCtr="0" anchor="b" bIns="47500" lIns="95025" spcFirstLastPara="1" rIns="95025" wrap="square" tIns="47500">
            <a:noAutofit/>
          </a:bodyPr>
          <a:lstStyle/>
          <a:p>
            <a:pPr indent="-214311" lvl="0" marL="21590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None/>
            </a:pPr>
            <a:fld id="{00000000-1234-1234-1234-123412341234}" type="slidenum">
              <a:rPr b="0" i="0" lang="en-US" sz="11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274" name="Google Shape;274;p13:notes"/>
          <p:cNvSpPr/>
          <p:nvPr>
            <p:ph idx="2" type="sldImg"/>
          </p:nvPr>
        </p:nvSpPr>
        <p:spPr>
          <a:xfrm>
            <a:off x="1258887" y="728662"/>
            <a:ext cx="4791075" cy="3594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275" name="Google Shape;275;p13:notes"/>
          <p:cNvSpPr txBox="1"/>
          <p:nvPr/>
        </p:nvSpPr>
        <p:spPr>
          <a:xfrm>
            <a:off x="1131887" y="4567237"/>
            <a:ext cx="5051425" cy="36845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6" name="Google Shape;276;p13:notes"/>
          <p:cNvSpPr txBox="1"/>
          <p:nvPr>
            <p:ph idx="1" type="body"/>
          </p:nvPr>
        </p:nvSpPr>
        <p:spPr>
          <a:xfrm>
            <a:off x="974725" y="4594225"/>
            <a:ext cx="5373687" cy="4278312"/>
          </a:xfrm>
          <a:prstGeom prst="rect">
            <a:avLst/>
          </a:prstGeom>
        </p:spPr>
        <p:txBody>
          <a:bodyPr anchorCtr="0" anchor="ctr" bIns="47500" lIns="95025" spcFirstLastPara="1" rIns="95025" wrap="square" tIns="47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14:notes"/>
          <p:cNvSpPr txBox="1"/>
          <p:nvPr/>
        </p:nvSpPr>
        <p:spPr>
          <a:xfrm>
            <a:off x="4152900" y="9109075"/>
            <a:ext cx="3173412" cy="465137"/>
          </a:xfrm>
          <a:prstGeom prst="rect">
            <a:avLst/>
          </a:prstGeom>
          <a:noFill/>
          <a:ln>
            <a:noFill/>
          </a:ln>
        </p:spPr>
        <p:txBody>
          <a:bodyPr anchorCtr="0" anchor="b" bIns="47500" lIns="95025" spcFirstLastPara="1" rIns="95025" wrap="square" tIns="47500">
            <a:noAutofit/>
          </a:bodyPr>
          <a:lstStyle/>
          <a:p>
            <a:pPr indent="-214311" lvl="0" marL="21590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None/>
            </a:pPr>
            <a:fld id="{00000000-1234-1234-1234-123412341234}" type="slidenum">
              <a:rPr b="0" i="0" lang="en-US" sz="11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300" name="Google Shape;300;p14:notes"/>
          <p:cNvSpPr/>
          <p:nvPr>
            <p:ph idx="2" type="sldImg"/>
          </p:nvPr>
        </p:nvSpPr>
        <p:spPr>
          <a:xfrm>
            <a:off x="1258887" y="728662"/>
            <a:ext cx="4791075" cy="3594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301" name="Google Shape;301;p14:notes"/>
          <p:cNvSpPr txBox="1"/>
          <p:nvPr/>
        </p:nvSpPr>
        <p:spPr>
          <a:xfrm>
            <a:off x="1131887" y="4567237"/>
            <a:ext cx="5051425" cy="36845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2" name="Google Shape;302;p14:notes"/>
          <p:cNvSpPr txBox="1"/>
          <p:nvPr>
            <p:ph idx="1" type="body"/>
          </p:nvPr>
        </p:nvSpPr>
        <p:spPr>
          <a:xfrm>
            <a:off x="974725" y="4594225"/>
            <a:ext cx="5373687" cy="4278312"/>
          </a:xfrm>
          <a:prstGeom prst="rect">
            <a:avLst/>
          </a:prstGeom>
        </p:spPr>
        <p:txBody>
          <a:bodyPr anchorCtr="0" anchor="ctr" bIns="47500" lIns="95025" spcFirstLastPara="1" rIns="95025" wrap="square" tIns="47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15:notes"/>
          <p:cNvSpPr txBox="1"/>
          <p:nvPr/>
        </p:nvSpPr>
        <p:spPr>
          <a:xfrm>
            <a:off x="4152900" y="9109075"/>
            <a:ext cx="3173412" cy="465137"/>
          </a:xfrm>
          <a:prstGeom prst="rect">
            <a:avLst/>
          </a:prstGeom>
          <a:noFill/>
          <a:ln>
            <a:noFill/>
          </a:ln>
        </p:spPr>
        <p:txBody>
          <a:bodyPr anchorCtr="0" anchor="b" bIns="47500" lIns="95025" spcFirstLastPara="1" rIns="95025" wrap="square" tIns="47500">
            <a:noAutofit/>
          </a:bodyPr>
          <a:lstStyle/>
          <a:p>
            <a:pPr indent="-214311" lvl="0" marL="21590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None/>
            </a:pPr>
            <a:fld id="{00000000-1234-1234-1234-123412341234}" type="slidenum">
              <a:rPr b="0" i="0" lang="en-US" sz="11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330" name="Google Shape;330;p15:notes"/>
          <p:cNvSpPr/>
          <p:nvPr>
            <p:ph idx="2" type="sldImg"/>
          </p:nvPr>
        </p:nvSpPr>
        <p:spPr>
          <a:xfrm>
            <a:off x="1255712" y="719137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331" name="Google Shape;331;p15:notes"/>
          <p:cNvSpPr txBox="1"/>
          <p:nvPr/>
        </p:nvSpPr>
        <p:spPr>
          <a:xfrm>
            <a:off x="731837" y="4560887"/>
            <a:ext cx="5849937" cy="43195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2" name="Google Shape;332;p15:notes"/>
          <p:cNvSpPr txBox="1"/>
          <p:nvPr>
            <p:ph idx="1" type="body"/>
          </p:nvPr>
        </p:nvSpPr>
        <p:spPr>
          <a:xfrm>
            <a:off x="974725" y="4594225"/>
            <a:ext cx="5373687" cy="4278312"/>
          </a:xfrm>
          <a:prstGeom prst="rect">
            <a:avLst/>
          </a:prstGeom>
        </p:spPr>
        <p:txBody>
          <a:bodyPr anchorCtr="0" anchor="ctr" bIns="47500" lIns="95025" spcFirstLastPara="1" rIns="95025" wrap="square" tIns="47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16:notes"/>
          <p:cNvSpPr txBox="1"/>
          <p:nvPr/>
        </p:nvSpPr>
        <p:spPr>
          <a:xfrm>
            <a:off x="4152900" y="9109075"/>
            <a:ext cx="3173412" cy="465137"/>
          </a:xfrm>
          <a:prstGeom prst="rect">
            <a:avLst/>
          </a:prstGeom>
          <a:noFill/>
          <a:ln>
            <a:noFill/>
          </a:ln>
        </p:spPr>
        <p:txBody>
          <a:bodyPr anchorCtr="0" anchor="b" bIns="47500" lIns="95025" spcFirstLastPara="1" rIns="95025" wrap="square" tIns="47500">
            <a:noAutofit/>
          </a:bodyPr>
          <a:lstStyle/>
          <a:p>
            <a:pPr indent="-214311" lvl="0" marL="21590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None/>
            </a:pPr>
            <a:fld id="{00000000-1234-1234-1234-123412341234}" type="slidenum">
              <a:rPr b="0" i="0" lang="en-US" sz="11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355" name="Google Shape;355;p16:notes"/>
          <p:cNvSpPr txBox="1"/>
          <p:nvPr/>
        </p:nvSpPr>
        <p:spPr>
          <a:xfrm>
            <a:off x="1136650" y="317500"/>
            <a:ext cx="5040312" cy="3740150"/>
          </a:xfrm>
          <a:prstGeom prst="rect">
            <a:avLst/>
          </a:prstGeom>
          <a:solidFill>
            <a:srgbClr val="FFFFFF"/>
          </a:solidFill>
          <a:ln cap="sq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6" name="Google Shape;356;p16:notes"/>
          <p:cNvSpPr txBox="1"/>
          <p:nvPr/>
        </p:nvSpPr>
        <p:spPr>
          <a:xfrm>
            <a:off x="536575" y="4532312"/>
            <a:ext cx="6245225" cy="42624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7" name="Google Shape;357;p16:notes"/>
          <p:cNvSpPr txBox="1"/>
          <p:nvPr>
            <p:ph idx="1" type="body"/>
          </p:nvPr>
        </p:nvSpPr>
        <p:spPr>
          <a:xfrm>
            <a:off x="974725" y="4594225"/>
            <a:ext cx="5373687" cy="4278312"/>
          </a:xfrm>
          <a:prstGeom prst="rect">
            <a:avLst/>
          </a:prstGeom>
        </p:spPr>
        <p:txBody>
          <a:bodyPr anchorCtr="0" anchor="ctr" bIns="47500" lIns="95025" spcFirstLastPara="1" rIns="95025" wrap="square" tIns="47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16:notes"/>
          <p:cNvSpPr/>
          <p:nvPr>
            <p:ph idx="2" type="sldImg"/>
          </p:nvPr>
        </p:nvSpPr>
        <p:spPr>
          <a:xfrm>
            <a:off x="1227137" y="700087"/>
            <a:ext cx="4878387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17:notes"/>
          <p:cNvSpPr txBox="1"/>
          <p:nvPr/>
        </p:nvSpPr>
        <p:spPr>
          <a:xfrm>
            <a:off x="4152900" y="9109075"/>
            <a:ext cx="3173412" cy="465137"/>
          </a:xfrm>
          <a:prstGeom prst="rect">
            <a:avLst/>
          </a:prstGeom>
          <a:noFill/>
          <a:ln>
            <a:noFill/>
          </a:ln>
        </p:spPr>
        <p:txBody>
          <a:bodyPr anchorCtr="0" anchor="b" bIns="47500" lIns="95025" spcFirstLastPara="1" rIns="95025" wrap="square" tIns="47500">
            <a:noAutofit/>
          </a:bodyPr>
          <a:lstStyle/>
          <a:p>
            <a:pPr indent="-214311" lvl="0" marL="21590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None/>
            </a:pPr>
            <a:fld id="{00000000-1234-1234-1234-123412341234}" type="slidenum">
              <a:rPr b="0" i="0" lang="en-US" sz="11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377" name="Google Shape;377;p17:notes"/>
          <p:cNvSpPr/>
          <p:nvPr>
            <p:ph idx="2" type="sldImg"/>
          </p:nvPr>
        </p:nvSpPr>
        <p:spPr>
          <a:xfrm>
            <a:off x="1258887" y="728662"/>
            <a:ext cx="4791075" cy="3594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378" name="Google Shape;378;p17:notes"/>
          <p:cNvSpPr txBox="1"/>
          <p:nvPr/>
        </p:nvSpPr>
        <p:spPr>
          <a:xfrm>
            <a:off x="1131887" y="4567237"/>
            <a:ext cx="5051425" cy="36845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9" name="Google Shape;379;p17:notes"/>
          <p:cNvSpPr txBox="1"/>
          <p:nvPr>
            <p:ph idx="1" type="body"/>
          </p:nvPr>
        </p:nvSpPr>
        <p:spPr>
          <a:xfrm>
            <a:off x="974725" y="4594225"/>
            <a:ext cx="5373687" cy="4278312"/>
          </a:xfrm>
          <a:prstGeom prst="rect">
            <a:avLst/>
          </a:prstGeom>
        </p:spPr>
        <p:txBody>
          <a:bodyPr anchorCtr="0" anchor="ctr" bIns="47500" lIns="95025" spcFirstLastPara="1" rIns="95025" wrap="square" tIns="47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18:notes"/>
          <p:cNvSpPr txBox="1"/>
          <p:nvPr/>
        </p:nvSpPr>
        <p:spPr>
          <a:xfrm>
            <a:off x="4152900" y="9109075"/>
            <a:ext cx="3173412" cy="465137"/>
          </a:xfrm>
          <a:prstGeom prst="rect">
            <a:avLst/>
          </a:prstGeom>
          <a:noFill/>
          <a:ln>
            <a:noFill/>
          </a:ln>
        </p:spPr>
        <p:txBody>
          <a:bodyPr anchorCtr="0" anchor="b" bIns="47500" lIns="95025" spcFirstLastPara="1" rIns="95025" wrap="square" tIns="47500">
            <a:noAutofit/>
          </a:bodyPr>
          <a:lstStyle/>
          <a:p>
            <a:pPr indent="-214311" lvl="0" marL="21590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None/>
            </a:pPr>
            <a:fld id="{00000000-1234-1234-1234-123412341234}" type="slidenum">
              <a:rPr b="0" i="0" lang="en-US" sz="11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391" name="Google Shape;391;p18:notes"/>
          <p:cNvSpPr/>
          <p:nvPr>
            <p:ph idx="2" type="sldImg"/>
          </p:nvPr>
        </p:nvSpPr>
        <p:spPr>
          <a:xfrm>
            <a:off x="1255712" y="719137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392" name="Google Shape;392;p18:notes"/>
          <p:cNvSpPr txBox="1"/>
          <p:nvPr/>
        </p:nvSpPr>
        <p:spPr>
          <a:xfrm>
            <a:off x="731837" y="4560887"/>
            <a:ext cx="5849937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-US" sz="1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</a:t>
            </a:r>
            <a:endParaRPr/>
          </a:p>
        </p:txBody>
      </p:sp>
      <p:sp>
        <p:nvSpPr>
          <p:cNvPr id="393" name="Google Shape;393;p18:notes"/>
          <p:cNvSpPr txBox="1"/>
          <p:nvPr>
            <p:ph idx="1" type="body"/>
          </p:nvPr>
        </p:nvSpPr>
        <p:spPr>
          <a:xfrm>
            <a:off x="974725" y="4594225"/>
            <a:ext cx="5373687" cy="4278312"/>
          </a:xfrm>
          <a:prstGeom prst="rect">
            <a:avLst/>
          </a:prstGeom>
        </p:spPr>
        <p:txBody>
          <a:bodyPr anchorCtr="0" anchor="ctr" bIns="47500" lIns="95025" spcFirstLastPara="1" rIns="95025" wrap="square" tIns="47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19:notes"/>
          <p:cNvSpPr txBox="1"/>
          <p:nvPr/>
        </p:nvSpPr>
        <p:spPr>
          <a:xfrm>
            <a:off x="4152900" y="9109075"/>
            <a:ext cx="3173412" cy="465137"/>
          </a:xfrm>
          <a:prstGeom prst="rect">
            <a:avLst/>
          </a:prstGeom>
          <a:noFill/>
          <a:ln>
            <a:noFill/>
          </a:ln>
        </p:spPr>
        <p:txBody>
          <a:bodyPr anchorCtr="0" anchor="b" bIns="47500" lIns="95025" spcFirstLastPara="1" rIns="95025" wrap="square" tIns="47500">
            <a:noAutofit/>
          </a:bodyPr>
          <a:lstStyle/>
          <a:p>
            <a:pPr indent="-214311" lvl="0" marL="21590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None/>
            </a:pPr>
            <a:fld id="{00000000-1234-1234-1234-123412341234}" type="slidenum">
              <a:rPr b="0" i="0" lang="en-US" sz="11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416" name="Google Shape;416;p19:notes"/>
          <p:cNvSpPr/>
          <p:nvPr>
            <p:ph idx="2" type="sldImg"/>
          </p:nvPr>
        </p:nvSpPr>
        <p:spPr>
          <a:xfrm>
            <a:off x="1255712" y="719137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417" name="Google Shape;417;p19:notes"/>
          <p:cNvSpPr txBox="1"/>
          <p:nvPr/>
        </p:nvSpPr>
        <p:spPr>
          <a:xfrm>
            <a:off x="731837" y="4560887"/>
            <a:ext cx="5849937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-US" sz="1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</a:t>
            </a:r>
            <a:endParaRPr/>
          </a:p>
        </p:txBody>
      </p:sp>
      <p:sp>
        <p:nvSpPr>
          <p:cNvPr id="418" name="Google Shape;418;p19:notes"/>
          <p:cNvSpPr txBox="1"/>
          <p:nvPr>
            <p:ph idx="1" type="body"/>
          </p:nvPr>
        </p:nvSpPr>
        <p:spPr>
          <a:xfrm>
            <a:off x="974725" y="4594225"/>
            <a:ext cx="5373687" cy="4278312"/>
          </a:xfrm>
          <a:prstGeom prst="rect">
            <a:avLst/>
          </a:prstGeom>
        </p:spPr>
        <p:txBody>
          <a:bodyPr anchorCtr="0" anchor="ctr" bIns="47500" lIns="95025" spcFirstLastPara="1" rIns="95025" wrap="square" tIns="47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20:notes"/>
          <p:cNvSpPr txBox="1"/>
          <p:nvPr/>
        </p:nvSpPr>
        <p:spPr>
          <a:xfrm>
            <a:off x="4152900" y="9109075"/>
            <a:ext cx="3173412" cy="465137"/>
          </a:xfrm>
          <a:prstGeom prst="rect">
            <a:avLst/>
          </a:prstGeom>
          <a:noFill/>
          <a:ln>
            <a:noFill/>
          </a:ln>
        </p:spPr>
        <p:txBody>
          <a:bodyPr anchorCtr="0" anchor="b" bIns="47500" lIns="95025" spcFirstLastPara="1" rIns="95025" wrap="square" tIns="47500">
            <a:noAutofit/>
          </a:bodyPr>
          <a:lstStyle/>
          <a:p>
            <a:pPr indent="-214311" lvl="0" marL="21590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None/>
            </a:pPr>
            <a:fld id="{00000000-1234-1234-1234-123412341234}" type="slidenum">
              <a:rPr b="0" i="0" lang="en-US" sz="11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424" name="Google Shape;424;p20:notes"/>
          <p:cNvSpPr/>
          <p:nvPr>
            <p:ph idx="2" type="sldImg"/>
          </p:nvPr>
        </p:nvSpPr>
        <p:spPr>
          <a:xfrm>
            <a:off x="1258887" y="728662"/>
            <a:ext cx="4791075" cy="3594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425" name="Google Shape;425;p20:notes"/>
          <p:cNvSpPr txBox="1"/>
          <p:nvPr/>
        </p:nvSpPr>
        <p:spPr>
          <a:xfrm>
            <a:off x="1131887" y="4567237"/>
            <a:ext cx="5051425" cy="36845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26" name="Google Shape;426;p20:notes"/>
          <p:cNvSpPr txBox="1"/>
          <p:nvPr>
            <p:ph idx="1" type="body"/>
          </p:nvPr>
        </p:nvSpPr>
        <p:spPr>
          <a:xfrm>
            <a:off x="974725" y="4594225"/>
            <a:ext cx="5373687" cy="4278312"/>
          </a:xfrm>
          <a:prstGeom prst="rect">
            <a:avLst/>
          </a:prstGeom>
        </p:spPr>
        <p:txBody>
          <a:bodyPr anchorCtr="0" anchor="ctr" bIns="47500" lIns="95025" spcFirstLastPara="1" rIns="95025" wrap="square" tIns="47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21:notes"/>
          <p:cNvSpPr txBox="1"/>
          <p:nvPr/>
        </p:nvSpPr>
        <p:spPr>
          <a:xfrm>
            <a:off x="4152900" y="9109075"/>
            <a:ext cx="3173412" cy="465137"/>
          </a:xfrm>
          <a:prstGeom prst="rect">
            <a:avLst/>
          </a:prstGeom>
          <a:noFill/>
          <a:ln>
            <a:noFill/>
          </a:ln>
        </p:spPr>
        <p:txBody>
          <a:bodyPr anchorCtr="0" anchor="b" bIns="47500" lIns="95025" spcFirstLastPara="1" rIns="95025" wrap="square" tIns="47500">
            <a:noAutofit/>
          </a:bodyPr>
          <a:lstStyle/>
          <a:p>
            <a:pPr indent="-214311" lvl="0" marL="21590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None/>
            </a:pPr>
            <a:fld id="{00000000-1234-1234-1234-123412341234}" type="slidenum">
              <a:rPr b="0" i="0" lang="en-US" sz="11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442" name="Google Shape;442;p21:notes"/>
          <p:cNvSpPr/>
          <p:nvPr>
            <p:ph idx="2" type="sldImg"/>
          </p:nvPr>
        </p:nvSpPr>
        <p:spPr>
          <a:xfrm>
            <a:off x="1258887" y="728662"/>
            <a:ext cx="4791075" cy="3594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443" name="Google Shape;443;p21:notes"/>
          <p:cNvSpPr txBox="1"/>
          <p:nvPr/>
        </p:nvSpPr>
        <p:spPr>
          <a:xfrm>
            <a:off x="1131887" y="4567237"/>
            <a:ext cx="5051425" cy="36845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44" name="Google Shape;444;p21:notes"/>
          <p:cNvSpPr txBox="1"/>
          <p:nvPr>
            <p:ph idx="1" type="body"/>
          </p:nvPr>
        </p:nvSpPr>
        <p:spPr>
          <a:xfrm>
            <a:off x="974725" y="4594225"/>
            <a:ext cx="5373687" cy="4278312"/>
          </a:xfrm>
          <a:prstGeom prst="rect">
            <a:avLst/>
          </a:prstGeom>
        </p:spPr>
        <p:txBody>
          <a:bodyPr anchorCtr="0" anchor="ctr" bIns="47500" lIns="95025" spcFirstLastPara="1" rIns="95025" wrap="square" tIns="47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22:notes"/>
          <p:cNvSpPr txBox="1"/>
          <p:nvPr/>
        </p:nvSpPr>
        <p:spPr>
          <a:xfrm>
            <a:off x="4152900" y="9109075"/>
            <a:ext cx="3173412" cy="465137"/>
          </a:xfrm>
          <a:prstGeom prst="rect">
            <a:avLst/>
          </a:prstGeom>
          <a:noFill/>
          <a:ln>
            <a:noFill/>
          </a:ln>
        </p:spPr>
        <p:txBody>
          <a:bodyPr anchorCtr="0" anchor="b" bIns="47500" lIns="95025" spcFirstLastPara="1" rIns="95025" wrap="square" tIns="47500">
            <a:noAutofit/>
          </a:bodyPr>
          <a:lstStyle/>
          <a:p>
            <a:pPr indent="-214311" lvl="0" marL="21590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None/>
            </a:pPr>
            <a:fld id="{00000000-1234-1234-1234-123412341234}" type="slidenum">
              <a:rPr b="0" i="0" lang="en-US" sz="11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492" name="Google Shape;492;p22:notes"/>
          <p:cNvSpPr/>
          <p:nvPr>
            <p:ph idx="2" type="sldImg"/>
          </p:nvPr>
        </p:nvSpPr>
        <p:spPr>
          <a:xfrm>
            <a:off x="1258887" y="728662"/>
            <a:ext cx="4791075" cy="3594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493" name="Google Shape;493;p22:notes"/>
          <p:cNvSpPr txBox="1"/>
          <p:nvPr/>
        </p:nvSpPr>
        <p:spPr>
          <a:xfrm>
            <a:off x="1131887" y="4567237"/>
            <a:ext cx="5051425" cy="36845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94" name="Google Shape;494;p22:notes"/>
          <p:cNvSpPr txBox="1"/>
          <p:nvPr>
            <p:ph idx="1" type="body"/>
          </p:nvPr>
        </p:nvSpPr>
        <p:spPr>
          <a:xfrm>
            <a:off x="974725" y="4594225"/>
            <a:ext cx="5373687" cy="4278312"/>
          </a:xfrm>
          <a:prstGeom prst="rect">
            <a:avLst/>
          </a:prstGeom>
        </p:spPr>
        <p:txBody>
          <a:bodyPr anchorCtr="0" anchor="ctr" bIns="47500" lIns="95025" spcFirstLastPara="1" rIns="95025" wrap="square" tIns="47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23:notes"/>
          <p:cNvSpPr txBox="1"/>
          <p:nvPr/>
        </p:nvSpPr>
        <p:spPr>
          <a:xfrm>
            <a:off x="4152900" y="9109075"/>
            <a:ext cx="3173412" cy="465137"/>
          </a:xfrm>
          <a:prstGeom prst="rect">
            <a:avLst/>
          </a:prstGeom>
          <a:noFill/>
          <a:ln>
            <a:noFill/>
          </a:ln>
        </p:spPr>
        <p:txBody>
          <a:bodyPr anchorCtr="0" anchor="b" bIns="47500" lIns="95025" spcFirstLastPara="1" rIns="95025" wrap="square" tIns="47500">
            <a:noAutofit/>
          </a:bodyPr>
          <a:lstStyle/>
          <a:p>
            <a:pPr indent="-214311" lvl="0" marL="21590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None/>
            </a:pPr>
            <a:fld id="{00000000-1234-1234-1234-123412341234}" type="slidenum">
              <a:rPr b="0" i="0" lang="en-US" sz="11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514" name="Google Shape;514;p23:notes"/>
          <p:cNvSpPr txBox="1"/>
          <p:nvPr/>
        </p:nvSpPr>
        <p:spPr>
          <a:xfrm>
            <a:off x="1231900" y="728662"/>
            <a:ext cx="4849812" cy="3598862"/>
          </a:xfrm>
          <a:prstGeom prst="rect">
            <a:avLst/>
          </a:prstGeom>
          <a:solidFill>
            <a:srgbClr val="FFFFFF"/>
          </a:solidFill>
          <a:ln cap="sq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15" name="Google Shape;515;p23:notes"/>
          <p:cNvSpPr txBox="1"/>
          <p:nvPr/>
        </p:nvSpPr>
        <p:spPr>
          <a:xfrm>
            <a:off x="1133475" y="4568825"/>
            <a:ext cx="5053012" cy="3687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16" name="Google Shape;516;p23:notes"/>
          <p:cNvSpPr txBox="1"/>
          <p:nvPr>
            <p:ph idx="1" type="body"/>
          </p:nvPr>
        </p:nvSpPr>
        <p:spPr>
          <a:xfrm>
            <a:off x="974725" y="4594225"/>
            <a:ext cx="5373687" cy="4278312"/>
          </a:xfrm>
          <a:prstGeom prst="rect">
            <a:avLst/>
          </a:prstGeom>
        </p:spPr>
        <p:txBody>
          <a:bodyPr anchorCtr="0" anchor="ctr" bIns="47500" lIns="95025" spcFirstLastPara="1" rIns="95025" wrap="square" tIns="47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7" name="Google Shape;517;p23:notes"/>
          <p:cNvSpPr/>
          <p:nvPr>
            <p:ph idx="2" type="sldImg"/>
          </p:nvPr>
        </p:nvSpPr>
        <p:spPr>
          <a:xfrm>
            <a:off x="1227137" y="700087"/>
            <a:ext cx="4878387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24:notes"/>
          <p:cNvSpPr txBox="1"/>
          <p:nvPr/>
        </p:nvSpPr>
        <p:spPr>
          <a:xfrm>
            <a:off x="4152900" y="9109075"/>
            <a:ext cx="3173412" cy="465137"/>
          </a:xfrm>
          <a:prstGeom prst="rect">
            <a:avLst/>
          </a:prstGeom>
          <a:noFill/>
          <a:ln>
            <a:noFill/>
          </a:ln>
        </p:spPr>
        <p:txBody>
          <a:bodyPr anchorCtr="0" anchor="b" bIns="47500" lIns="95025" spcFirstLastPara="1" rIns="95025" wrap="square" tIns="47500">
            <a:noAutofit/>
          </a:bodyPr>
          <a:lstStyle/>
          <a:p>
            <a:pPr indent="-214311" lvl="0" marL="21590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None/>
            </a:pPr>
            <a:fld id="{00000000-1234-1234-1234-123412341234}" type="slidenum">
              <a:rPr b="0" i="0" lang="en-US" sz="11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523" name="Google Shape;523;p24:notes"/>
          <p:cNvSpPr txBox="1"/>
          <p:nvPr/>
        </p:nvSpPr>
        <p:spPr>
          <a:xfrm>
            <a:off x="1231900" y="728662"/>
            <a:ext cx="4849812" cy="3598862"/>
          </a:xfrm>
          <a:prstGeom prst="rect">
            <a:avLst/>
          </a:prstGeom>
          <a:solidFill>
            <a:srgbClr val="FFFFFF"/>
          </a:solidFill>
          <a:ln cap="sq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24" name="Google Shape;524;p24:notes"/>
          <p:cNvSpPr txBox="1"/>
          <p:nvPr/>
        </p:nvSpPr>
        <p:spPr>
          <a:xfrm>
            <a:off x="1133475" y="4568825"/>
            <a:ext cx="5053012" cy="3687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25" name="Google Shape;525;p24:notes"/>
          <p:cNvSpPr txBox="1"/>
          <p:nvPr>
            <p:ph idx="1" type="body"/>
          </p:nvPr>
        </p:nvSpPr>
        <p:spPr>
          <a:xfrm>
            <a:off x="974725" y="4594225"/>
            <a:ext cx="5373687" cy="4278312"/>
          </a:xfrm>
          <a:prstGeom prst="rect">
            <a:avLst/>
          </a:prstGeom>
        </p:spPr>
        <p:txBody>
          <a:bodyPr anchorCtr="0" anchor="ctr" bIns="47500" lIns="95025" spcFirstLastPara="1" rIns="95025" wrap="square" tIns="47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6" name="Google Shape;526;p24:notes"/>
          <p:cNvSpPr/>
          <p:nvPr>
            <p:ph idx="2" type="sldImg"/>
          </p:nvPr>
        </p:nvSpPr>
        <p:spPr>
          <a:xfrm>
            <a:off x="1227137" y="700087"/>
            <a:ext cx="4878387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25:notes"/>
          <p:cNvSpPr txBox="1"/>
          <p:nvPr/>
        </p:nvSpPr>
        <p:spPr>
          <a:xfrm>
            <a:off x="4152900" y="9109075"/>
            <a:ext cx="3173412" cy="465137"/>
          </a:xfrm>
          <a:prstGeom prst="rect">
            <a:avLst/>
          </a:prstGeom>
          <a:noFill/>
          <a:ln>
            <a:noFill/>
          </a:ln>
        </p:spPr>
        <p:txBody>
          <a:bodyPr anchorCtr="0" anchor="b" bIns="47500" lIns="95025" spcFirstLastPara="1" rIns="95025" wrap="square" tIns="47500">
            <a:noAutofit/>
          </a:bodyPr>
          <a:lstStyle/>
          <a:p>
            <a:pPr indent="-214311" lvl="0" marL="21590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None/>
            </a:pPr>
            <a:fld id="{00000000-1234-1234-1234-123412341234}" type="slidenum">
              <a:rPr b="0" i="0" lang="en-US" sz="11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532" name="Google Shape;532;p25:notes"/>
          <p:cNvSpPr/>
          <p:nvPr>
            <p:ph idx="2" type="sldImg"/>
          </p:nvPr>
        </p:nvSpPr>
        <p:spPr>
          <a:xfrm>
            <a:off x="1258887" y="728662"/>
            <a:ext cx="4791075" cy="3594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533" name="Google Shape;533;p25:notes"/>
          <p:cNvSpPr txBox="1"/>
          <p:nvPr/>
        </p:nvSpPr>
        <p:spPr>
          <a:xfrm>
            <a:off x="1131887" y="4567237"/>
            <a:ext cx="5051425" cy="36845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34" name="Google Shape;534;p25:notes"/>
          <p:cNvSpPr txBox="1"/>
          <p:nvPr>
            <p:ph idx="1" type="body"/>
          </p:nvPr>
        </p:nvSpPr>
        <p:spPr>
          <a:xfrm>
            <a:off x="974725" y="4594225"/>
            <a:ext cx="5373687" cy="4278312"/>
          </a:xfrm>
          <a:prstGeom prst="rect">
            <a:avLst/>
          </a:prstGeom>
        </p:spPr>
        <p:txBody>
          <a:bodyPr anchorCtr="0" anchor="ctr" bIns="47500" lIns="95025" spcFirstLastPara="1" rIns="95025" wrap="square" tIns="47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26:notes"/>
          <p:cNvSpPr txBox="1"/>
          <p:nvPr/>
        </p:nvSpPr>
        <p:spPr>
          <a:xfrm>
            <a:off x="4152900" y="9109075"/>
            <a:ext cx="3173412" cy="465137"/>
          </a:xfrm>
          <a:prstGeom prst="rect">
            <a:avLst/>
          </a:prstGeom>
          <a:noFill/>
          <a:ln>
            <a:noFill/>
          </a:ln>
        </p:spPr>
        <p:txBody>
          <a:bodyPr anchorCtr="0" anchor="b" bIns="47500" lIns="95025" spcFirstLastPara="1" rIns="95025" wrap="square" tIns="47500">
            <a:noAutofit/>
          </a:bodyPr>
          <a:lstStyle/>
          <a:p>
            <a:pPr indent="-214311" lvl="0" marL="21590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None/>
            </a:pPr>
            <a:fld id="{00000000-1234-1234-1234-123412341234}" type="slidenum">
              <a:rPr b="0" i="0" lang="en-US" sz="11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545" name="Google Shape;545;p26:notes"/>
          <p:cNvSpPr/>
          <p:nvPr>
            <p:ph idx="2" type="sldImg"/>
          </p:nvPr>
        </p:nvSpPr>
        <p:spPr>
          <a:xfrm>
            <a:off x="1258887" y="728662"/>
            <a:ext cx="4791075" cy="3594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546" name="Google Shape;546;p26:notes"/>
          <p:cNvSpPr txBox="1"/>
          <p:nvPr/>
        </p:nvSpPr>
        <p:spPr>
          <a:xfrm>
            <a:off x="1131887" y="4567237"/>
            <a:ext cx="5051425" cy="36845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47" name="Google Shape;547;p26:notes"/>
          <p:cNvSpPr txBox="1"/>
          <p:nvPr>
            <p:ph idx="1" type="body"/>
          </p:nvPr>
        </p:nvSpPr>
        <p:spPr>
          <a:xfrm>
            <a:off x="974725" y="4594225"/>
            <a:ext cx="5373687" cy="4278312"/>
          </a:xfrm>
          <a:prstGeom prst="rect">
            <a:avLst/>
          </a:prstGeom>
        </p:spPr>
        <p:txBody>
          <a:bodyPr anchorCtr="0" anchor="ctr" bIns="47500" lIns="95025" spcFirstLastPara="1" rIns="95025" wrap="square" tIns="47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27:notes"/>
          <p:cNvSpPr txBox="1"/>
          <p:nvPr/>
        </p:nvSpPr>
        <p:spPr>
          <a:xfrm>
            <a:off x="4152900" y="9109075"/>
            <a:ext cx="3173412" cy="465137"/>
          </a:xfrm>
          <a:prstGeom prst="rect">
            <a:avLst/>
          </a:prstGeom>
          <a:noFill/>
          <a:ln>
            <a:noFill/>
          </a:ln>
        </p:spPr>
        <p:txBody>
          <a:bodyPr anchorCtr="0" anchor="b" bIns="47500" lIns="95025" spcFirstLastPara="1" rIns="95025" wrap="square" tIns="47500">
            <a:noAutofit/>
          </a:bodyPr>
          <a:lstStyle/>
          <a:p>
            <a:pPr indent="-214311" lvl="0" marL="21590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None/>
            </a:pPr>
            <a:fld id="{00000000-1234-1234-1234-123412341234}" type="slidenum">
              <a:rPr b="0" i="0" lang="en-US" sz="11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560" name="Google Shape;560;p27:notes"/>
          <p:cNvSpPr/>
          <p:nvPr>
            <p:ph idx="2" type="sldImg"/>
          </p:nvPr>
        </p:nvSpPr>
        <p:spPr>
          <a:xfrm>
            <a:off x="1258887" y="728662"/>
            <a:ext cx="4791075" cy="3594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561" name="Google Shape;561;p27:notes"/>
          <p:cNvSpPr txBox="1"/>
          <p:nvPr/>
        </p:nvSpPr>
        <p:spPr>
          <a:xfrm>
            <a:off x="1131887" y="4567237"/>
            <a:ext cx="5051425" cy="36845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62" name="Google Shape;562;p27:notes"/>
          <p:cNvSpPr txBox="1"/>
          <p:nvPr>
            <p:ph idx="1" type="body"/>
          </p:nvPr>
        </p:nvSpPr>
        <p:spPr>
          <a:xfrm>
            <a:off x="974725" y="4594225"/>
            <a:ext cx="5373687" cy="4278312"/>
          </a:xfrm>
          <a:prstGeom prst="rect">
            <a:avLst/>
          </a:prstGeom>
        </p:spPr>
        <p:txBody>
          <a:bodyPr anchorCtr="0" anchor="ctr" bIns="47500" lIns="95025" spcFirstLastPara="1" rIns="95025" wrap="square" tIns="47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p28:notes"/>
          <p:cNvSpPr txBox="1"/>
          <p:nvPr/>
        </p:nvSpPr>
        <p:spPr>
          <a:xfrm>
            <a:off x="4152900" y="9109075"/>
            <a:ext cx="3173412" cy="465137"/>
          </a:xfrm>
          <a:prstGeom prst="rect">
            <a:avLst/>
          </a:prstGeom>
          <a:noFill/>
          <a:ln>
            <a:noFill/>
          </a:ln>
        </p:spPr>
        <p:txBody>
          <a:bodyPr anchorCtr="0" anchor="b" bIns="47500" lIns="95025" spcFirstLastPara="1" rIns="95025" wrap="square" tIns="47500">
            <a:noAutofit/>
          </a:bodyPr>
          <a:lstStyle/>
          <a:p>
            <a:pPr indent="-214311" lvl="0" marL="21590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None/>
            </a:pPr>
            <a:fld id="{00000000-1234-1234-1234-123412341234}" type="slidenum">
              <a:rPr b="0" i="0" lang="en-US" sz="11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594" name="Google Shape;594;p28:notes"/>
          <p:cNvSpPr/>
          <p:nvPr>
            <p:ph idx="2" type="sldImg"/>
          </p:nvPr>
        </p:nvSpPr>
        <p:spPr>
          <a:xfrm>
            <a:off x="1258887" y="728662"/>
            <a:ext cx="4791075" cy="3594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595" name="Google Shape;595;p28:notes"/>
          <p:cNvSpPr txBox="1"/>
          <p:nvPr/>
        </p:nvSpPr>
        <p:spPr>
          <a:xfrm>
            <a:off x="1131887" y="4567237"/>
            <a:ext cx="5051425" cy="36845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96" name="Google Shape;596;p28:notes"/>
          <p:cNvSpPr txBox="1"/>
          <p:nvPr>
            <p:ph idx="1" type="body"/>
          </p:nvPr>
        </p:nvSpPr>
        <p:spPr>
          <a:xfrm>
            <a:off x="974725" y="4594225"/>
            <a:ext cx="5373687" cy="4278312"/>
          </a:xfrm>
          <a:prstGeom prst="rect">
            <a:avLst/>
          </a:prstGeom>
        </p:spPr>
        <p:txBody>
          <a:bodyPr anchorCtr="0" anchor="ctr" bIns="47500" lIns="95025" spcFirstLastPara="1" rIns="95025" wrap="square" tIns="47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29:notes"/>
          <p:cNvSpPr txBox="1"/>
          <p:nvPr/>
        </p:nvSpPr>
        <p:spPr>
          <a:xfrm>
            <a:off x="4152900" y="9109075"/>
            <a:ext cx="3173412" cy="465137"/>
          </a:xfrm>
          <a:prstGeom prst="rect">
            <a:avLst/>
          </a:prstGeom>
          <a:noFill/>
          <a:ln>
            <a:noFill/>
          </a:ln>
        </p:spPr>
        <p:txBody>
          <a:bodyPr anchorCtr="0" anchor="b" bIns="47500" lIns="95025" spcFirstLastPara="1" rIns="95025" wrap="square" tIns="47500">
            <a:noAutofit/>
          </a:bodyPr>
          <a:lstStyle/>
          <a:p>
            <a:pPr indent="-214311" lvl="0" marL="21590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None/>
            </a:pPr>
            <a:fld id="{00000000-1234-1234-1234-123412341234}" type="slidenum">
              <a:rPr b="0" i="0" lang="en-US" sz="11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607" name="Google Shape;607;p29:notes"/>
          <p:cNvSpPr/>
          <p:nvPr>
            <p:ph idx="2" type="sldImg"/>
          </p:nvPr>
        </p:nvSpPr>
        <p:spPr>
          <a:xfrm>
            <a:off x="1258887" y="728662"/>
            <a:ext cx="4791075" cy="3594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608" name="Google Shape;608;p29:notes"/>
          <p:cNvSpPr txBox="1"/>
          <p:nvPr/>
        </p:nvSpPr>
        <p:spPr>
          <a:xfrm>
            <a:off x="1131887" y="4567237"/>
            <a:ext cx="5051425" cy="36845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09" name="Google Shape;609;p29:notes"/>
          <p:cNvSpPr txBox="1"/>
          <p:nvPr>
            <p:ph idx="1" type="body"/>
          </p:nvPr>
        </p:nvSpPr>
        <p:spPr>
          <a:xfrm>
            <a:off x="974725" y="4594225"/>
            <a:ext cx="5373687" cy="4278312"/>
          </a:xfrm>
          <a:prstGeom prst="rect">
            <a:avLst/>
          </a:prstGeom>
        </p:spPr>
        <p:txBody>
          <a:bodyPr anchorCtr="0" anchor="ctr" bIns="47500" lIns="95025" spcFirstLastPara="1" rIns="95025" wrap="square" tIns="47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6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p30:notes"/>
          <p:cNvSpPr txBox="1"/>
          <p:nvPr/>
        </p:nvSpPr>
        <p:spPr>
          <a:xfrm>
            <a:off x="4152900" y="9109075"/>
            <a:ext cx="3173412" cy="465137"/>
          </a:xfrm>
          <a:prstGeom prst="rect">
            <a:avLst/>
          </a:prstGeom>
          <a:noFill/>
          <a:ln>
            <a:noFill/>
          </a:ln>
        </p:spPr>
        <p:txBody>
          <a:bodyPr anchorCtr="0" anchor="b" bIns="47500" lIns="95025" spcFirstLastPara="1" rIns="95025" wrap="square" tIns="47500">
            <a:noAutofit/>
          </a:bodyPr>
          <a:lstStyle/>
          <a:p>
            <a:pPr indent="-214311" lvl="0" marL="21590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None/>
            </a:pPr>
            <a:fld id="{00000000-1234-1234-1234-123412341234}" type="slidenum">
              <a:rPr b="0" i="0" lang="en-US" sz="11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628" name="Google Shape;628;p30:notes"/>
          <p:cNvSpPr/>
          <p:nvPr>
            <p:ph idx="2" type="sldImg"/>
          </p:nvPr>
        </p:nvSpPr>
        <p:spPr>
          <a:xfrm>
            <a:off x="1227137" y="700087"/>
            <a:ext cx="4881562" cy="36607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629" name="Google Shape;629;p30:notes"/>
          <p:cNvSpPr txBox="1"/>
          <p:nvPr/>
        </p:nvSpPr>
        <p:spPr>
          <a:xfrm>
            <a:off x="974725" y="4594225"/>
            <a:ext cx="5376862" cy="42814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30" name="Google Shape;630;p30:notes"/>
          <p:cNvSpPr txBox="1"/>
          <p:nvPr>
            <p:ph idx="1" type="body"/>
          </p:nvPr>
        </p:nvSpPr>
        <p:spPr>
          <a:xfrm>
            <a:off x="974725" y="4594225"/>
            <a:ext cx="5373687" cy="4278312"/>
          </a:xfrm>
          <a:prstGeom prst="rect">
            <a:avLst/>
          </a:prstGeom>
        </p:spPr>
        <p:txBody>
          <a:bodyPr anchorCtr="0" anchor="ctr" bIns="47500" lIns="95025" spcFirstLastPara="1" rIns="95025" wrap="square" tIns="47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p31:notes"/>
          <p:cNvSpPr txBox="1"/>
          <p:nvPr/>
        </p:nvSpPr>
        <p:spPr>
          <a:xfrm>
            <a:off x="4152900" y="9109075"/>
            <a:ext cx="3173412" cy="465137"/>
          </a:xfrm>
          <a:prstGeom prst="rect">
            <a:avLst/>
          </a:prstGeom>
          <a:noFill/>
          <a:ln>
            <a:noFill/>
          </a:ln>
        </p:spPr>
        <p:txBody>
          <a:bodyPr anchorCtr="0" anchor="b" bIns="47500" lIns="95025" spcFirstLastPara="1" rIns="95025" wrap="square" tIns="47500">
            <a:noAutofit/>
          </a:bodyPr>
          <a:lstStyle/>
          <a:p>
            <a:pPr indent="-214311" lvl="0" marL="21590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None/>
            </a:pPr>
            <a:fld id="{00000000-1234-1234-1234-123412341234}" type="slidenum">
              <a:rPr b="0" i="0" lang="en-US" sz="11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636" name="Google Shape;636;p31:notes"/>
          <p:cNvSpPr/>
          <p:nvPr>
            <p:ph idx="2" type="sldImg"/>
          </p:nvPr>
        </p:nvSpPr>
        <p:spPr>
          <a:xfrm>
            <a:off x="1227137" y="700087"/>
            <a:ext cx="4881562" cy="36607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637" name="Google Shape;637;p31:notes"/>
          <p:cNvSpPr txBox="1"/>
          <p:nvPr/>
        </p:nvSpPr>
        <p:spPr>
          <a:xfrm>
            <a:off x="974725" y="4594225"/>
            <a:ext cx="5376862" cy="42814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38" name="Google Shape;638;p31:notes"/>
          <p:cNvSpPr txBox="1"/>
          <p:nvPr>
            <p:ph idx="1" type="body"/>
          </p:nvPr>
        </p:nvSpPr>
        <p:spPr>
          <a:xfrm>
            <a:off x="974725" y="4594225"/>
            <a:ext cx="5373687" cy="4278312"/>
          </a:xfrm>
          <a:prstGeom prst="rect">
            <a:avLst/>
          </a:prstGeom>
        </p:spPr>
        <p:txBody>
          <a:bodyPr anchorCtr="0" anchor="ctr" bIns="47500" lIns="95025" spcFirstLastPara="1" rIns="95025" wrap="square" tIns="47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4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p32:notes"/>
          <p:cNvSpPr txBox="1"/>
          <p:nvPr/>
        </p:nvSpPr>
        <p:spPr>
          <a:xfrm>
            <a:off x="4152900" y="9109075"/>
            <a:ext cx="3173412" cy="465137"/>
          </a:xfrm>
          <a:prstGeom prst="rect">
            <a:avLst/>
          </a:prstGeom>
          <a:noFill/>
          <a:ln>
            <a:noFill/>
          </a:ln>
        </p:spPr>
        <p:txBody>
          <a:bodyPr anchorCtr="0" anchor="b" bIns="47500" lIns="95025" spcFirstLastPara="1" rIns="95025" wrap="square" tIns="47500">
            <a:noAutofit/>
          </a:bodyPr>
          <a:lstStyle/>
          <a:p>
            <a:pPr indent="-214311" lvl="0" marL="21590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None/>
            </a:pPr>
            <a:fld id="{00000000-1234-1234-1234-123412341234}" type="slidenum">
              <a:rPr b="0" i="0" lang="en-US" sz="11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646" name="Google Shape;646;p32:notes"/>
          <p:cNvSpPr/>
          <p:nvPr>
            <p:ph idx="2" type="sldImg"/>
          </p:nvPr>
        </p:nvSpPr>
        <p:spPr>
          <a:xfrm>
            <a:off x="1227137" y="700087"/>
            <a:ext cx="4881562" cy="36607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647" name="Google Shape;647;p32:notes"/>
          <p:cNvSpPr txBox="1"/>
          <p:nvPr/>
        </p:nvSpPr>
        <p:spPr>
          <a:xfrm>
            <a:off x="974725" y="4594225"/>
            <a:ext cx="5376862" cy="42814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48" name="Google Shape;648;p32:notes"/>
          <p:cNvSpPr txBox="1"/>
          <p:nvPr>
            <p:ph idx="1" type="body"/>
          </p:nvPr>
        </p:nvSpPr>
        <p:spPr>
          <a:xfrm>
            <a:off x="974725" y="4594225"/>
            <a:ext cx="5373687" cy="4278312"/>
          </a:xfrm>
          <a:prstGeom prst="rect">
            <a:avLst/>
          </a:prstGeom>
        </p:spPr>
        <p:txBody>
          <a:bodyPr anchorCtr="0" anchor="ctr" bIns="47500" lIns="95025" spcFirstLastPara="1" rIns="95025" wrap="square" tIns="47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p33:notes"/>
          <p:cNvSpPr txBox="1"/>
          <p:nvPr/>
        </p:nvSpPr>
        <p:spPr>
          <a:xfrm>
            <a:off x="4152900" y="9109075"/>
            <a:ext cx="3173412" cy="465137"/>
          </a:xfrm>
          <a:prstGeom prst="rect">
            <a:avLst/>
          </a:prstGeom>
          <a:noFill/>
          <a:ln>
            <a:noFill/>
          </a:ln>
        </p:spPr>
        <p:txBody>
          <a:bodyPr anchorCtr="0" anchor="b" bIns="47500" lIns="95025" spcFirstLastPara="1" rIns="95025" wrap="square" tIns="47500">
            <a:noAutofit/>
          </a:bodyPr>
          <a:lstStyle/>
          <a:p>
            <a:pPr indent="-214311" lvl="0" marL="21590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None/>
            </a:pPr>
            <a:fld id="{00000000-1234-1234-1234-123412341234}" type="slidenum">
              <a:rPr b="0" i="0" lang="en-US" sz="11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654" name="Google Shape;654;p33:notes"/>
          <p:cNvSpPr/>
          <p:nvPr>
            <p:ph idx="2" type="sldImg"/>
          </p:nvPr>
        </p:nvSpPr>
        <p:spPr>
          <a:xfrm>
            <a:off x="1227137" y="700087"/>
            <a:ext cx="4881562" cy="36607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655" name="Google Shape;655;p33:notes"/>
          <p:cNvSpPr txBox="1"/>
          <p:nvPr/>
        </p:nvSpPr>
        <p:spPr>
          <a:xfrm>
            <a:off x="974725" y="4594225"/>
            <a:ext cx="5376862" cy="42814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56" name="Google Shape;656;p33:notes"/>
          <p:cNvSpPr txBox="1"/>
          <p:nvPr>
            <p:ph idx="1" type="body"/>
          </p:nvPr>
        </p:nvSpPr>
        <p:spPr>
          <a:xfrm>
            <a:off x="974725" y="4594225"/>
            <a:ext cx="5373687" cy="4278312"/>
          </a:xfrm>
          <a:prstGeom prst="rect">
            <a:avLst/>
          </a:prstGeom>
        </p:spPr>
        <p:txBody>
          <a:bodyPr anchorCtr="0" anchor="ctr" bIns="47500" lIns="95025" spcFirstLastPara="1" rIns="95025" wrap="square" tIns="47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6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p34:notes"/>
          <p:cNvSpPr txBox="1"/>
          <p:nvPr/>
        </p:nvSpPr>
        <p:spPr>
          <a:xfrm>
            <a:off x="4152900" y="9109075"/>
            <a:ext cx="3173412" cy="465137"/>
          </a:xfrm>
          <a:prstGeom prst="rect">
            <a:avLst/>
          </a:prstGeom>
          <a:noFill/>
          <a:ln>
            <a:noFill/>
          </a:ln>
        </p:spPr>
        <p:txBody>
          <a:bodyPr anchorCtr="0" anchor="b" bIns="47500" lIns="95025" spcFirstLastPara="1" rIns="95025" wrap="square" tIns="47500">
            <a:noAutofit/>
          </a:bodyPr>
          <a:lstStyle/>
          <a:p>
            <a:pPr indent="-214311" lvl="0" marL="21590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None/>
            </a:pPr>
            <a:fld id="{00000000-1234-1234-1234-123412341234}" type="slidenum">
              <a:rPr b="0" i="0" lang="en-US" sz="11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668" name="Google Shape;668;p34:notes"/>
          <p:cNvSpPr/>
          <p:nvPr>
            <p:ph idx="2" type="sldImg"/>
          </p:nvPr>
        </p:nvSpPr>
        <p:spPr>
          <a:xfrm>
            <a:off x="1227137" y="700087"/>
            <a:ext cx="4881562" cy="36607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669" name="Google Shape;669;p34:notes"/>
          <p:cNvSpPr txBox="1"/>
          <p:nvPr/>
        </p:nvSpPr>
        <p:spPr>
          <a:xfrm>
            <a:off x="974725" y="4594225"/>
            <a:ext cx="5376862" cy="42814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70" name="Google Shape;670;p34:notes"/>
          <p:cNvSpPr txBox="1"/>
          <p:nvPr>
            <p:ph idx="1" type="body"/>
          </p:nvPr>
        </p:nvSpPr>
        <p:spPr>
          <a:xfrm>
            <a:off x="974725" y="4594225"/>
            <a:ext cx="5373687" cy="4278312"/>
          </a:xfrm>
          <a:prstGeom prst="rect">
            <a:avLst/>
          </a:prstGeom>
        </p:spPr>
        <p:txBody>
          <a:bodyPr anchorCtr="0" anchor="ctr" bIns="47500" lIns="95025" spcFirstLastPara="1" rIns="95025" wrap="square" tIns="47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p35:notes"/>
          <p:cNvSpPr txBox="1"/>
          <p:nvPr/>
        </p:nvSpPr>
        <p:spPr>
          <a:xfrm>
            <a:off x="4152900" y="9109075"/>
            <a:ext cx="3173412" cy="465137"/>
          </a:xfrm>
          <a:prstGeom prst="rect">
            <a:avLst/>
          </a:prstGeom>
          <a:noFill/>
          <a:ln>
            <a:noFill/>
          </a:ln>
        </p:spPr>
        <p:txBody>
          <a:bodyPr anchorCtr="0" anchor="b" bIns="47500" lIns="95025" spcFirstLastPara="1" rIns="95025" wrap="square" tIns="47500">
            <a:noAutofit/>
          </a:bodyPr>
          <a:lstStyle/>
          <a:p>
            <a:pPr indent="-214311" lvl="0" marL="21590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None/>
            </a:pPr>
            <a:fld id="{00000000-1234-1234-1234-123412341234}" type="slidenum">
              <a:rPr b="0" i="0" lang="en-US" sz="11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686" name="Google Shape;686;p35:notes"/>
          <p:cNvSpPr/>
          <p:nvPr>
            <p:ph idx="2" type="sldImg"/>
          </p:nvPr>
        </p:nvSpPr>
        <p:spPr>
          <a:xfrm>
            <a:off x="1227137" y="700087"/>
            <a:ext cx="4881562" cy="36607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687" name="Google Shape;687;p35:notes"/>
          <p:cNvSpPr txBox="1"/>
          <p:nvPr/>
        </p:nvSpPr>
        <p:spPr>
          <a:xfrm>
            <a:off x="974725" y="4594225"/>
            <a:ext cx="5376862" cy="42814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88" name="Google Shape;688;p35:notes"/>
          <p:cNvSpPr txBox="1"/>
          <p:nvPr>
            <p:ph idx="1" type="body"/>
          </p:nvPr>
        </p:nvSpPr>
        <p:spPr>
          <a:xfrm>
            <a:off x="974725" y="4594225"/>
            <a:ext cx="5373687" cy="4278312"/>
          </a:xfrm>
          <a:prstGeom prst="rect">
            <a:avLst/>
          </a:prstGeom>
        </p:spPr>
        <p:txBody>
          <a:bodyPr anchorCtr="0" anchor="ctr" bIns="47500" lIns="95025" spcFirstLastPara="1" rIns="95025" wrap="square" tIns="47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p36:notes"/>
          <p:cNvSpPr txBox="1"/>
          <p:nvPr/>
        </p:nvSpPr>
        <p:spPr>
          <a:xfrm>
            <a:off x="4152900" y="9109075"/>
            <a:ext cx="3173412" cy="465137"/>
          </a:xfrm>
          <a:prstGeom prst="rect">
            <a:avLst/>
          </a:prstGeom>
          <a:noFill/>
          <a:ln>
            <a:noFill/>
          </a:ln>
        </p:spPr>
        <p:txBody>
          <a:bodyPr anchorCtr="0" anchor="b" bIns="47500" lIns="95025" spcFirstLastPara="1" rIns="95025" wrap="square" tIns="47500">
            <a:noAutofit/>
          </a:bodyPr>
          <a:lstStyle/>
          <a:p>
            <a:pPr indent="-214311" lvl="0" marL="21590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None/>
            </a:pPr>
            <a:fld id="{00000000-1234-1234-1234-123412341234}" type="slidenum">
              <a:rPr b="0" i="0" lang="en-US" sz="11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694" name="Google Shape;694;p36:notes"/>
          <p:cNvSpPr/>
          <p:nvPr>
            <p:ph idx="2" type="sldImg"/>
          </p:nvPr>
        </p:nvSpPr>
        <p:spPr>
          <a:xfrm>
            <a:off x="1227137" y="700087"/>
            <a:ext cx="4881562" cy="36607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695" name="Google Shape;695;p36:notes"/>
          <p:cNvSpPr txBox="1"/>
          <p:nvPr/>
        </p:nvSpPr>
        <p:spPr>
          <a:xfrm>
            <a:off x="974725" y="4594225"/>
            <a:ext cx="5376862" cy="42814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96" name="Google Shape;696;p36:notes"/>
          <p:cNvSpPr txBox="1"/>
          <p:nvPr>
            <p:ph idx="1" type="body"/>
          </p:nvPr>
        </p:nvSpPr>
        <p:spPr>
          <a:xfrm>
            <a:off x="974725" y="4594225"/>
            <a:ext cx="5373687" cy="4278312"/>
          </a:xfrm>
          <a:prstGeom prst="rect">
            <a:avLst/>
          </a:prstGeom>
        </p:spPr>
        <p:txBody>
          <a:bodyPr anchorCtr="0" anchor="ctr" bIns="47500" lIns="95025" spcFirstLastPara="1" rIns="95025" wrap="square" tIns="47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p37:notes"/>
          <p:cNvSpPr txBox="1"/>
          <p:nvPr/>
        </p:nvSpPr>
        <p:spPr>
          <a:xfrm>
            <a:off x="4152900" y="9109075"/>
            <a:ext cx="3173412" cy="465137"/>
          </a:xfrm>
          <a:prstGeom prst="rect">
            <a:avLst/>
          </a:prstGeom>
          <a:noFill/>
          <a:ln>
            <a:noFill/>
          </a:ln>
        </p:spPr>
        <p:txBody>
          <a:bodyPr anchorCtr="0" anchor="b" bIns="47500" lIns="95025" spcFirstLastPara="1" rIns="95025" wrap="square" tIns="47500">
            <a:noAutofit/>
          </a:bodyPr>
          <a:lstStyle/>
          <a:p>
            <a:pPr indent="-214311" lvl="0" marL="21590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None/>
            </a:pPr>
            <a:fld id="{00000000-1234-1234-1234-123412341234}" type="slidenum">
              <a:rPr b="0" i="0" lang="en-US" sz="11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702" name="Google Shape;702;p37:notes"/>
          <p:cNvSpPr/>
          <p:nvPr>
            <p:ph idx="2" type="sldImg"/>
          </p:nvPr>
        </p:nvSpPr>
        <p:spPr>
          <a:xfrm>
            <a:off x="1227137" y="700087"/>
            <a:ext cx="4881562" cy="36607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703" name="Google Shape;703;p37:notes"/>
          <p:cNvSpPr txBox="1"/>
          <p:nvPr/>
        </p:nvSpPr>
        <p:spPr>
          <a:xfrm>
            <a:off x="974725" y="4594225"/>
            <a:ext cx="5376862" cy="42814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04" name="Google Shape;704;p37:notes"/>
          <p:cNvSpPr txBox="1"/>
          <p:nvPr>
            <p:ph idx="1" type="body"/>
          </p:nvPr>
        </p:nvSpPr>
        <p:spPr>
          <a:xfrm>
            <a:off x="974725" y="4594225"/>
            <a:ext cx="5373687" cy="4278312"/>
          </a:xfrm>
          <a:prstGeom prst="rect">
            <a:avLst/>
          </a:prstGeom>
        </p:spPr>
        <p:txBody>
          <a:bodyPr anchorCtr="0" anchor="ctr" bIns="47500" lIns="95025" spcFirstLastPara="1" rIns="95025" wrap="square" tIns="47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5" name="Shape 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" name="Google Shape;716;p38:notes"/>
          <p:cNvSpPr txBox="1"/>
          <p:nvPr/>
        </p:nvSpPr>
        <p:spPr>
          <a:xfrm>
            <a:off x="4152900" y="9109075"/>
            <a:ext cx="3173412" cy="465137"/>
          </a:xfrm>
          <a:prstGeom prst="rect">
            <a:avLst/>
          </a:prstGeom>
          <a:noFill/>
          <a:ln>
            <a:noFill/>
          </a:ln>
        </p:spPr>
        <p:txBody>
          <a:bodyPr anchorCtr="0" anchor="b" bIns="47500" lIns="95025" spcFirstLastPara="1" rIns="95025" wrap="square" tIns="47500">
            <a:noAutofit/>
          </a:bodyPr>
          <a:lstStyle/>
          <a:p>
            <a:pPr indent="-214311" lvl="0" marL="21590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None/>
            </a:pPr>
            <a:fld id="{00000000-1234-1234-1234-123412341234}" type="slidenum">
              <a:rPr b="0" i="0" lang="en-US" sz="11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717" name="Google Shape;717;p38:notes"/>
          <p:cNvSpPr/>
          <p:nvPr>
            <p:ph idx="2" type="sldImg"/>
          </p:nvPr>
        </p:nvSpPr>
        <p:spPr>
          <a:xfrm>
            <a:off x="1227137" y="700087"/>
            <a:ext cx="4881562" cy="36607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718" name="Google Shape;718;p38:notes"/>
          <p:cNvSpPr txBox="1"/>
          <p:nvPr/>
        </p:nvSpPr>
        <p:spPr>
          <a:xfrm>
            <a:off x="974725" y="4594225"/>
            <a:ext cx="5376862" cy="42814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19" name="Google Shape;719;p38:notes"/>
          <p:cNvSpPr txBox="1"/>
          <p:nvPr>
            <p:ph idx="1" type="body"/>
          </p:nvPr>
        </p:nvSpPr>
        <p:spPr>
          <a:xfrm>
            <a:off x="974725" y="4594225"/>
            <a:ext cx="5373687" cy="4278312"/>
          </a:xfrm>
          <a:prstGeom prst="rect">
            <a:avLst/>
          </a:prstGeom>
        </p:spPr>
        <p:txBody>
          <a:bodyPr anchorCtr="0" anchor="ctr" bIns="47500" lIns="95025" spcFirstLastPara="1" rIns="95025" wrap="square" tIns="47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0" name="Shape 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Google Shape;731;p39:notes"/>
          <p:cNvSpPr txBox="1"/>
          <p:nvPr/>
        </p:nvSpPr>
        <p:spPr>
          <a:xfrm>
            <a:off x="4152900" y="9109075"/>
            <a:ext cx="3173412" cy="465137"/>
          </a:xfrm>
          <a:prstGeom prst="rect">
            <a:avLst/>
          </a:prstGeom>
          <a:noFill/>
          <a:ln>
            <a:noFill/>
          </a:ln>
        </p:spPr>
        <p:txBody>
          <a:bodyPr anchorCtr="0" anchor="b" bIns="47500" lIns="95025" spcFirstLastPara="1" rIns="95025" wrap="square" tIns="47500">
            <a:noAutofit/>
          </a:bodyPr>
          <a:lstStyle/>
          <a:p>
            <a:pPr indent="-214311" lvl="0" marL="21590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None/>
            </a:pPr>
            <a:fld id="{00000000-1234-1234-1234-123412341234}" type="slidenum">
              <a:rPr b="0" i="0" lang="en-US" sz="11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732" name="Google Shape;732;p39:notes"/>
          <p:cNvSpPr/>
          <p:nvPr>
            <p:ph idx="2" type="sldImg"/>
          </p:nvPr>
        </p:nvSpPr>
        <p:spPr>
          <a:xfrm>
            <a:off x="1227137" y="700087"/>
            <a:ext cx="4881562" cy="36607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733" name="Google Shape;733;p39:notes"/>
          <p:cNvSpPr txBox="1"/>
          <p:nvPr/>
        </p:nvSpPr>
        <p:spPr>
          <a:xfrm>
            <a:off x="974725" y="4594225"/>
            <a:ext cx="5376862" cy="42814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34" name="Google Shape;734;p39:notes"/>
          <p:cNvSpPr txBox="1"/>
          <p:nvPr>
            <p:ph idx="1" type="body"/>
          </p:nvPr>
        </p:nvSpPr>
        <p:spPr>
          <a:xfrm>
            <a:off x="974725" y="4594225"/>
            <a:ext cx="5373687" cy="4278312"/>
          </a:xfrm>
          <a:prstGeom prst="rect">
            <a:avLst/>
          </a:prstGeom>
        </p:spPr>
        <p:txBody>
          <a:bodyPr anchorCtr="0" anchor="ctr" bIns="47500" lIns="95025" spcFirstLastPara="1" rIns="95025" wrap="square" tIns="47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p40:notes"/>
          <p:cNvSpPr txBox="1"/>
          <p:nvPr/>
        </p:nvSpPr>
        <p:spPr>
          <a:xfrm>
            <a:off x="4152900" y="9109075"/>
            <a:ext cx="3173412" cy="465137"/>
          </a:xfrm>
          <a:prstGeom prst="rect">
            <a:avLst/>
          </a:prstGeom>
          <a:noFill/>
          <a:ln>
            <a:noFill/>
          </a:ln>
        </p:spPr>
        <p:txBody>
          <a:bodyPr anchorCtr="0" anchor="b" bIns="47500" lIns="95025" spcFirstLastPara="1" rIns="95025" wrap="square" tIns="47500">
            <a:noAutofit/>
          </a:bodyPr>
          <a:lstStyle/>
          <a:p>
            <a:pPr indent="-214311" lvl="0" marL="21590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None/>
            </a:pPr>
            <a:fld id="{00000000-1234-1234-1234-123412341234}" type="slidenum">
              <a:rPr b="0" i="0" lang="en-US" sz="11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743" name="Google Shape;743;p40:notes"/>
          <p:cNvSpPr/>
          <p:nvPr>
            <p:ph idx="2" type="sldImg"/>
          </p:nvPr>
        </p:nvSpPr>
        <p:spPr>
          <a:xfrm>
            <a:off x="1227137" y="700087"/>
            <a:ext cx="4881562" cy="36607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744" name="Google Shape;744;p40:notes"/>
          <p:cNvSpPr txBox="1"/>
          <p:nvPr/>
        </p:nvSpPr>
        <p:spPr>
          <a:xfrm>
            <a:off x="974725" y="4594225"/>
            <a:ext cx="5376862" cy="42814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45" name="Google Shape;745;p40:notes"/>
          <p:cNvSpPr txBox="1"/>
          <p:nvPr>
            <p:ph idx="1" type="body"/>
          </p:nvPr>
        </p:nvSpPr>
        <p:spPr>
          <a:xfrm>
            <a:off x="974725" y="4594225"/>
            <a:ext cx="5373687" cy="4278312"/>
          </a:xfrm>
          <a:prstGeom prst="rect">
            <a:avLst/>
          </a:prstGeom>
        </p:spPr>
        <p:txBody>
          <a:bodyPr anchorCtr="0" anchor="ctr" bIns="47500" lIns="95025" spcFirstLastPara="1" rIns="95025" wrap="square" tIns="47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Google Shape;752;p41:notes"/>
          <p:cNvSpPr txBox="1"/>
          <p:nvPr/>
        </p:nvSpPr>
        <p:spPr>
          <a:xfrm>
            <a:off x="4152900" y="9109075"/>
            <a:ext cx="3173412" cy="465137"/>
          </a:xfrm>
          <a:prstGeom prst="rect">
            <a:avLst/>
          </a:prstGeom>
          <a:noFill/>
          <a:ln>
            <a:noFill/>
          </a:ln>
        </p:spPr>
        <p:txBody>
          <a:bodyPr anchorCtr="0" anchor="b" bIns="47500" lIns="95025" spcFirstLastPara="1" rIns="95025" wrap="square" tIns="47500">
            <a:noAutofit/>
          </a:bodyPr>
          <a:lstStyle/>
          <a:p>
            <a:pPr indent="-214311" lvl="0" marL="21590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None/>
            </a:pPr>
            <a:fld id="{00000000-1234-1234-1234-123412341234}" type="slidenum">
              <a:rPr b="0" i="0" lang="en-US" sz="11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753" name="Google Shape;753;p41:notes"/>
          <p:cNvSpPr/>
          <p:nvPr>
            <p:ph idx="2" type="sldImg"/>
          </p:nvPr>
        </p:nvSpPr>
        <p:spPr>
          <a:xfrm>
            <a:off x="1227137" y="700087"/>
            <a:ext cx="4881562" cy="36607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754" name="Google Shape;754;p41:notes"/>
          <p:cNvSpPr txBox="1"/>
          <p:nvPr/>
        </p:nvSpPr>
        <p:spPr>
          <a:xfrm>
            <a:off x="974725" y="4594225"/>
            <a:ext cx="5376862" cy="42814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55" name="Google Shape;755;p41:notes"/>
          <p:cNvSpPr txBox="1"/>
          <p:nvPr>
            <p:ph idx="1" type="body"/>
          </p:nvPr>
        </p:nvSpPr>
        <p:spPr>
          <a:xfrm>
            <a:off x="974725" y="4594225"/>
            <a:ext cx="5373687" cy="4278312"/>
          </a:xfrm>
          <a:prstGeom prst="rect">
            <a:avLst/>
          </a:prstGeom>
        </p:spPr>
        <p:txBody>
          <a:bodyPr anchorCtr="0" anchor="ctr" bIns="47500" lIns="95025" spcFirstLastPara="1" rIns="95025" wrap="square" tIns="47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6" name="Shape 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Google Shape;767;p42:notes"/>
          <p:cNvSpPr txBox="1"/>
          <p:nvPr/>
        </p:nvSpPr>
        <p:spPr>
          <a:xfrm>
            <a:off x="4152900" y="9109075"/>
            <a:ext cx="3173412" cy="465137"/>
          </a:xfrm>
          <a:prstGeom prst="rect">
            <a:avLst/>
          </a:prstGeom>
          <a:noFill/>
          <a:ln>
            <a:noFill/>
          </a:ln>
        </p:spPr>
        <p:txBody>
          <a:bodyPr anchorCtr="0" anchor="b" bIns="47500" lIns="95025" spcFirstLastPara="1" rIns="95025" wrap="square" tIns="47500">
            <a:noAutofit/>
          </a:bodyPr>
          <a:lstStyle/>
          <a:p>
            <a:pPr indent="-214311" lvl="0" marL="21590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None/>
            </a:pPr>
            <a:fld id="{00000000-1234-1234-1234-123412341234}" type="slidenum">
              <a:rPr b="0" i="0" lang="en-US" sz="11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768" name="Google Shape;768;p42:notes"/>
          <p:cNvSpPr/>
          <p:nvPr>
            <p:ph idx="2" type="sldImg"/>
          </p:nvPr>
        </p:nvSpPr>
        <p:spPr>
          <a:xfrm>
            <a:off x="1227137" y="700087"/>
            <a:ext cx="4881562" cy="36607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769" name="Google Shape;769;p42:notes"/>
          <p:cNvSpPr txBox="1"/>
          <p:nvPr/>
        </p:nvSpPr>
        <p:spPr>
          <a:xfrm>
            <a:off x="974725" y="4594225"/>
            <a:ext cx="5376862" cy="42814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70" name="Google Shape;770;p42:notes"/>
          <p:cNvSpPr txBox="1"/>
          <p:nvPr>
            <p:ph idx="1" type="body"/>
          </p:nvPr>
        </p:nvSpPr>
        <p:spPr>
          <a:xfrm>
            <a:off x="974725" y="4594225"/>
            <a:ext cx="5373687" cy="4278312"/>
          </a:xfrm>
          <a:prstGeom prst="rect">
            <a:avLst/>
          </a:prstGeom>
        </p:spPr>
        <p:txBody>
          <a:bodyPr anchorCtr="0" anchor="ctr" bIns="47500" lIns="95025" spcFirstLastPara="1" rIns="95025" wrap="square" tIns="47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1" name="Shape 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" name="Google Shape;782;p43:notes"/>
          <p:cNvSpPr txBox="1"/>
          <p:nvPr/>
        </p:nvSpPr>
        <p:spPr>
          <a:xfrm>
            <a:off x="4152900" y="9109075"/>
            <a:ext cx="3173412" cy="465137"/>
          </a:xfrm>
          <a:prstGeom prst="rect">
            <a:avLst/>
          </a:prstGeom>
          <a:noFill/>
          <a:ln>
            <a:noFill/>
          </a:ln>
        </p:spPr>
        <p:txBody>
          <a:bodyPr anchorCtr="0" anchor="b" bIns="47500" lIns="95025" spcFirstLastPara="1" rIns="95025" wrap="square" tIns="47500">
            <a:noAutofit/>
          </a:bodyPr>
          <a:lstStyle/>
          <a:p>
            <a:pPr indent="-214311" lvl="0" marL="21590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None/>
            </a:pPr>
            <a:fld id="{00000000-1234-1234-1234-123412341234}" type="slidenum">
              <a:rPr b="0" i="0" lang="en-US" sz="11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783" name="Google Shape;783;p43:notes"/>
          <p:cNvSpPr/>
          <p:nvPr>
            <p:ph idx="2" type="sldImg"/>
          </p:nvPr>
        </p:nvSpPr>
        <p:spPr>
          <a:xfrm>
            <a:off x="1227137" y="700087"/>
            <a:ext cx="4881562" cy="36607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784" name="Google Shape;784;p43:notes"/>
          <p:cNvSpPr txBox="1"/>
          <p:nvPr/>
        </p:nvSpPr>
        <p:spPr>
          <a:xfrm>
            <a:off x="974725" y="4594225"/>
            <a:ext cx="5376862" cy="42814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85" name="Google Shape;785;p43:notes"/>
          <p:cNvSpPr txBox="1"/>
          <p:nvPr>
            <p:ph idx="1" type="body"/>
          </p:nvPr>
        </p:nvSpPr>
        <p:spPr>
          <a:xfrm>
            <a:off x="974725" y="4594225"/>
            <a:ext cx="5373687" cy="4278312"/>
          </a:xfrm>
          <a:prstGeom prst="rect">
            <a:avLst/>
          </a:prstGeom>
        </p:spPr>
        <p:txBody>
          <a:bodyPr anchorCtr="0" anchor="ctr" bIns="47500" lIns="95025" spcFirstLastPara="1" rIns="95025" wrap="square" tIns="47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9" name="Shape 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0" name="Google Shape;790;p44:notes"/>
          <p:cNvSpPr txBox="1"/>
          <p:nvPr/>
        </p:nvSpPr>
        <p:spPr>
          <a:xfrm>
            <a:off x="4152900" y="9109075"/>
            <a:ext cx="3173412" cy="465137"/>
          </a:xfrm>
          <a:prstGeom prst="rect">
            <a:avLst/>
          </a:prstGeom>
          <a:noFill/>
          <a:ln>
            <a:noFill/>
          </a:ln>
        </p:spPr>
        <p:txBody>
          <a:bodyPr anchorCtr="0" anchor="b" bIns="47500" lIns="95025" spcFirstLastPara="1" rIns="95025" wrap="square" tIns="47500">
            <a:noAutofit/>
          </a:bodyPr>
          <a:lstStyle/>
          <a:p>
            <a:pPr indent="-214311" lvl="0" marL="21590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None/>
            </a:pPr>
            <a:fld id="{00000000-1234-1234-1234-123412341234}" type="slidenum">
              <a:rPr b="0" i="0" lang="en-US" sz="11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791" name="Google Shape;791;p44:notes"/>
          <p:cNvSpPr/>
          <p:nvPr>
            <p:ph idx="2" type="sldImg"/>
          </p:nvPr>
        </p:nvSpPr>
        <p:spPr>
          <a:xfrm>
            <a:off x="1227137" y="700087"/>
            <a:ext cx="4881562" cy="36607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792" name="Google Shape;792;p44:notes"/>
          <p:cNvSpPr txBox="1"/>
          <p:nvPr/>
        </p:nvSpPr>
        <p:spPr>
          <a:xfrm>
            <a:off x="974725" y="4594225"/>
            <a:ext cx="5376862" cy="42814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93" name="Google Shape;793;p44:notes"/>
          <p:cNvSpPr txBox="1"/>
          <p:nvPr>
            <p:ph idx="1" type="body"/>
          </p:nvPr>
        </p:nvSpPr>
        <p:spPr>
          <a:xfrm>
            <a:off x="974725" y="4594225"/>
            <a:ext cx="5373687" cy="4278312"/>
          </a:xfrm>
          <a:prstGeom prst="rect">
            <a:avLst/>
          </a:prstGeom>
        </p:spPr>
        <p:txBody>
          <a:bodyPr anchorCtr="0" anchor="ctr" bIns="47500" lIns="95025" spcFirstLastPara="1" rIns="95025" wrap="square" tIns="47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8" name="Shape 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Google Shape;799;p45:notes"/>
          <p:cNvSpPr txBox="1"/>
          <p:nvPr/>
        </p:nvSpPr>
        <p:spPr>
          <a:xfrm>
            <a:off x="4152900" y="9109075"/>
            <a:ext cx="3173412" cy="465137"/>
          </a:xfrm>
          <a:prstGeom prst="rect">
            <a:avLst/>
          </a:prstGeom>
          <a:noFill/>
          <a:ln>
            <a:noFill/>
          </a:ln>
        </p:spPr>
        <p:txBody>
          <a:bodyPr anchorCtr="0" anchor="b" bIns="47500" lIns="95025" spcFirstLastPara="1" rIns="95025" wrap="square" tIns="47500">
            <a:noAutofit/>
          </a:bodyPr>
          <a:lstStyle/>
          <a:p>
            <a:pPr indent="-214311" lvl="0" marL="21590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None/>
            </a:pPr>
            <a:fld id="{00000000-1234-1234-1234-123412341234}" type="slidenum">
              <a:rPr b="0" i="0" lang="en-US" sz="11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800" name="Google Shape;800;p45:notes"/>
          <p:cNvSpPr/>
          <p:nvPr>
            <p:ph idx="2" type="sldImg"/>
          </p:nvPr>
        </p:nvSpPr>
        <p:spPr>
          <a:xfrm>
            <a:off x="1227137" y="700087"/>
            <a:ext cx="4881562" cy="36607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801" name="Google Shape;801;p45:notes"/>
          <p:cNvSpPr txBox="1"/>
          <p:nvPr/>
        </p:nvSpPr>
        <p:spPr>
          <a:xfrm>
            <a:off x="974725" y="4594225"/>
            <a:ext cx="5376862" cy="42814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02" name="Google Shape;802;p45:notes"/>
          <p:cNvSpPr txBox="1"/>
          <p:nvPr>
            <p:ph idx="1" type="body"/>
          </p:nvPr>
        </p:nvSpPr>
        <p:spPr>
          <a:xfrm>
            <a:off x="974725" y="4594225"/>
            <a:ext cx="5373687" cy="4278312"/>
          </a:xfrm>
          <a:prstGeom prst="rect">
            <a:avLst/>
          </a:prstGeom>
        </p:spPr>
        <p:txBody>
          <a:bodyPr anchorCtr="0" anchor="ctr" bIns="47500" lIns="95025" spcFirstLastPara="1" rIns="95025" wrap="square" tIns="47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8" name="Shape 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" name="Google Shape;809;p46:notes"/>
          <p:cNvSpPr txBox="1"/>
          <p:nvPr/>
        </p:nvSpPr>
        <p:spPr>
          <a:xfrm>
            <a:off x="4152900" y="9109075"/>
            <a:ext cx="3173412" cy="465137"/>
          </a:xfrm>
          <a:prstGeom prst="rect">
            <a:avLst/>
          </a:prstGeom>
          <a:noFill/>
          <a:ln>
            <a:noFill/>
          </a:ln>
        </p:spPr>
        <p:txBody>
          <a:bodyPr anchorCtr="0" anchor="b" bIns="47500" lIns="95025" spcFirstLastPara="1" rIns="95025" wrap="square" tIns="47500">
            <a:noAutofit/>
          </a:bodyPr>
          <a:lstStyle/>
          <a:p>
            <a:pPr indent="-214311" lvl="0" marL="21590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None/>
            </a:pPr>
            <a:fld id="{00000000-1234-1234-1234-123412341234}" type="slidenum">
              <a:rPr b="0" i="0" lang="en-US" sz="11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810" name="Google Shape;810;p46:notes"/>
          <p:cNvSpPr/>
          <p:nvPr>
            <p:ph idx="2" type="sldImg"/>
          </p:nvPr>
        </p:nvSpPr>
        <p:spPr>
          <a:xfrm>
            <a:off x="1227137" y="700087"/>
            <a:ext cx="4881562" cy="36607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811" name="Google Shape;811;p46:notes"/>
          <p:cNvSpPr txBox="1"/>
          <p:nvPr/>
        </p:nvSpPr>
        <p:spPr>
          <a:xfrm>
            <a:off x="974725" y="4594225"/>
            <a:ext cx="5376862" cy="42814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12" name="Google Shape;812;p46:notes"/>
          <p:cNvSpPr txBox="1"/>
          <p:nvPr>
            <p:ph idx="1" type="body"/>
          </p:nvPr>
        </p:nvSpPr>
        <p:spPr>
          <a:xfrm>
            <a:off x="974725" y="4594225"/>
            <a:ext cx="5373687" cy="4278312"/>
          </a:xfrm>
          <a:prstGeom prst="rect">
            <a:avLst/>
          </a:prstGeom>
        </p:spPr>
        <p:txBody>
          <a:bodyPr anchorCtr="0" anchor="ctr" bIns="47500" lIns="95025" spcFirstLastPara="1" rIns="95025" wrap="square" tIns="47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7" name="Shape 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" name="Google Shape;818;p47:notes"/>
          <p:cNvSpPr txBox="1"/>
          <p:nvPr/>
        </p:nvSpPr>
        <p:spPr>
          <a:xfrm>
            <a:off x="4152900" y="9109075"/>
            <a:ext cx="3173412" cy="465137"/>
          </a:xfrm>
          <a:prstGeom prst="rect">
            <a:avLst/>
          </a:prstGeom>
          <a:noFill/>
          <a:ln>
            <a:noFill/>
          </a:ln>
        </p:spPr>
        <p:txBody>
          <a:bodyPr anchorCtr="0" anchor="b" bIns="47500" lIns="95025" spcFirstLastPara="1" rIns="95025" wrap="square" tIns="47500">
            <a:noAutofit/>
          </a:bodyPr>
          <a:lstStyle/>
          <a:p>
            <a:pPr indent="-214311" lvl="0" marL="21590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None/>
            </a:pPr>
            <a:fld id="{00000000-1234-1234-1234-123412341234}" type="slidenum">
              <a:rPr b="0" i="0" lang="en-US" sz="11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819" name="Google Shape;819;p47:notes"/>
          <p:cNvSpPr/>
          <p:nvPr>
            <p:ph idx="2" type="sldImg"/>
          </p:nvPr>
        </p:nvSpPr>
        <p:spPr>
          <a:xfrm>
            <a:off x="1227137" y="700087"/>
            <a:ext cx="4881562" cy="36607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820" name="Google Shape;820;p47:notes"/>
          <p:cNvSpPr txBox="1"/>
          <p:nvPr/>
        </p:nvSpPr>
        <p:spPr>
          <a:xfrm>
            <a:off x="974725" y="4594225"/>
            <a:ext cx="5376862" cy="42814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21" name="Google Shape;821;p47:notes"/>
          <p:cNvSpPr txBox="1"/>
          <p:nvPr>
            <p:ph idx="1" type="body"/>
          </p:nvPr>
        </p:nvSpPr>
        <p:spPr>
          <a:xfrm>
            <a:off x="974725" y="4594225"/>
            <a:ext cx="5373687" cy="4278312"/>
          </a:xfrm>
          <a:prstGeom prst="rect">
            <a:avLst/>
          </a:prstGeom>
        </p:spPr>
        <p:txBody>
          <a:bodyPr anchorCtr="0" anchor="ctr" bIns="47500" lIns="95025" spcFirstLastPara="1" rIns="95025" wrap="square" tIns="47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7" name="Shape 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8" name="Google Shape;828;p48:notes"/>
          <p:cNvSpPr txBox="1"/>
          <p:nvPr/>
        </p:nvSpPr>
        <p:spPr>
          <a:xfrm>
            <a:off x="4152900" y="9109075"/>
            <a:ext cx="3173412" cy="465137"/>
          </a:xfrm>
          <a:prstGeom prst="rect">
            <a:avLst/>
          </a:prstGeom>
          <a:noFill/>
          <a:ln>
            <a:noFill/>
          </a:ln>
        </p:spPr>
        <p:txBody>
          <a:bodyPr anchorCtr="0" anchor="b" bIns="47500" lIns="95025" spcFirstLastPara="1" rIns="95025" wrap="square" tIns="47500">
            <a:noAutofit/>
          </a:bodyPr>
          <a:lstStyle/>
          <a:p>
            <a:pPr indent="-214311" lvl="0" marL="21590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None/>
            </a:pPr>
            <a:fld id="{00000000-1234-1234-1234-123412341234}" type="slidenum">
              <a:rPr b="0" i="0" lang="en-US" sz="11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829" name="Google Shape;829;p48:notes"/>
          <p:cNvSpPr/>
          <p:nvPr>
            <p:ph idx="2" type="sldImg"/>
          </p:nvPr>
        </p:nvSpPr>
        <p:spPr>
          <a:xfrm>
            <a:off x="1227137" y="700087"/>
            <a:ext cx="4881562" cy="36607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830" name="Google Shape;830;p48:notes"/>
          <p:cNvSpPr txBox="1"/>
          <p:nvPr/>
        </p:nvSpPr>
        <p:spPr>
          <a:xfrm>
            <a:off x="974725" y="4594225"/>
            <a:ext cx="5376862" cy="42814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31" name="Google Shape;831;p48:notes"/>
          <p:cNvSpPr txBox="1"/>
          <p:nvPr>
            <p:ph idx="1" type="body"/>
          </p:nvPr>
        </p:nvSpPr>
        <p:spPr>
          <a:xfrm>
            <a:off x="974725" y="4594225"/>
            <a:ext cx="5373687" cy="4278312"/>
          </a:xfrm>
          <a:prstGeom prst="rect">
            <a:avLst/>
          </a:prstGeom>
        </p:spPr>
        <p:txBody>
          <a:bodyPr anchorCtr="0" anchor="ctr" bIns="47500" lIns="95025" spcFirstLastPara="1" rIns="95025" wrap="square" tIns="47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6" name="Shape 8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" name="Google Shape;837;p49:notes"/>
          <p:cNvSpPr txBox="1"/>
          <p:nvPr/>
        </p:nvSpPr>
        <p:spPr>
          <a:xfrm>
            <a:off x="4152900" y="9109075"/>
            <a:ext cx="3173412" cy="465137"/>
          </a:xfrm>
          <a:prstGeom prst="rect">
            <a:avLst/>
          </a:prstGeom>
          <a:noFill/>
          <a:ln>
            <a:noFill/>
          </a:ln>
        </p:spPr>
        <p:txBody>
          <a:bodyPr anchorCtr="0" anchor="b" bIns="47500" lIns="95025" spcFirstLastPara="1" rIns="95025" wrap="square" tIns="47500">
            <a:noAutofit/>
          </a:bodyPr>
          <a:lstStyle/>
          <a:p>
            <a:pPr indent="-214311" lvl="0" marL="21590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None/>
            </a:pPr>
            <a:fld id="{00000000-1234-1234-1234-123412341234}" type="slidenum">
              <a:rPr b="0" i="0" lang="en-US" sz="11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838" name="Google Shape;838;p49:notes"/>
          <p:cNvSpPr/>
          <p:nvPr>
            <p:ph idx="2" type="sldImg"/>
          </p:nvPr>
        </p:nvSpPr>
        <p:spPr>
          <a:xfrm>
            <a:off x="1227137" y="700087"/>
            <a:ext cx="4881562" cy="36607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839" name="Google Shape;839;p49:notes"/>
          <p:cNvSpPr txBox="1"/>
          <p:nvPr/>
        </p:nvSpPr>
        <p:spPr>
          <a:xfrm>
            <a:off x="974725" y="4594225"/>
            <a:ext cx="5376862" cy="42814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40" name="Google Shape;840;p49:notes"/>
          <p:cNvSpPr txBox="1"/>
          <p:nvPr>
            <p:ph idx="1" type="body"/>
          </p:nvPr>
        </p:nvSpPr>
        <p:spPr>
          <a:xfrm>
            <a:off x="974725" y="4594225"/>
            <a:ext cx="5373687" cy="4278312"/>
          </a:xfrm>
          <a:prstGeom prst="rect">
            <a:avLst/>
          </a:prstGeom>
        </p:spPr>
        <p:txBody>
          <a:bodyPr anchorCtr="0" anchor="ctr" bIns="47500" lIns="95025" spcFirstLastPara="1" rIns="95025" wrap="square" tIns="47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5" name="Shape 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6" name="Google Shape;846;p50:notes"/>
          <p:cNvSpPr txBox="1"/>
          <p:nvPr/>
        </p:nvSpPr>
        <p:spPr>
          <a:xfrm>
            <a:off x="4152900" y="9109075"/>
            <a:ext cx="3173412" cy="465137"/>
          </a:xfrm>
          <a:prstGeom prst="rect">
            <a:avLst/>
          </a:prstGeom>
          <a:noFill/>
          <a:ln>
            <a:noFill/>
          </a:ln>
        </p:spPr>
        <p:txBody>
          <a:bodyPr anchorCtr="0" anchor="b" bIns="47500" lIns="95025" spcFirstLastPara="1" rIns="95025" wrap="square" tIns="47500">
            <a:noAutofit/>
          </a:bodyPr>
          <a:lstStyle/>
          <a:p>
            <a:pPr indent="-214311" lvl="0" marL="21590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None/>
            </a:pPr>
            <a:fld id="{00000000-1234-1234-1234-123412341234}" type="slidenum">
              <a:rPr b="0" i="0" lang="en-US" sz="11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847" name="Google Shape;847;p50:notes"/>
          <p:cNvSpPr/>
          <p:nvPr>
            <p:ph idx="2" type="sldImg"/>
          </p:nvPr>
        </p:nvSpPr>
        <p:spPr>
          <a:xfrm>
            <a:off x="1227137" y="700087"/>
            <a:ext cx="4881562" cy="36607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848" name="Google Shape;848;p50:notes"/>
          <p:cNvSpPr txBox="1"/>
          <p:nvPr/>
        </p:nvSpPr>
        <p:spPr>
          <a:xfrm>
            <a:off x="974725" y="4594225"/>
            <a:ext cx="5376862" cy="42814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49" name="Google Shape;849;p50:notes"/>
          <p:cNvSpPr txBox="1"/>
          <p:nvPr>
            <p:ph idx="1" type="body"/>
          </p:nvPr>
        </p:nvSpPr>
        <p:spPr>
          <a:xfrm>
            <a:off x="974725" y="4594225"/>
            <a:ext cx="5373687" cy="4278312"/>
          </a:xfrm>
          <a:prstGeom prst="rect">
            <a:avLst/>
          </a:prstGeom>
        </p:spPr>
        <p:txBody>
          <a:bodyPr anchorCtr="0" anchor="ctr" bIns="47500" lIns="95025" spcFirstLastPara="1" rIns="95025" wrap="square" tIns="47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4" name="Shape 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5" name="Google Shape;855;p51:notes"/>
          <p:cNvSpPr txBox="1"/>
          <p:nvPr/>
        </p:nvSpPr>
        <p:spPr>
          <a:xfrm>
            <a:off x="4152900" y="9109075"/>
            <a:ext cx="3173412" cy="465137"/>
          </a:xfrm>
          <a:prstGeom prst="rect">
            <a:avLst/>
          </a:prstGeom>
          <a:noFill/>
          <a:ln>
            <a:noFill/>
          </a:ln>
        </p:spPr>
        <p:txBody>
          <a:bodyPr anchorCtr="0" anchor="b" bIns="47500" lIns="95025" spcFirstLastPara="1" rIns="95025" wrap="square" tIns="47500">
            <a:noAutofit/>
          </a:bodyPr>
          <a:lstStyle/>
          <a:p>
            <a:pPr indent="-214311" lvl="0" marL="21590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None/>
            </a:pPr>
            <a:fld id="{00000000-1234-1234-1234-123412341234}" type="slidenum">
              <a:rPr b="0" i="0" lang="en-US" sz="11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856" name="Google Shape;856;p51:notes"/>
          <p:cNvSpPr/>
          <p:nvPr>
            <p:ph idx="2" type="sldImg"/>
          </p:nvPr>
        </p:nvSpPr>
        <p:spPr>
          <a:xfrm>
            <a:off x="1227137" y="700087"/>
            <a:ext cx="4881562" cy="36607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857" name="Google Shape;857;p51:notes"/>
          <p:cNvSpPr txBox="1"/>
          <p:nvPr/>
        </p:nvSpPr>
        <p:spPr>
          <a:xfrm>
            <a:off x="974725" y="4594225"/>
            <a:ext cx="5376862" cy="42814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58" name="Google Shape;858;p51:notes"/>
          <p:cNvSpPr txBox="1"/>
          <p:nvPr>
            <p:ph idx="1" type="body"/>
          </p:nvPr>
        </p:nvSpPr>
        <p:spPr>
          <a:xfrm>
            <a:off x="974725" y="4594225"/>
            <a:ext cx="5373687" cy="4278312"/>
          </a:xfrm>
          <a:prstGeom prst="rect">
            <a:avLst/>
          </a:prstGeom>
        </p:spPr>
        <p:txBody>
          <a:bodyPr anchorCtr="0" anchor="ctr" bIns="47500" lIns="95025" spcFirstLastPara="1" rIns="95025" wrap="square" tIns="47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3" name="Shape 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" name="Google Shape;864;p52:notes"/>
          <p:cNvSpPr txBox="1"/>
          <p:nvPr/>
        </p:nvSpPr>
        <p:spPr>
          <a:xfrm>
            <a:off x="4152900" y="9109075"/>
            <a:ext cx="3173412" cy="465137"/>
          </a:xfrm>
          <a:prstGeom prst="rect">
            <a:avLst/>
          </a:prstGeom>
          <a:noFill/>
          <a:ln>
            <a:noFill/>
          </a:ln>
        </p:spPr>
        <p:txBody>
          <a:bodyPr anchorCtr="0" anchor="b" bIns="47500" lIns="95025" spcFirstLastPara="1" rIns="95025" wrap="square" tIns="47500">
            <a:noAutofit/>
          </a:bodyPr>
          <a:lstStyle/>
          <a:p>
            <a:pPr indent="-214311" lvl="0" marL="21590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None/>
            </a:pPr>
            <a:fld id="{00000000-1234-1234-1234-123412341234}" type="slidenum">
              <a:rPr b="0" i="0" lang="en-US" sz="11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865" name="Google Shape;865;p52:notes"/>
          <p:cNvSpPr/>
          <p:nvPr>
            <p:ph idx="2" type="sldImg"/>
          </p:nvPr>
        </p:nvSpPr>
        <p:spPr>
          <a:xfrm>
            <a:off x="1227137" y="700087"/>
            <a:ext cx="4881562" cy="36607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866" name="Google Shape;866;p52:notes"/>
          <p:cNvSpPr txBox="1"/>
          <p:nvPr/>
        </p:nvSpPr>
        <p:spPr>
          <a:xfrm>
            <a:off x="974725" y="4594225"/>
            <a:ext cx="5376862" cy="42814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67" name="Google Shape;867;p52:notes"/>
          <p:cNvSpPr txBox="1"/>
          <p:nvPr>
            <p:ph idx="1" type="body"/>
          </p:nvPr>
        </p:nvSpPr>
        <p:spPr>
          <a:xfrm>
            <a:off x="974725" y="4594225"/>
            <a:ext cx="5373687" cy="4278312"/>
          </a:xfrm>
          <a:prstGeom prst="rect">
            <a:avLst/>
          </a:prstGeom>
        </p:spPr>
        <p:txBody>
          <a:bodyPr anchorCtr="0" anchor="ctr" bIns="47500" lIns="95025" spcFirstLastPara="1" rIns="95025" wrap="square" tIns="47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1" name="Shape 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" name="Google Shape;872;p53:notes"/>
          <p:cNvSpPr txBox="1"/>
          <p:nvPr/>
        </p:nvSpPr>
        <p:spPr>
          <a:xfrm>
            <a:off x="4152900" y="9109075"/>
            <a:ext cx="3173412" cy="465137"/>
          </a:xfrm>
          <a:prstGeom prst="rect">
            <a:avLst/>
          </a:prstGeom>
          <a:noFill/>
          <a:ln>
            <a:noFill/>
          </a:ln>
        </p:spPr>
        <p:txBody>
          <a:bodyPr anchorCtr="0" anchor="b" bIns="47500" lIns="95025" spcFirstLastPara="1" rIns="95025" wrap="square" tIns="47500">
            <a:noAutofit/>
          </a:bodyPr>
          <a:lstStyle/>
          <a:p>
            <a:pPr indent="-214311" lvl="0" marL="21590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None/>
            </a:pPr>
            <a:fld id="{00000000-1234-1234-1234-123412341234}" type="slidenum">
              <a:rPr b="0" i="0" lang="en-US" sz="11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873" name="Google Shape;873;p53:notes"/>
          <p:cNvSpPr/>
          <p:nvPr>
            <p:ph idx="2" type="sldImg"/>
          </p:nvPr>
        </p:nvSpPr>
        <p:spPr>
          <a:xfrm>
            <a:off x="1227137" y="700087"/>
            <a:ext cx="4881562" cy="36607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874" name="Google Shape;874;p53:notes"/>
          <p:cNvSpPr txBox="1"/>
          <p:nvPr/>
        </p:nvSpPr>
        <p:spPr>
          <a:xfrm>
            <a:off x="974725" y="4594225"/>
            <a:ext cx="5376862" cy="42814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75" name="Google Shape;875;p53:notes"/>
          <p:cNvSpPr txBox="1"/>
          <p:nvPr>
            <p:ph idx="1" type="body"/>
          </p:nvPr>
        </p:nvSpPr>
        <p:spPr>
          <a:xfrm>
            <a:off x="974725" y="4594225"/>
            <a:ext cx="5373687" cy="4278312"/>
          </a:xfrm>
          <a:prstGeom prst="rect">
            <a:avLst/>
          </a:prstGeom>
        </p:spPr>
        <p:txBody>
          <a:bodyPr anchorCtr="0" anchor="ctr" bIns="47500" lIns="95025" spcFirstLastPara="1" rIns="95025" wrap="square" tIns="47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1" name="Shape 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2" name="Google Shape;882;p54:notes"/>
          <p:cNvSpPr txBox="1"/>
          <p:nvPr/>
        </p:nvSpPr>
        <p:spPr>
          <a:xfrm>
            <a:off x="4152900" y="9109075"/>
            <a:ext cx="3173412" cy="465137"/>
          </a:xfrm>
          <a:prstGeom prst="rect">
            <a:avLst/>
          </a:prstGeom>
          <a:noFill/>
          <a:ln>
            <a:noFill/>
          </a:ln>
        </p:spPr>
        <p:txBody>
          <a:bodyPr anchorCtr="0" anchor="b" bIns="47500" lIns="95025" spcFirstLastPara="1" rIns="95025" wrap="square" tIns="47500">
            <a:noAutofit/>
          </a:bodyPr>
          <a:lstStyle/>
          <a:p>
            <a:pPr indent="-214311" lvl="0" marL="21590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None/>
            </a:pPr>
            <a:fld id="{00000000-1234-1234-1234-123412341234}" type="slidenum">
              <a:rPr b="0" i="0" lang="en-US" sz="11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883" name="Google Shape;883;p54:notes"/>
          <p:cNvSpPr/>
          <p:nvPr>
            <p:ph idx="2" type="sldImg"/>
          </p:nvPr>
        </p:nvSpPr>
        <p:spPr>
          <a:xfrm>
            <a:off x="1227137" y="700087"/>
            <a:ext cx="4881562" cy="36607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884" name="Google Shape;884;p54:notes"/>
          <p:cNvSpPr txBox="1"/>
          <p:nvPr/>
        </p:nvSpPr>
        <p:spPr>
          <a:xfrm>
            <a:off x="974725" y="4594225"/>
            <a:ext cx="5376862" cy="42814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85" name="Google Shape;885;p54:notes"/>
          <p:cNvSpPr txBox="1"/>
          <p:nvPr>
            <p:ph idx="1" type="body"/>
          </p:nvPr>
        </p:nvSpPr>
        <p:spPr>
          <a:xfrm>
            <a:off x="974725" y="4594225"/>
            <a:ext cx="5373687" cy="4278312"/>
          </a:xfrm>
          <a:prstGeom prst="rect">
            <a:avLst/>
          </a:prstGeom>
        </p:spPr>
        <p:txBody>
          <a:bodyPr anchorCtr="0" anchor="ctr" bIns="47500" lIns="95025" spcFirstLastPara="1" rIns="95025" wrap="square" tIns="47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1" name="Shape 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" name="Google Shape;892;p55:notes"/>
          <p:cNvSpPr txBox="1"/>
          <p:nvPr/>
        </p:nvSpPr>
        <p:spPr>
          <a:xfrm>
            <a:off x="4152900" y="9109075"/>
            <a:ext cx="3173412" cy="465137"/>
          </a:xfrm>
          <a:prstGeom prst="rect">
            <a:avLst/>
          </a:prstGeom>
          <a:noFill/>
          <a:ln>
            <a:noFill/>
          </a:ln>
        </p:spPr>
        <p:txBody>
          <a:bodyPr anchorCtr="0" anchor="b" bIns="47500" lIns="95025" spcFirstLastPara="1" rIns="95025" wrap="square" tIns="47500">
            <a:noAutofit/>
          </a:bodyPr>
          <a:lstStyle/>
          <a:p>
            <a:pPr indent="-214311" lvl="0" marL="21590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None/>
            </a:pPr>
            <a:fld id="{00000000-1234-1234-1234-123412341234}" type="slidenum">
              <a:rPr b="0" i="0" lang="en-US" sz="11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893" name="Google Shape;893;p55:notes"/>
          <p:cNvSpPr/>
          <p:nvPr>
            <p:ph idx="2" type="sldImg"/>
          </p:nvPr>
        </p:nvSpPr>
        <p:spPr>
          <a:xfrm>
            <a:off x="1227137" y="700087"/>
            <a:ext cx="4881562" cy="36607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894" name="Google Shape;894;p55:notes"/>
          <p:cNvSpPr txBox="1"/>
          <p:nvPr/>
        </p:nvSpPr>
        <p:spPr>
          <a:xfrm>
            <a:off x="974725" y="4594225"/>
            <a:ext cx="5376862" cy="42814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95" name="Google Shape;895;p55:notes"/>
          <p:cNvSpPr txBox="1"/>
          <p:nvPr>
            <p:ph idx="1" type="body"/>
          </p:nvPr>
        </p:nvSpPr>
        <p:spPr>
          <a:xfrm>
            <a:off x="974725" y="4594225"/>
            <a:ext cx="5373687" cy="4278312"/>
          </a:xfrm>
          <a:prstGeom prst="rect">
            <a:avLst/>
          </a:prstGeom>
        </p:spPr>
        <p:txBody>
          <a:bodyPr anchorCtr="0" anchor="ctr" bIns="47500" lIns="95025" spcFirstLastPara="1" rIns="95025" wrap="square" tIns="47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0" name="Shape 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Google Shape;901;p56:notes"/>
          <p:cNvSpPr txBox="1"/>
          <p:nvPr/>
        </p:nvSpPr>
        <p:spPr>
          <a:xfrm>
            <a:off x="4152900" y="9109075"/>
            <a:ext cx="3173412" cy="465137"/>
          </a:xfrm>
          <a:prstGeom prst="rect">
            <a:avLst/>
          </a:prstGeom>
          <a:noFill/>
          <a:ln>
            <a:noFill/>
          </a:ln>
        </p:spPr>
        <p:txBody>
          <a:bodyPr anchorCtr="0" anchor="b" bIns="47500" lIns="95025" spcFirstLastPara="1" rIns="95025" wrap="square" tIns="47500">
            <a:noAutofit/>
          </a:bodyPr>
          <a:lstStyle/>
          <a:p>
            <a:pPr indent="-214311" lvl="0" marL="21590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None/>
            </a:pPr>
            <a:fld id="{00000000-1234-1234-1234-123412341234}" type="slidenum">
              <a:rPr b="0" i="0" lang="en-US" sz="11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902" name="Google Shape;902;p56:notes"/>
          <p:cNvSpPr/>
          <p:nvPr>
            <p:ph idx="2" type="sldImg"/>
          </p:nvPr>
        </p:nvSpPr>
        <p:spPr>
          <a:xfrm>
            <a:off x="1227137" y="700087"/>
            <a:ext cx="4881562" cy="36607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903" name="Google Shape;903;p56:notes"/>
          <p:cNvSpPr txBox="1"/>
          <p:nvPr/>
        </p:nvSpPr>
        <p:spPr>
          <a:xfrm>
            <a:off x="974725" y="4594225"/>
            <a:ext cx="5376862" cy="42814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04" name="Google Shape;904;p56:notes"/>
          <p:cNvSpPr txBox="1"/>
          <p:nvPr>
            <p:ph idx="1" type="body"/>
          </p:nvPr>
        </p:nvSpPr>
        <p:spPr>
          <a:xfrm>
            <a:off x="974725" y="4594225"/>
            <a:ext cx="5373687" cy="4278312"/>
          </a:xfrm>
          <a:prstGeom prst="rect">
            <a:avLst/>
          </a:prstGeom>
        </p:spPr>
        <p:txBody>
          <a:bodyPr anchorCtr="0" anchor="ctr" bIns="47500" lIns="95025" spcFirstLastPara="1" rIns="95025" wrap="square" tIns="47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0" name="Shape 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" name="Google Shape;911;p57:notes"/>
          <p:cNvSpPr txBox="1"/>
          <p:nvPr/>
        </p:nvSpPr>
        <p:spPr>
          <a:xfrm>
            <a:off x="4152900" y="9109075"/>
            <a:ext cx="3173412" cy="465137"/>
          </a:xfrm>
          <a:prstGeom prst="rect">
            <a:avLst/>
          </a:prstGeom>
          <a:noFill/>
          <a:ln>
            <a:noFill/>
          </a:ln>
        </p:spPr>
        <p:txBody>
          <a:bodyPr anchorCtr="0" anchor="b" bIns="47500" lIns="95025" spcFirstLastPara="1" rIns="95025" wrap="square" tIns="47500">
            <a:noAutofit/>
          </a:bodyPr>
          <a:lstStyle/>
          <a:p>
            <a:pPr indent="-214311" lvl="0" marL="21590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None/>
            </a:pPr>
            <a:fld id="{00000000-1234-1234-1234-123412341234}" type="slidenum">
              <a:rPr b="0" i="0" lang="en-US" sz="11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912" name="Google Shape;912;p57:notes"/>
          <p:cNvSpPr/>
          <p:nvPr>
            <p:ph idx="2" type="sldImg"/>
          </p:nvPr>
        </p:nvSpPr>
        <p:spPr>
          <a:xfrm>
            <a:off x="1227137" y="700087"/>
            <a:ext cx="4881562" cy="36607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913" name="Google Shape;913;p57:notes"/>
          <p:cNvSpPr txBox="1"/>
          <p:nvPr/>
        </p:nvSpPr>
        <p:spPr>
          <a:xfrm>
            <a:off x="974725" y="4594225"/>
            <a:ext cx="5376862" cy="42814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14" name="Google Shape;914;p57:notes"/>
          <p:cNvSpPr txBox="1"/>
          <p:nvPr>
            <p:ph idx="1" type="body"/>
          </p:nvPr>
        </p:nvSpPr>
        <p:spPr>
          <a:xfrm>
            <a:off x="974725" y="4594225"/>
            <a:ext cx="5373687" cy="4278312"/>
          </a:xfrm>
          <a:prstGeom prst="rect">
            <a:avLst/>
          </a:prstGeom>
        </p:spPr>
        <p:txBody>
          <a:bodyPr anchorCtr="0" anchor="ctr" bIns="47500" lIns="95025" spcFirstLastPara="1" rIns="95025" wrap="square" tIns="47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0" name="Shape 9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" name="Google Shape;921;p58:notes"/>
          <p:cNvSpPr txBox="1"/>
          <p:nvPr/>
        </p:nvSpPr>
        <p:spPr>
          <a:xfrm>
            <a:off x="4152900" y="9109075"/>
            <a:ext cx="3173412" cy="465137"/>
          </a:xfrm>
          <a:prstGeom prst="rect">
            <a:avLst/>
          </a:prstGeom>
          <a:noFill/>
          <a:ln>
            <a:noFill/>
          </a:ln>
        </p:spPr>
        <p:txBody>
          <a:bodyPr anchorCtr="0" anchor="b" bIns="47500" lIns="95025" spcFirstLastPara="1" rIns="95025" wrap="square" tIns="47500">
            <a:noAutofit/>
          </a:bodyPr>
          <a:lstStyle/>
          <a:p>
            <a:pPr indent="-214311" lvl="0" marL="21590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None/>
            </a:pPr>
            <a:fld id="{00000000-1234-1234-1234-123412341234}" type="slidenum">
              <a:rPr b="0" i="0" lang="en-US" sz="11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922" name="Google Shape;922;p58:notes"/>
          <p:cNvSpPr/>
          <p:nvPr>
            <p:ph idx="2" type="sldImg"/>
          </p:nvPr>
        </p:nvSpPr>
        <p:spPr>
          <a:xfrm>
            <a:off x="1227137" y="700087"/>
            <a:ext cx="4881562" cy="36607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923" name="Google Shape;923;p58:notes"/>
          <p:cNvSpPr txBox="1"/>
          <p:nvPr/>
        </p:nvSpPr>
        <p:spPr>
          <a:xfrm>
            <a:off x="974725" y="4594225"/>
            <a:ext cx="5376862" cy="42814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24" name="Google Shape;924;p58:notes"/>
          <p:cNvSpPr txBox="1"/>
          <p:nvPr>
            <p:ph idx="1" type="body"/>
          </p:nvPr>
        </p:nvSpPr>
        <p:spPr>
          <a:xfrm>
            <a:off x="974725" y="4594225"/>
            <a:ext cx="5373687" cy="4278312"/>
          </a:xfrm>
          <a:prstGeom prst="rect">
            <a:avLst/>
          </a:prstGeom>
        </p:spPr>
        <p:txBody>
          <a:bodyPr anchorCtr="0" anchor="ctr" bIns="47500" lIns="95025" spcFirstLastPara="1" rIns="95025" wrap="square" tIns="47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0" name="Shape 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" name="Google Shape;931;p59:notes"/>
          <p:cNvSpPr txBox="1"/>
          <p:nvPr/>
        </p:nvSpPr>
        <p:spPr>
          <a:xfrm>
            <a:off x="4152900" y="9109075"/>
            <a:ext cx="3173412" cy="465137"/>
          </a:xfrm>
          <a:prstGeom prst="rect">
            <a:avLst/>
          </a:prstGeom>
          <a:noFill/>
          <a:ln>
            <a:noFill/>
          </a:ln>
        </p:spPr>
        <p:txBody>
          <a:bodyPr anchorCtr="0" anchor="b" bIns="47500" lIns="95025" spcFirstLastPara="1" rIns="95025" wrap="square" tIns="47500">
            <a:noAutofit/>
          </a:bodyPr>
          <a:lstStyle/>
          <a:p>
            <a:pPr indent="-214311" lvl="0" marL="21590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None/>
            </a:pPr>
            <a:fld id="{00000000-1234-1234-1234-123412341234}" type="slidenum">
              <a:rPr b="0" i="0" lang="en-US" sz="11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932" name="Google Shape;932;p59:notes"/>
          <p:cNvSpPr/>
          <p:nvPr>
            <p:ph idx="2" type="sldImg"/>
          </p:nvPr>
        </p:nvSpPr>
        <p:spPr>
          <a:xfrm>
            <a:off x="1227137" y="700087"/>
            <a:ext cx="4881562" cy="36607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933" name="Google Shape;933;p59:notes"/>
          <p:cNvSpPr txBox="1"/>
          <p:nvPr/>
        </p:nvSpPr>
        <p:spPr>
          <a:xfrm>
            <a:off x="974725" y="4594225"/>
            <a:ext cx="5376862" cy="42814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34" name="Google Shape;934;p59:notes"/>
          <p:cNvSpPr txBox="1"/>
          <p:nvPr>
            <p:ph idx="1" type="body"/>
          </p:nvPr>
        </p:nvSpPr>
        <p:spPr>
          <a:xfrm>
            <a:off x="974725" y="4594225"/>
            <a:ext cx="5373687" cy="4278312"/>
          </a:xfrm>
          <a:prstGeom prst="rect">
            <a:avLst/>
          </a:prstGeom>
        </p:spPr>
        <p:txBody>
          <a:bodyPr anchorCtr="0" anchor="ctr" bIns="47500" lIns="95025" spcFirstLastPara="1" rIns="95025" wrap="square" tIns="47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0" name="Shape 9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1" name="Google Shape;941;p60:notes"/>
          <p:cNvSpPr txBox="1"/>
          <p:nvPr/>
        </p:nvSpPr>
        <p:spPr>
          <a:xfrm>
            <a:off x="4152900" y="9109075"/>
            <a:ext cx="3173412" cy="465137"/>
          </a:xfrm>
          <a:prstGeom prst="rect">
            <a:avLst/>
          </a:prstGeom>
          <a:noFill/>
          <a:ln>
            <a:noFill/>
          </a:ln>
        </p:spPr>
        <p:txBody>
          <a:bodyPr anchorCtr="0" anchor="b" bIns="47500" lIns="95025" spcFirstLastPara="1" rIns="95025" wrap="square" tIns="47500">
            <a:noAutofit/>
          </a:bodyPr>
          <a:lstStyle/>
          <a:p>
            <a:pPr indent="-214311" lvl="0" marL="21590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None/>
            </a:pPr>
            <a:fld id="{00000000-1234-1234-1234-123412341234}" type="slidenum">
              <a:rPr b="0" i="0" lang="en-US" sz="11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942" name="Google Shape;942;p60:notes"/>
          <p:cNvSpPr/>
          <p:nvPr>
            <p:ph idx="2" type="sldImg"/>
          </p:nvPr>
        </p:nvSpPr>
        <p:spPr>
          <a:xfrm>
            <a:off x="1227137" y="700087"/>
            <a:ext cx="4881562" cy="36607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943" name="Google Shape;943;p60:notes"/>
          <p:cNvSpPr txBox="1"/>
          <p:nvPr/>
        </p:nvSpPr>
        <p:spPr>
          <a:xfrm>
            <a:off x="974725" y="4594225"/>
            <a:ext cx="5376862" cy="42814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44" name="Google Shape;944;p60:notes"/>
          <p:cNvSpPr txBox="1"/>
          <p:nvPr>
            <p:ph idx="1" type="body"/>
          </p:nvPr>
        </p:nvSpPr>
        <p:spPr>
          <a:xfrm>
            <a:off x="974725" y="4594225"/>
            <a:ext cx="5373687" cy="4278312"/>
          </a:xfrm>
          <a:prstGeom prst="rect">
            <a:avLst/>
          </a:prstGeom>
        </p:spPr>
        <p:txBody>
          <a:bodyPr anchorCtr="0" anchor="ctr" bIns="47500" lIns="95025" spcFirstLastPara="1" rIns="95025" wrap="square" tIns="47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0" name="Shape 9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1" name="Google Shape;951;p61:notes"/>
          <p:cNvSpPr txBox="1"/>
          <p:nvPr/>
        </p:nvSpPr>
        <p:spPr>
          <a:xfrm>
            <a:off x="4152900" y="9109075"/>
            <a:ext cx="3173412" cy="465137"/>
          </a:xfrm>
          <a:prstGeom prst="rect">
            <a:avLst/>
          </a:prstGeom>
          <a:noFill/>
          <a:ln>
            <a:noFill/>
          </a:ln>
        </p:spPr>
        <p:txBody>
          <a:bodyPr anchorCtr="0" anchor="b" bIns="47500" lIns="95025" spcFirstLastPara="1" rIns="95025" wrap="square" tIns="47500">
            <a:noAutofit/>
          </a:bodyPr>
          <a:lstStyle/>
          <a:p>
            <a:pPr indent="-214311" lvl="0" marL="21590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None/>
            </a:pPr>
            <a:fld id="{00000000-1234-1234-1234-123412341234}" type="slidenum">
              <a:rPr b="0" i="0" lang="en-US" sz="11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952" name="Google Shape;952;p61:notes"/>
          <p:cNvSpPr/>
          <p:nvPr>
            <p:ph idx="2" type="sldImg"/>
          </p:nvPr>
        </p:nvSpPr>
        <p:spPr>
          <a:xfrm>
            <a:off x="1227137" y="700087"/>
            <a:ext cx="4881562" cy="36607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953" name="Google Shape;953;p61:notes"/>
          <p:cNvSpPr txBox="1"/>
          <p:nvPr/>
        </p:nvSpPr>
        <p:spPr>
          <a:xfrm>
            <a:off x="974725" y="4594225"/>
            <a:ext cx="5376862" cy="42814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4" name="Google Shape;954;p61:notes"/>
          <p:cNvSpPr txBox="1"/>
          <p:nvPr>
            <p:ph idx="1" type="body"/>
          </p:nvPr>
        </p:nvSpPr>
        <p:spPr>
          <a:xfrm>
            <a:off x="974725" y="4594225"/>
            <a:ext cx="5373687" cy="4278312"/>
          </a:xfrm>
          <a:prstGeom prst="rect">
            <a:avLst/>
          </a:prstGeom>
        </p:spPr>
        <p:txBody>
          <a:bodyPr anchorCtr="0" anchor="ctr" bIns="47500" lIns="95025" spcFirstLastPara="1" rIns="95025" wrap="square" tIns="47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9" name="Shape 9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0" name="Google Shape;960;p62:notes"/>
          <p:cNvSpPr txBox="1"/>
          <p:nvPr/>
        </p:nvSpPr>
        <p:spPr>
          <a:xfrm>
            <a:off x="4152900" y="9109075"/>
            <a:ext cx="3173412" cy="465137"/>
          </a:xfrm>
          <a:prstGeom prst="rect">
            <a:avLst/>
          </a:prstGeom>
          <a:noFill/>
          <a:ln>
            <a:noFill/>
          </a:ln>
        </p:spPr>
        <p:txBody>
          <a:bodyPr anchorCtr="0" anchor="b" bIns="47500" lIns="95025" spcFirstLastPara="1" rIns="95025" wrap="square" tIns="47500">
            <a:noAutofit/>
          </a:bodyPr>
          <a:lstStyle/>
          <a:p>
            <a:pPr indent="-214311" lvl="0" marL="21590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None/>
            </a:pPr>
            <a:fld id="{00000000-1234-1234-1234-123412341234}" type="slidenum">
              <a:rPr b="0" i="0" lang="en-US" sz="11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961" name="Google Shape;961;p62:notes"/>
          <p:cNvSpPr/>
          <p:nvPr>
            <p:ph idx="2" type="sldImg"/>
          </p:nvPr>
        </p:nvSpPr>
        <p:spPr>
          <a:xfrm>
            <a:off x="1227137" y="700087"/>
            <a:ext cx="4881562" cy="36607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962" name="Google Shape;962;p62:notes"/>
          <p:cNvSpPr txBox="1"/>
          <p:nvPr/>
        </p:nvSpPr>
        <p:spPr>
          <a:xfrm>
            <a:off x="974725" y="4594225"/>
            <a:ext cx="5376862" cy="42814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63" name="Google Shape;963;p62:notes"/>
          <p:cNvSpPr txBox="1"/>
          <p:nvPr>
            <p:ph idx="1" type="body"/>
          </p:nvPr>
        </p:nvSpPr>
        <p:spPr>
          <a:xfrm>
            <a:off x="974725" y="4594225"/>
            <a:ext cx="5373687" cy="4278312"/>
          </a:xfrm>
          <a:prstGeom prst="rect">
            <a:avLst/>
          </a:prstGeom>
        </p:spPr>
        <p:txBody>
          <a:bodyPr anchorCtr="0" anchor="ctr" bIns="47500" lIns="95025" spcFirstLastPara="1" rIns="95025" wrap="square" tIns="47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9" name="Shape 9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0" name="Google Shape;970;p63:notes"/>
          <p:cNvSpPr txBox="1"/>
          <p:nvPr/>
        </p:nvSpPr>
        <p:spPr>
          <a:xfrm>
            <a:off x="4152900" y="9109075"/>
            <a:ext cx="3173412" cy="465137"/>
          </a:xfrm>
          <a:prstGeom prst="rect">
            <a:avLst/>
          </a:prstGeom>
          <a:noFill/>
          <a:ln>
            <a:noFill/>
          </a:ln>
        </p:spPr>
        <p:txBody>
          <a:bodyPr anchorCtr="0" anchor="b" bIns="47500" lIns="95025" spcFirstLastPara="1" rIns="95025" wrap="square" tIns="47500">
            <a:noAutofit/>
          </a:bodyPr>
          <a:lstStyle/>
          <a:p>
            <a:pPr indent="-214311" lvl="0" marL="21590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None/>
            </a:pPr>
            <a:fld id="{00000000-1234-1234-1234-123412341234}" type="slidenum">
              <a:rPr b="0" i="0" lang="en-US" sz="11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971" name="Google Shape;971;p63:notes"/>
          <p:cNvSpPr/>
          <p:nvPr>
            <p:ph idx="2" type="sldImg"/>
          </p:nvPr>
        </p:nvSpPr>
        <p:spPr>
          <a:xfrm>
            <a:off x="1227137" y="700087"/>
            <a:ext cx="4881562" cy="36607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972" name="Google Shape;972;p63:notes"/>
          <p:cNvSpPr txBox="1"/>
          <p:nvPr/>
        </p:nvSpPr>
        <p:spPr>
          <a:xfrm>
            <a:off x="974725" y="4594225"/>
            <a:ext cx="5376862" cy="42814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73" name="Google Shape;973;p63:notes"/>
          <p:cNvSpPr txBox="1"/>
          <p:nvPr>
            <p:ph idx="1" type="body"/>
          </p:nvPr>
        </p:nvSpPr>
        <p:spPr>
          <a:xfrm>
            <a:off x="974725" y="4594225"/>
            <a:ext cx="5373687" cy="4278312"/>
          </a:xfrm>
          <a:prstGeom prst="rect">
            <a:avLst/>
          </a:prstGeom>
        </p:spPr>
        <p:txBody>
          <a:bodyPr anchorCtr="0" anchor="ctr" bIns="47500" lIns="95025" spcFirstLastPara="1" rIns="95025" wrap="square" tIns="47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9" name="Shape 9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0" name="Google Shape;980;p64:notes"/>
          <p:cNvSpPr txBox="1"/>
          <p:nvPr/>
        </p:nvSpPr>
        <p:spPr>
          <a:xfrm>
            <a:off x="4152900" y="9109075"/>
            <a:ext cx="3173412" cy="465137"/>
          </a:xfrm>
          <a:prstGeom prst="rect">
            <a:avLst/>
          </a:prstGeom>
          <a:noFill/>
          <a:ln>
            <a:noFill/>
          </a:ln>
        </p:spPr>
        <p:txBody>
          <a:bodyPr anchorCtr="0" anchor="b" bIns="47500" lIns="95025" spcFirstLastPara="1" rIns="95025" wrap="square" tIns="47500">
            <a:noAutofit/>
          </a:bodyPr>
          <a:lstStyle/>
          <a:p>
            <a:pPr indent="-214311" lvl="0" marL="21590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None/>
            </a:pPr>
            <a:fld id="{00000000-1234-1234-1234-123412341234}" type="slidenum">
              <a:rPr b="0" i="0" lang="en-US" sz="11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981" name="Google Shape;981;p64:notes"/>
          <p:cNvSpPr/>
          <p:nvPr>
            <p:ph idx="2" type="sldImg"/>
          </p:nvPr>
        </p:nvSpPr>
        <p:spPr>
          <a:xfrm>
            <a:off x="1227137" y="700087"/>
            <a:ext cx="4881562" cy="36607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982" name="Google Shape;982;p64:notes"/>
          <p:cNvSpPr txBox="1"/>
          <p:nvPr/>
        </p:nvSpPr>
        <p:spPr>
          <a:xfrm>
            <a:off x="974725" y="4594225"/>
            <a:ext cx="5376862" cy="42814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83" name="Google Shape;983;p64:notes"/>
          <p:cNvSpPr txBox="1"/>
          <p:nvPr>
            <p:ph idx="1" type="body"/>
          </p:nvPr>
        </p:nvSpPr>
        <p:spPr>
          <a:xfrm>
            <a:off x="974725" y="4594225"/>
            <a:ext cx="5373687" cy="4278312"/>
          </a:xfrm>
          <a:prstGeom prst="rect">
            <a:avLst/>
          </a:prstGeom>
        </p:spPr>
        <p:txBody>
          <a:bodyPr anchorCtr="0" anchor="ctr" bIns="47500" lIns="95025" spcFirstLastPara="1" rIns="95025" wrap="square" tIns="47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7" name="Shape 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8" name="Google Shape;988;p65:notes"/>
          <p:cNvSpPr txBox="1"/>
          <p:nvPr/>
        </p:nvSpPr>
        <p:spPr>
          <a:xfrm>
            <a:off x="4152900" y="9109075"/>
            <a:ext cx="3173412" cy="465137"/>
          </a:xfrm>
          <a:prstGeom prst="rect">
            <a:avLst/>
          </a:prstGeom>
          <a:noFill/>
          <a:ln>
            <a:noFill/>
          </a:ln>
        </p:spPr>
        <p:txBody>
          <a:bodyPr anchorCtr="0" anchor="b" bIns="47500" lIns="95025" spcFirstLastPara="1" rIns="95025" wrap="square" tIns="47500">
            <a:noAutofit/>
          </a:bodyPr>
          <a:lstStyle/>
          <a:p>
            <a:pPr indent="-214311" lvl="0" marL="21590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None/>
            </a:pPr>
            <a:fld id="{00000000-1234-1234-1234-123412341234}" type="slidenum">
              <a:rPr b="0" i="0" lang="en-US" sz="11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989" name="Google Shape;989;p65:notes"/>
          <p:cNvSpPr/>
          <p:nvPr>
            <p:ph idx="2" type="sldImg"/>
          </p:nvPr>
        </p:nvSpPr>
        <p:spPr>
          <a:xfrm>
            <a:off x="1258887" y="728662"/>
            <a:ext cx="4791075" cy="3594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990" name="Google Shape;990;p65:notes"/>
          <p:cNvSpPr txBox="1"/>
          <p:nvPr/>
        </p:nvSpPr>
        <p:spPr>
          <a:xfrm>
            <a:off x="1131887" y="4567237"/>
            <a:ext cx="5051425" cy="36845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91" name="Google Shape;991;p65:notes"/>
          <p:cNvSpPr txBox="1"/>
          <p:nvPr>
            <p:ph idx="1" type="body"/>
          </p:nvPr>
        </p:nvSpPr>
        <p:spPr>
          <a:xfrm>
            <a:off x="974725" y="4594225"/>
            <a:ext cx="5373687" cy="4278312"/>
          </a:xfrm>
          <a:prstGeom prst="rect">
            <a:avLst/>
          </a:prstGeom>
        </p:spPr>
        <p:txBody>
          <a:bodyPr anchorCtr="0" anchor="ctr" bIns="47500" lIns="95025" spcFirstLastPara="1" rIns="95025" wrap="square" tIns="47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1" name="Shape 10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2" name="Google Shape;1012;p66:notes"/>
          <p:cNvSpPr txBox="1"/>
          <p:nvPr/>
        </p:nvSpPr>
        <p:spPr>
          <a:xfrm>
            <a:off x="4152900" y="9109075"/>
            <a:ext cx="3173412" cy="465137"/>
          </a:xfrm>
          <a:prstGeom prst="rect">
            <a:avLst/>
          </a:prstGeom>
          <a:noFill/>
          <a:ln>
            <a:noFill/>
          </a:ln>
        </p:spPr>
        <p:txBody>
          <a:bodyPr anchorCtr="0" anchor="b" bIns="47500" lIns="95025" spcFirstLastPara="1" rIns="95025" wrap="square" tIns="47500">
            <a:noAutofit/>
          </a:bodyPr>
          <a:lstStyle/>
          <a:p>
            <a:pPr indent="-214311" lvl="0" marL="21590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None/>
            </a:pPr>
            <a:fld id="{00000000-1234-1234-1234-123412341234}" type="slidenum">
              <a:rPr b="0" i="0" lang="en-US" sz="11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1013" name="Google Shape;1013;p66:notes"/>
          <p:cNvSpPr/>
          <p:nvPr>
            <p:ph idx="2" type="sldImg"/>
          </p:nvPr>
        </p:nvSpPr>
        <p:spPr>
          <a:xfrm>
            <a:off x="1258887" y="728662"/>
            <a:ext cx="4791075" cy="3594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014" name="Google Shape;1014;p66:notes"/>
          <p:cNvSpPr txBox="1"/>
          <p:nvPr/>
        </p:nvSpPr>
        <p:spPr>
          <a:xfrm>
            <a:off x="1131887" y="4567237"/>
            <a:ext cx="5051425" cy="36845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15" name="Google Shape;1015;p66:notes"/>
          <p:cNvSpPr txBox="1"/>
          <p:nvPr>
            <p:ph idx="1" type="body"/>
          </p:nvPr>
        </p:nvSpPr>
        <p:spPr>
          <a:xfrm>
            <a:off x="974725" y="4594225"/>
            <a:ext cx="5373687" cy="4278312"/>
          </a:xfrm>
          <a:prstGeom prst="rect">
            <a:avLst/>
          </a:prstGeom>
        </p:spPr>
        <p:txBody>
          <a:bodyPr anchorCtr="0" anchor="ctr" bIns="47500" lIns="95025" spcFirstLastPara="1" rIns="95025" wrap="square" tIns="47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5" name="Shape 10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Google Shape;1026;p67:notes"/>
          <p:cNvSpPr txBox="1"/>
          <p:nvPr/>
        </p:nvSpPr>
        <p:spPr>
          <a:xfrm>
            <a:off x="4152900" y="9109075"/>
            <a:ext cx="3173412" cy="465137"/>
          </a:xfrm>
          <a:prstGeom prst="rect">
            <a:avLst/>
          </a:prstGeom>
          <a:noFill/>
          <a:ln>
            <a:noFill/>
          </a:ln>
        </p:spPr>
        <p:txBody>
          <a:bodyPr anchorCtr="0" anchor="b" bIns="47500" lIns="95025" spcFirstLastPara="1" rIns="95025" wrap="square" tIns="47500">
            <a:noAutofit/>
          </a:bodyPr>
          <a:lstStyle/>
          <a:p>
            <a:pPr indent="-214311" lvl="0" marL="21590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None/>
            </a:pPr>
            <a:fld id="{00000000-1234-1234-1234-123412341234}" type="slidenum">
              <a:rPr b="0" i="0" lang="en-US" sz="11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1027" name="Google Shape;1027;p67:notes"/>
          <p:cNvSpPr/>
          <p:nvPr>
            <p:ph idx="2" type="sldImg"/>
          </p:nvPr>
        </p:nvSpPr>
        <p:spPr>
          <a:xfrm>
            <a:off x="1258887" y="728662"/>
            <a:ext cx="4791075" cy="3594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028" name="Google Shape;1028;p67:notes"/>
          <p:cNvSpPr txBox="1"/>
          <p:nvPr/>
        </p:nvSpPr>
        <p:spPr>
          <a:xfrm>
            <a:off x="1131887" y="4567237"/>
            <a:ext cx="5051425" cy="36845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29" name="Google Shape;1029;p67:notes"/>
          <p:cNvSpPr txBox="1"/>
          <p:nvPr>
            <p:ph idx="1" type="body"/>
          </p:nvPr>
        </p:nvSpPr>
        <p:spPr>
          <a:xfrm>
            <a:off x="974725" y="4594225"/>
            <a:ext cx="5373687" cy="4278312"/>
          </a:xfrm>
          <a:prstGeom prst="rect">
            <a:avLst/>
          </a:prstGeom>
        </p:spPr>
        <p:txBody>
          <a:bodyPr anchorCtr="0" anchor="ctr" bIns="47500" lIns="95025" spcFirstLastPara="1" rIns="95025" wrap="square" tIns="47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9" name="Shape 10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0" name="Google Shape;1040;p68:notes"/>
          <p:cNvSpPr txBox="1"/>
          <p:nvPr/>
        </p:nvSpPr>
        <p:spPr>
          <a:xfrm>
            <a:off x="4152900" y="9109075"/>
            <a:ext cx="3173412" cy="465137"/>
          </a:xfrm>
          <a:prstGeom prst="rect">
            <a:avLst/>
          </a:prstGeom>
          <a:noFill/>
          <a:ln>
            <a:noFill/>
          </a:ln>
        </p:spPr>
        <p:txBody>
          <a:bodyPr anchorCtr="0" anchor="b" bIns="47500" lIns="95025" spcFirstLastPara="1" rIns="95025" wrap="square" tIns="47500">
            <a:noAutofit/>
          </a:bodyPr>
          <a:lstStyle/>
          <a:p>
            <a:pPr indent="-214311" lvl="0" marL="21590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None/>
            </a:pPr>
            <a:fld id="{00000000-1234-1234-1234-123412341234}" type="slidenum">
              <a:rPr b="0" i="0" lang="en-US" sz="11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1041" name="Google Shape;1041;p68:notes"/>
          <p:cNvSpPr/>
          <p:nvPr>
            <p:ph idx="2" type="sldImg"/>
          </p:nvPr>
        </p:nvSpPr>
        <p:spPr>
          <a:xfrm>
            <a:off x="1258887" y="728662"/>
            <a:ext cx="4791075" cy="3594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042" name="Google Shape;1042;p68:notes"/>
          <p:cNvSpPr txBox="1"/>
          <p:nvPr/>
        </p:nvSpPr>
        <p:spPr>
          <a:xfrm>
            <a:off x="1131887" y="4567237"/>
            <a:ext cx="5051425" cy="36845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43" name="Google Shape;1043;p68:notes"/>
          <p:cNvSpPr txBox="1"/>
          <p:nvPr>
            <p:ph idx="1" type="body"/>
          </p:nvPr>
        </p:nvSpPr>
        <p:spPr>
          <a:xfrm>
            <a:off x="974725" y="4594225"/>
            <a:ext cx="5373687" cy="4278312"/>
          </a:xfrm>
          <a:prstGeom prst="rect">
            <a:avLst/>
          </a:prstGeom>
        </p:spPr>
        <p:txBody>
          <a:bodyPr anchorCtr="0" anchor="ctr" bIns="47500" lIns="95025" spcFirstLastPara="1" rIns="95025" wrap="square" tIns="47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8" name="Shape 10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9" name="Google Shape;1059;p69:notes"/>
          <p:cNvSpPr txBox="1"/>
          <p:nvPr/>
        </p:nvSpPr>
        <p:spPr>
          <a:xfrm>
            <a:off x="4152900" y="9109075"/>
            <a:ext cx="3173412" cy="465137"/>
          </a:xfrm>
          <a:prstGeom prst="rect">
            <a:avLst/>
          </a:prstGeom>
          <a:noFill/>
          <a:ln>
            <a:noFill/>
          </a:ln>
        </p:spPr>
        <p:txBody>
          <a:bodyPr anchorCtr="0" anchor="b" bIns="47500" lIns="95025" spcFirstLastPara="1" rIns="95025" wrap="square" tIns="47500">
            <a:noAutofit/>
          </a:bodyPr>
          <a:lstStyle/>
          <a:p>
            <a:pPr indent="-214311" lvl="0" marL="21590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None/>
            </a:pPr>
            <a:fld id="{00000000-1234-1234-1234-123412341234}" type="slidenum">
              <a:rPr b="0" i="0" lang="en-US" sz="11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1060" name="Google Shape;1060;p69:notes"/>
          <p:cNvSpPr/>
          <p:nvPr>
            <p:ph idx="2" type="sldImg"/>
          </p:nvPr>
        </p:nvSpPr>
        <p:spPr>
          <a:xfrm>
            <a:off x="1255712" y="719137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061" name="Google Shape;1061;p69:notes"/>
          <p:cNvSpPr txBox="1"/>
          <p:nvPr/>
        </p:nvSpPr>
        <p:spPr>
          <a:xfrm>
            <a:off x="731837" y="4560887"/>
            <a:ext cx="5849937" cy="43195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62" name="Google Shape;1062;p69:notes"/>
          <p:cNvSpPr txBox="1"/>
          <p:nvPr>
            <p:ph idx="1" type="body"/>
          </p:nvPr>
        </p:nvSpPr>
        <p:spPr>
          <a:xfrm>
            <a:off x="974725" y="4594225"/>
            <a:ext cx="5373687" cy="4278312"/>
          </a:xfrm>
          <a:prstGeom prst="rect">
            <a:avLst/>
          </a:prstGeom>
        </p:spPr>
        <p:txBody>
          <a:bodyPr anchorCtr="0" anchor="ctr" bIns="47500" lIns="95025" spcFirstLastPara="1" rIns="95025" wrap="square" tIns="47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4" name="Shape 10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" name="Google Shape;1085;p70:notes"/>
          <p:cNvSpPr txBox="1"/>
          <p:nvPr/>
        </p:nvSpPr>
        <p:spPr>
          <a:xfrm>
            <a:off x="4152900" y="9109075"/>
            <a:ext cx="3173412" cy="465137"/>
          </a:xfrm>
          <a:prstGeom prst="rect">
            <a:avLst/>
          </a:prstGeom>
          <a:noFill/>
          <a:ln>
            <a:noFill/>
          </a:ln>
        </p:spPr>
        <p:txBody>
          <a:bodyPr anchorCtr="0" anchor="b" bIns="47500" lIns="95025" spcFirstLastPara="1" rIns="95025" wrap="square" tIns="47500">
            <a:noAutofit/>
          </a:bodyPr>
          <a:lstStyle/>
          <a:p>
            <a:pPr indent="-214311" lvl="0" marL="21590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None/>
            </a:pPr>
            <a:fld id="{00000000-1234-1234-1234-123412341234}" type="slidenum">
              <a:rPr b="0" i="0" lang="en-US" sz="11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1086" name="Google Shape;1086;p70:notes"/>
          <p:cNvSpPr/>
          <p:nvPr>
            <p:ph idx="2" type="sldImg"/>
          </p:nvPr>
        </p:nvSpPr>
        <p:spPr>
          <a:xfrm>
            <a:off x="1258887" y="728662"/>
            <a:ext cx="4791075" cy="3594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087" name="Google Shape;1087;p70:notes"/>
          <p:cNvSpPr txBox="1"/>
          <p:nvPr/>
        </p:nvSpPr>
        <p:spPr>
          <a:xfrm>
            <a:off x="1131887" y="4567237"/>
            <a:ext cx="5051425" cy="36845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88" name="Google Shape;1088;p70:notes"/>
          <p:cNvSpPr txBox="1"/>
          <p:nvPr>
            <p:ph idx="1" type="body"/>
          </p:nvPr>
        </p:nvSpPr>
        <p:spPr>
          <a:xfrm>
            <a:off x="974725" y="4594225"/>
            <a:ext cx="5373687" cy="4278312"/>
          </a:xfrm>
          <a:prstGeom prst="rect">
            <a:avLst/>
          </a:prstGeom>
        </p:spPr>
        <p:txBody>
          <a:bodyPr anchorCtr="0" anchor="ctr" bIns="47500" lIns="95025" spcFirstLastPara="1" rIns="95025" wrap="square" tIns="47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3" name="Shape 10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4" name="Google Shape;1094;p71:notes"/>
          <p:cNvSpPr txBox="1"/>
          <p:nvPr/>
        </p:nvSpPr>
        <p:spPr>
          <a:xfrm>
            <a:off x="4152900" y="9109075"/>
            <a:ext cx="3173412" cy="465137"/>
          </a:xfrm>
          <a:prstGeom prst="rect">
            <a:avLst/>
          </a:prstGeom>
          <a:noFill/>
          <a:ln>
            <a:noFill/>
          </a:ln>
        </p:spPr>
        <p:txBody>
          <a:bodyPr anchorCtr="0" anchor="b" bIns="47500" lIns="95025" spcFirstLastPara="1" rIns="95025" wrap="square" tIns="47500">
            <a:noAutofit/>
          </a:bodyPr>
          <a:lstStyle/>
          <a:p>
            <a:pPr indent="-214311" lvl="0" marL="21590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None/>
            </a:pPr>
            <a:fld id="{00000000-1234-1234-1234-123412341234}" type="slidenum">
              <a:rPr b="0" i="0" lang="en-US" sz="11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1095" name="Google Shape;1095;p71:notes"/>
          <p:cNvSpPr/>
          <p:nvPr>
            <p:ph idx="2" type="sldImg"/>
          </p:nvPr>
        </p:nvSpPr>
        <p:spPr>
          <a:xfrm>
            <a:off x="1258887" y="728662"/>
            <a:ext cx="4791075" cy="3594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096" name="Google Shape;1096;p71:notes"/>
          <p:cNvSpPr txBox="1"/>
          <p:nvPr/>
        </p:nvSpPr>
        <p:spPr>
          <a:xfrm>
            <a:off x="1131887" y="4567237"/>
            <a:ext cx="5051425" cy="36845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97" name="Google Shape;1097;p71:notes"/>
          <p:cNvSpPr txBox="1"/>
          <p:nvPr>
            <p:ph idx="1" type="body"/>
          </p:nvPr>
        </p:nvSpPr>
        <p:spPr>
          <a:xfrm>
            <a:off x="974725" y="4594225"/>
            <a:ext cx="5373687" cy="4278312"/>
          </a:xfrm>
          <a:prstGeom prst="rect">
            <a:avLst/>
          </a:prstGeom>
        </p:spPr>
        <p:txBody>
          <a:bodyPr anchorCtr="0" anchor="ctr" bIns="47500" lIns="95025" spcFirstLastPara="1" rIns="95025" wrap="square" tIns="47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8" name="Shape 1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9" name="Google Shape;1109;p72:notes"/>
          <p:cNvSpPr txBox="1"/>
          <p:nvPr/>
        </p:nvSpPr>
        <p:spPr>
          <a:xfrm>
            <a:off x="4152900" y="9109075"/>
            <a:ext cx="3173412" cy="465137"/>
          </a:xfrm>
          <a:prstGeom prst="rect">
            <a:avLst/>
          </a:prstGeom>
          <a:noFill/>
          <a:ln>
            <a:noFill/>
          </a:ln>
        </p:spPr>
        <p:txBody>
          <a:bodyPr anchorCtr="0" anchor="b" bIns="47500" lIns="95025" spcFirstLastPara="1" rIns="95025" wrap="square" tIns="47500">
            <a:noAutofit/>
          </a:bodyPr>
          <a:lstStyle/>
          <a:p>
            <a:pPr indent="-214311" lvl="0" marL="21590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None/>
            </a:pPr>
            <a:fld id="{00000000-1234-1234-1234-123412341234}" type="slidenum">
              <a:rPr b="0" i="0" lang="en-US" sz="11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1110" name="Google Shape;1110;p72:notes"/>
          <p:cNvSpPr/>
          <p:nvPr>
            <p:ph idx="2" type="sldImg"/>
          </p:nvPr>
        </p:nvSpPr>
        <p:spPr>
          <a:xfrm>
            <a:off x="1412875" y="31750"/>
            <a:ext cx="4373562" cy="32797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111" name="Google Shape;1111;p72:notes"/>
          <p:cNvSpPr txBox="1"/>
          <p:nvPr/>
        </p:nvSpPr>
        <p:spPr>
          <a:xfrm>
            <a:off x="487362" y="3457575"/>
            <a:ext cx="6384925" cy="5502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350" lIns="92150" spcFirstLastPara="1" rIns="92150" wrap="square" tIns="453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-US" sz="1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Advertiser accesses only Account, but not vice versa, the class Account can be made a local attribute in the Advertiser class</a:t>
            </a:r>
            <a:endParaRPr/>
          </a:p>
        </p:txBody>
      </p:sp>
      <p:sp>
        <p:nvSpPr>
          <p:cNvPr id="1112" name="Google Shape;1112;p72:notes"/>
          <p:cNvSpPr txBox="1"/>
          <p:nvPr>
            <p:ph idx="1" type="body"/>
          </p:nvPr>
        </p:nvSpPr>
        <p:spPr>
          <a:xfrm>
            <a:off x="974725" y="4594225"/>
            <a:ext cx="5373687" cy="4278312"/>
          </a:xfrm>
          <a:prstGeom prst="rect">
            <a:avLst/>
          </a:prstGeom>
        </p:spPr>
        <p:txBody>
          <a:bodyPr anchorCtr="0" anchor="ctr" bIns="47500" lIns="95025" spcFirstLastPara="1" rIns="95025" wrap="square" tIns="47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7" name="Shape 1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8" name="Google Shape;1128;p73:notes"/>
          <p:cNvSpPr txBox="1"/>
          <p:nvPr/>
        </p:nvSpPr>
        <p:spPr>
          <a:xfrm>
            <a:off x="4152900" y="9109075"/>
            <a:ext cx="3173412" cy="465137"/>
          </a:xfrm>
          <a:prstGeom prst="rect">
            <a:avLst/>
          </a:prstGeom>
          <a:noFill/>
          <a:ln>
            <a:noFill/>
          </a:ln>
        </p:spPr>
        <p:txBody>
          <a:bodyPr anchorCtr="0" anchor="b" bIns="47500" lIns="95025" spcFirstLastPara="1" rIns="95025" wrap="square" tIns="47500">
            <a:noAutofit/>
          </a:bodyPr>
          <a:lstStyle/>
          <a:p>
            <a:pPr indent="-214311" lvl="0" marL="21590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None/>
            </a:pPr>
            <a:fld id="{00000000-1234-1234-1234-123412341234}" type="slidenum">
              <a:rPr b="0" i="0" lang="en-US" sz="11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1129" name="Google Shape;1129;p73:notes"/>
          <p:cNvSpPr/>
          <p:nvPr>
            <p:ph idx="2" type="sldImg"/>
          </p:nvPr>
        </p:nvSpPr>
        <p:spPr>
          <a:xfrm>
            <a:off x="1412875" y="31750"/>
            <a:ext cx="4373562" cy="32797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130" name="Google Shape;1130;p73:notes"/>
          <p:cNvSpPr txBox="1"/>
          <p:nvPr/>
        </p:nvSpPr>
        <p:spPr>
          <a:xfrm>
            <a:off x="487362" y="3457575"/>
            <a:ext cx="6384925" cy="5502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1" name="Google Shape;1131;p73:notes"/>
          <p:cNvSpPr txBox="1"/>
          <p:nvPr>
            <p:ph idx="1" type="body"/>
          </p:nvPr>
        </p:nvSpPr>
        <p:spPr>
          <a:xfrm>
            <a:off x="974725" y="4594225"/>
            <a:ext cx="5373687" cy="4278312"/>
          </a:xfrm>
          <a:prstGeom prst="rect">
            <a:avLst/>
          </a:prstGeom>
        </p:spPr>
        <p:txBody>
          <a:bodyPr anchorCtr="0" anchor="ctr" bIns="47500" lIns="95025" spcFirstLastPara="1" rIns="95025" wrap="square" tIns="47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8" name="Shape 1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9" name="Google Shape;1149;p74:notes"/>
          <p:cNvSpPr txBox="1"/>
          <p:nvPr/>
        </p:nvSpPr>
        <p:spPr>
          <a:xfrm>
            <a:off x="4152900" y="9109075"/>
            <a:ext cx="3173412" cy="465137"/>
          </a:xfrm>
          <a:prstGeom prst="rect">
            <a:avLst/>
          </a:prstGeom>
          <a:noFill/>
          <a:ln>
            <a:noFill/>
          </a:ln>
        </p:spPr>
        <p:txBody>
          <a:bodyPr anchorCtr="0" anchor="b" bIns="47500" lIns="95025" spcFirstLastPara="1" rIns="95025" wrap="square" tIns="47500">
            <a:noAutofit/>
          </a:bodyPr>
          <a:lstStyle/>
          <a:p>
            <a:pPr indent="-214311" lvl="0" marL="21590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None/>
            </a:pPr>
            <a:fld id="{00000000-1234-1234-1234-123412341234}" type="slidenum">
              <a:rPr b="0" i="0" lang="en-US" sz="11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1150" name="Google Shape;1150;p74:notes"/>
          <p:cNvSpPr/>
          <p:nvPr>
            <p:ph idx="2" type="sldImg"/>
          </p:nvPr>
        </p:nvSpPr>
        <p:spPr>
          <a:xfrm>
            <a:off x="1258887" y="728662"/>
            <a:ext cx="4791075" cy="3594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151" name="Google Shape;1151;p74:notes"/>
          <p:cNvSpPr txBox="1"/>
          <p:nvPr/>
        </p:nvSpPr>
        <p:spPr>
          <a:xfrm>
            <a:off x="1131887" y="4567237"/>
            <a:ext cx="5051425" cy="36845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52" name="Google Shape;1152;p74:notes"/>
          <p:cNvSpPr txBox="1"/>
          <p:nvPr>
            <p:ph idx="1" type="body"/>
          </p:nvPr>
        </p:nvSpPr>
        <p:spPr>
          <a:xfrm>
            <a:off x="974725" y="4594225"/>
            <a:ext cx="5373687" cy="4278312"/>
          </a:xfrm>
          <a:prstGeom prst="rect">
            <a:avLst/>
          </a:prstGeom>
        </p:spPr>
        <p:txBody>
          <a:bodyPr anchorCtr="0" anchor="ctr" bIns="47500" lIns="95025" spcFirstLastPara="1" rIns="95025" wrap="square" tIns="47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1" name="Shape 1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2" name="Google Shape;1172;p75:notes"/>
          <p:cNvSpPr txBox="1"/>
          <p:nvPr/>
        </p:nvSpPr>
        <p:spPr>
          <a:xfrm>
            <a:off x="4152900" y="9109075"/>
            <a:ext cx="3173412" cy="465137"/>
          </a:xfrm>
          <a:prstGeom prst="rect">
            <a:avLst/>
          </a:prstGeom>
          <a:noFill/>
          <a:ln>
            <a:noFill/>
          </a:ln>
        </p:spPr>
        <p:txBody>
          <a:bodyPr anchorCtr="0" anchor="b" bIns="47500" lIns="95025" spcFirstLastPara="1" rIns="95025" wrap="square" tIns="47500">
            <a:noAutofit/>
          </a:bodyPr>
          <a:lstStyle/>
          <a:p>
            <a:pPr indent="-214311" lvl="0" marL="21590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None/>
            </a:pPr>
            <a:fld id="{00000000-1234-1234-1234-123412341234}" type="slidenum">
              <a:rPr b="0" i="0" lang="en-US" sz="11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1173" name="Google Shape;1173;p75:notes"/>
          <p:cNvSpPr/>
          <p:nvPr>
            <p:ph idx="2" type="sldImg"/>
          </p:nvPr>
        </p:nvSpPr>
        <p:spPr>
          <a:xfrm>
            <a:off x="1258887" y="728662"/>
            <a:ext cx="4791075" cy="3594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174" name="Google Shape;1174;p75:notes"/>
          <p:cNvSpPr txBox="1"/>
          <p:nvPr/>
        </p:nvSpPr>
        <p:spPr>
          <a:xfrm>
            <a:off x="1131887" y="4567237"/>
            <a:ext cx="5051425" cy="36845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75" name="Google Shape;1175;p75:notes"/>
          <p:cNvSpPr txBox="1"/>
          <p:nvPr>
            <p:ph idx="1" type="body"/>
          </p:nvPr>
        </p:nvSpPr>
        <p:spPr>
          <a:xfrm>
            <a:off x="974725" y="4594225"/>
            <a:ext cx="5373687" cy="4278312"/>
          </a:xfrm>
          <a:prstGeom prst="rect">
            <a:avLst/>
          </a:prstGeom>
        </p:spPr>
        <p:txBody>
          <a:bodyPr anchorCtr="0" anchor="ctr" bIns="47500" lIns="95025" spcFirstLastPara="1" rIns="95025" wrap="square" tIns="47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5" name="Shape 1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6" name="Google Shape;1196;p76:notes"/>
          <p:cNvSpPr txBox="1"/>
          <p:nvPr/>
        </p:nvSpPr>
        <p:spPr>
          <a:xfrm>
            <a:off x="4152900" y="9109075"/>
            <a:ext cx="3173412" cy="465137"/>
          </a:xfrm>
          <a:prstGeom prst="rect">
            <a:avLst/>
          </a:prstGeom>
          <a:noFill/>
          <a:ln>
            <a:noFill/>
          </a:ln>
        </p:spPr>
        <p:txBody>
          <a:bodyPr anchorCtr="0" anchor="b" bIns="47500" lIns="95025" spcFirstLastPara="1" rIns="95025" wrap="square" tIns="47500">
            <a:noAutofit/>
          </a:bodyPr>
          <a:lstStyle/>
          <a:p>
            <a:pPr indent="-214311" lvl="0" marL="21590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None/>
            </a:pPr>
            <a:fld id="{00000000-1234-1234-1234-123412341234}" type="slidenum">
              <a:rPr b="0" i="0" lang="en-US" sz="11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1197" name="Google Shape;1197;p76:notes"/>
          <p:cNvSpPr/>
          <p:nvPr>
            <p:ph idx="2" type="sldImg"/>
          </p:nvPr>
        </p:nvSpPr>
        <p:spPr>
          <a:xfrm>
            <a:off x="1258887" y="728662"/>
            <a:ext cx="4791075" cy="3594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198" name="Google Shape;1198;p76:notes"/>
          <p:cNvSpPr txBox="1"/>
          <p:nvPr/>
        </p:nvSpPr>
        <p:spPr>
          <a:xfrm>
            <a:off x="1131887" y="4567237"/>
            <a:ext cx="5051425" cy="36845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99" name="Google Shape;1199;p76:notes"/>
          <p:cNvSpPr txBox="1"/>
          <p:nvPr>
            <p:ph idx="1" type="body"/>
          </p:nvPr>
        </p:nvSpPr>
        <p:spPr>
          <a:xfrm>
            <a:off x="974725" y="4594225"/>
            <a:ext cx="5373687" cy="4278312"/>
          </a:xfrm>
          <a:prstGeom prst="rect">
            <a:avLst/>
          </a:prstGeom>
        </p:spPr>
        <p:txBody>
          <a:bodyPr anchorCtr="0" anchor="ctr" bIns="47500" lIns="95025" spcFirstLastPara="1" rIns="95025" wrap="square" tIns="47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3" name="Shape 1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4" name="Google Shape;1224;p77:notes"/>
          <p:cNvSpPr txBox="1"/>
          <p:nvPr/>
        </p:nvSpPr>
        <p:spPr>
          <a:xfrm>
            <a:off x="4152900" y="9109075"/>
            <a:ext cx="3173412" cy="465137"/>
          </a:xfrm>
          <a:prstGeom prst="rect">
            <a:avLst/>
          </a:prstGeom>
          <a:noFill/>
          <a:ln>
            <a:noFill/>
          </a:ln>
        </p:spPr>
        <p:txBody>
          <a:bodyPr anchorCtr="0" anchor="b" bIns="47500" lIns="95025" spcFirstLastPara="1" rIns="95025" wrap="square" tIns="47500">
            <a:noAutofit/>
          </a:bodyPr>
          <a:lstStyle/>
          <a:p>
            <a:pPr indent="-214311" lvl="0" marL="21590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None/>
            </a:pPr>
            <a:fld id="{00000000-1234-1234-1234-123412341234}" type="slidenum">
              <a:rPr b="0" i="0" lang="en-US" sz="11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1225" name="Google Shape;1225;p77:notes"/>
          <p:cNvSpPr/>
          <p:nvPr>
            <p:ph idx="2" type="sldImg"/>
          </p:nvPr>
        </p:nvSpPr>
        <p:spPr>
          <a:xfrm>
            <a:off x="1258887" y="728662"/>
            <a:ext cx="4791075" cy="3594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226" name="Google Shape;1226;p77:notes"/>
          <p:cNvSpPr txBox="1"/>
          <p:nvPr/>
        </p:nvSpPr>
        <p:spPr>
          <a:xfrm>
            <a:off x="1131887" y="4567237"/>
            <a:ext cx="5051425" cy="36845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27" name="Google Shape;1227;p77:notes"/>
          <p:cNvSpPr txBox="1"/>
          <p:nvPr>
            <p:ph idx="1" type="body"/>
          </p:nvPr>
        </p:nvSpPr>
        <p:spPr>
          <a:xfrm>
            <a:off x="974725" y="4594225"/>
            <a:ext cx="5373687" cy="4278312"/>
          </a:xfrm>
          <a:prstGeom prst="rect">
            <a:avLst/>
          </a:prstGeom>
        </p:spPr>
        <p:txBody>
          <a:bodyPr anchorCtr="0" anchor="ctr" bIns="47500" lIns="95025" spcFirstLastPara="1" rIns="95025" wrap="square" tIns="47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2" name="Shape 1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3" name="Google Shape;1233;p78:notes"/>
          <p:cNvSpPr txBox="1"/>
          <p:nvPr/>
        </p:nvSpPr>
        <p:spPr>
          <a:xfrm>
            <a:off x="4152900" y="9109075"/>
            <a:ext cx="3173412" cy="465137"/>
          </a:xfrm>
          <a:prstGeom prst="rect">
            <a:avLst/>
          </a:prstGeom>
          <a:noFill/>
          <a:ln>
            <a:noFill/>
          </a:ln>
        </p:spPr>
        <p:txBody>
          <a:bodyPr anchorCtr="0" anchor="b" bIns="47500" lIns="95025" spcFirstLastPara="1" rIns="95025" wrap="square" tIns="47500">
            <a:noAutofit/>
          </a:bodyPr>
          <a:lstStyle/>
          <a:p>
            <a:pPr indent="-214311" lvl="0" marL="21590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None/>
            </a:pPr>
            <a:fld id="{00000000-1234-1234-1234-123412341234}" type="slidenum">
              <a:rPr b="0" i="0" lang="en-US" sz="11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1234" name="Google Shape;1234;p78:notes"/>
          <p:cNvSpPr/>
          <p:nvPr>
            <p:ph idx="2" type="sldImg"/>
          </p:nvPr>
        </p:nvSpPr>
        <p:spPr>
          <a:xfrm>
            <a:off x="1258887" y="728662"/>
            <a:ext cx="4791075" cy="3594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235" name="Google Shape;1235;p78:notes"/>
          <p:cNvSpPr txBox="1"/>
          <p:nvPr/>
        </p:nvSpPr>
        <p:spPr>
          <a:xfrm>
            <a:off x="1131887" y="4567237"/>
            <a:ext cx="5051425" cy="36845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36" name="Google Shape;1236;p78:notes"/>
          <p:cNvSpPr txBox="1"/>
          <p:nvPr>
            <p:ph idx="1" type="body"/>
          </p:nvPr>
        </p:nvSpPr>
        <p:spPr>
          <a:xfrm>
            <a:off x="974725" y="4594225"/>
            <a:ext cx="5373687" cy="4278312"/>
          </a:xfrm>
          <a:prstGeom prst="rect">
            <a:avLst/>
          </a:prstGeom>
        </p:spPr>
        <p:txBody>
          <a:bodyPr anchorCtr="0" anchor="ctr" bIns="47500" lIns="95025" spcFirstLastPara="1" rIns="95025" wrap="square" tIns="47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8" name="Shape 1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" name="Google Shape;1259;p79:notes"/>
          <p:cNvSpPr txBox="1"/>
          <p:nvPr/>
        </p:nvSpPr>
        <p:spPr>
          <a:xfrm>
            <a:off x="4152900" y="9109075"/>
            <a:ext cx="3173412" cy="465137"/>
          </a:xfrm>
          <a:prstGeom prst="rect">
            <a:avLst/>
          </a:prstGeom>
          <a:noFill/>
          <a:ln>
            <a:noFill/>
          </a:ln>
        </p:spPr>
        <p:txBody>
          <a:bodyPr anchorCtr="0" anchor="b" bIns="47500" lIns="95025" spcFirstLastPara="1" rIns="95025" wrap="square" tIns="47500">
            <a:noAutofit/>
          </a:bodyPr>
          <a:lstStyle/>
          <a:p>
            <a:pPr indent="-214311" lvl="0" marL="21590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None/>
            </a:pPr>
            <a:fld id="{00000000-1234-1234-1234-123412341234}" type="slidenum">
              <a:rPr b="0" i="0" lang="en-US" sz="11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1260" name="Google Shape;1260;p79:notes"/>
          <p:cNvSpPr/>
          <p:nvPr>
            <p:ph idx="2" type="sldImg"/>
          </p:nvPr>
        </p:nvSpPr>
        <p:spPr>
          <a:xfrm>
            <a:off x="1258887" y="728662"/>
            <a:ext cx="4791075" cy="3594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261" name="Google Shape;1261;p79:notes"/>
          <p:cNvSpPr txBox="1"/>
          <p:nvPr/>
        </p:nvSpPr>
        <p:spPr>
          <a:xfrm>
            <a:off x="1131887" y="4567237"/>
            <a:ext cx="5051425" cy="36845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62" name="Google Shape;1262;p79:notes"/>
          <p:cNvSpPr txBox="1"/>
          <p:nvPr>
            <p:ph idx="1" type="body"/>
          </p:nvPr>
        </p:nvSpPr>
        <p:spPr>
          <a:xfrm>
            <a:off x="974725" y="4594225"/>
            <a:ext cx="5373687" cy="4278312"/>
          </a:xfrm>
          <a:prstGeom prst="rect">
            <a:avLst/>
          </a:prstGeom>
        </p:spPr>
        <p:txBody>
          <a:bodyPr anchorCtr="0" anchor="ctr" bIns="47500" lIns="95025" spcFirstLastPara="1" rIns="95025" wrap="square" tIns="47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0" name="Shape 1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1" name="Google Shape;1291;p80:notes"/>
          <p:cNvSpPr txBox="1"/>
          <p:nvPr/>
        </p:nvSpPr>
        <p:spPr>
          <a:xfrm>
            <a:off x="4152900" y="9109075"/>
            <a:ext cx="3173412" cy="465137"/>
          </a:xfrm>
          <a:prstGeom prst="rect">
            <a:avLst/>
          </a:prstGeom>
          <a:noFill/>
          <a:ln>
            <a:noFill/>
          </a:ln>
        </p:spPr>
        <p:txBody>
          <a:bodyPr anchorCtr="0" anchor="b" bIns="47500" lIns="95025" spcFirstLastPara="1" rIns="95025" wrap="square" tIns="47500">
            <a:noAutofit/>
          </a:bodyPr>
          <a:lstStyle/>
          <a:p>
            <a:pPr indent="-214311" lvl="0" marL="21590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None/>
            </a:pPr>
            <a:fld id="{00000000-1234-1234-1234-123412341234}" type="slidenum">
              <a:rPr b="0" i="0" lang="en-US" sz="11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1292" name="Google Shape;1292;p80:notes"/>
          <p:cNvSpPr/>
          <p:nvPr>
            <p:ph idx="2" type="sldImg"/>
          </p:nvPr>
        </p:nvSpPr>
        <p:spPr>
          <a:xfrm>
            <a:off x="1258887" y="728662"/>
            <a:ext cx="4791075" cy="3594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293" name="Google Shape;1293;p80:notes"/>
          <p:cNvSpPr txBox="1"/>
          <p:nvPr/>
        </p:nvSpPr>
        <p:spPr>
          <a:xfrm>
            <a:off x="1131887" y="4567237"/>
            <a:ext cx="5051425" cy="36845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94" name="Google Shape;1294;p80:notes"/>
          <p:cNvSpPr txBox="1"/>
          <p:nvPr>
            <p:ph idx="1" type="body"/>
          </p:nvPr>
        </p:nvSpPr>
        <p:spPr>
          <a:xfrm>
            <a:off x="974725" y="4594225"/>
            <a:ext cx="5373687" cy="4278312"/>
          </a:xfrm>
          <a:prstGeom prst="rect">
            <a:avLst/>
          </a:prstGeom>
        </p:spPr>
        <p:txBody>
          <a:bodyPr anchorCtr="0" anchor="ctr" bIns="47500" lIns="95025" spcFirstLastPara="1" rIns="95025" wrap="square" tIns="47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7" name="Shape 1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8" name="Google Shape;1318;p81:notes"/>
          <p:cNvSpPr txBox="1"/>
          <p:nvPr/>
        </p:nvSpPr>
        <p:spPr>
          <a:xfrm>
            <a:off x="4152900" y="9109075"/>
            <a:ext cx="3173412" cy="465137"/>
          </a:xfrm>
          <a:prstGeom prst="rect">
            <a:avLst/>
          </a:prstGeom>
          <a:noFill/>
          <a:ln>
            <a:noFill/>
          </a:ln>
        </p:spPr>
        <p:txBody>
          <a:bodyPr anchorCtr="0" anchor="b" bIns="47500" lIns="95025" spcFirstLastPara="1" rIns="95025" wrap="square" tIns="47500">
            <a:noAutofit/>
          </a:bodyPr>
          <a:lstStyle/>
          <a:p>
            <a:pPr indent="-214311" lvl="0" marL="21590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None/>
            </a:pPr>
            <a:fld id="{00000000-1234-1234-1234-123412341234}" type="slidenum">
              <a:rPr b="0" i="0" lang="en-US" sz="11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1319" name="Google Shape;1319;p81:notes"/>
          <p:cNvSpPr/>
          <p:nvPr>
            <p:ph idx="2" type="sldImg"/>
          </p:nvPr>
        </p:nvSpPr>
        <p:spPr>
          <a:xfrm>
            <a:off x="1257300" y="720725"/>
            <a:ext cx="4799012" cy="35988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320" name="Google Shape;1320;p81:notes"/>
          <p:cNvSpPr txBox="1"/>
          <p:nvPr/>
        </p:nvSpPr>
        <p:spPr>
          <a:xfrm>
            <a:off x="973137" y="4559300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21" name="Google Shape;1321;p81:notes"/>
          <p:cNvSpPr txBox="1"/>
          <p:nvPr>
            <p:ph idx="1" type="body"/>
          </p:nvPr>
        </p:nvSpPr>
        <p:spPr>
          <a:xfrm>
            <a:off x="974725" y="4594225"/>
            <a:ext cx="5373687" cy="4278312"/>
          </a:xfrm>
          <a:prstGeom prst="rect">
            <a:avLst/>
          </a:prstGeom>
        </p:spPr>
        <p:txBody>
          <a:bodyPr anchorCtr="0" anchor="ctr" bIns="47500" lIns="95025" spcFirstLastPara="1" rIns="95025" wrap="square" tIns="47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3" name="Shape 1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4" name="Google Shape;1344;p82:notes"/>
          <p:cNvSpPr txBox="1"/>
          <p:nvPr/>
        </p:nvSpPr>
        <p:spPr>
          <a:xfrm>
            <a:off x="4152900" y="9109075"/>
            <a:ext cx="3173412" cy="465137"/>
          </a:xfrm>
          <a:prstGeom prst="rect">
            <a:avLst/>
          </a:prstGeom>
          <a:noFill/>
          <a:ln>
            <a:noFill/>
          </a:ln>
        </p:spPr>
        <p:txBody>
          <a:bodyPr anchorCtr="0" anchor="b" bIns="47500" lIns="95025" spcFirstLastPara="1" rIns="95025" wrap="square" tIns="47500">
            <a:noAutofit/>
          </a:bodyPr>
          <a:lstStyle/>
          <a:p>
            <a:pPr indent="-214311" lvl="0" marL="21590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None/>
            </a:pPr>
            <a:fld id="{00000000-1234-1234-1234-123412341234}" type="slidenum">
              <a:rPr b="0" i="0" lang="en-US" sz="11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1345" name="Google Shape;1345;p82:notes"/>
          <p:cNvSpPr txBox="1"/>
          <p:nvPr/>
        </p:nvSpPr>
        <p:spPr>
          <a:xfrm>
            <a:off x="4144962" y="9120187"/>
            <a:ext cx="3170237" cy="481012"/>
          </a:xfrm>
          <a:prstGeom prst="rect">
            <a:avLst/>
          </a:prstGeom>
          <a:noFill/>
          <a:ln>
            <a:noFill/>
          </a:ln>
        </p:spPr>
        <p:txBody>
          <a:bodyPr anchorCtr="0" anchor="b" bIns="46425" lIns="93225" spcFirstLastPara="1" rIns="93225" wrap="square" tIns="46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1346" name="Google Shape;1346;p82:notes"/>
          <p:cNvSpPr/>
          <p:nvPr>
            <p:ph idx="2" type="sldImg"/>
          </p:nvPr>
        </p:nvSpPr>
        <p:spPr>
          <a:xfrm>
            <a:off x="1255712" y="719137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347" name="Google Shape;1347;p82:notes"/>
          <p:cNvSpPr txBox="1"/>
          <p:nvPr/>
        </p:nvSpPr>
        <p:spPr>
          <a:xfrm>
            <a:off x="974725" y="4559300"/>
            <a:ext cx="5362575" cy="4321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48" name="Google Shape;1348;p82:notes"/>
          <p:cNvSpPr txBox="1"/>
          <p:nvPr>
            <p:ph idx="1" type="body"/>
          </p:nvPr>
        </p:nvSpPr>
        <p:spPr>
          <a:xfrm>
            <a:off x="974725" y="4594225"/>
            <a:ext cx="5373687" cy="4278312"/>
          </a:xfrm>
          <a:prstGeom prst="rect">
            <a:avLst/>
          </a:prstGeom>
        </p:spPr>
        <p:txBody>
          <a:bodyPr anchorCtr="0" anchor="ctr" bIns="47500" lIns="95025" spcFirstLastPara="1" rIns="95025" wrap="square" tIns="47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4" name="Shape 1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5" name="Google Shape;1375;p83:notes"/>
          <p:cNvSpPr txBox="1"/>
          <p:nvPr/>
        </p:nvSpPr>
        <p:spPr>
          <a:xfrm>
            <a:off x="4152900" y="9109075"/>
            <a:ext cx="3173412" cy="465137"/>
          </a:xfrm>
          <a:prstGeom prst="rect">
            <a:avLst/>
          </a:prstGeom>
          <a:noFill/>
          <a:ln>
            <a:noFill/>
          </a:ln>
        </p:spPr>
        <p:txBody>
          <a:bodyPr anchorCtr="0" anchor="b" bIns="47500" lIns="95025" spcFirstLastPara="1" rIns="95025" wrap="square" tIns="47500">
            <a:noAutofit/>
          </a:bodyPr>
          <a:lstStyle/>
          <a:p>
            <a:pPr indent="-214311" lvl="0" marL="21590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None/>
            </a:pPr>
            <a:fld id="{00000000-1234-1234-1234-123412341234}" type="slidenum">
              <a:rPr b="0" i="0" lang="en-US" sz="11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1376" name="Google Shape;1376;p83:notes"/>
          <p:cNvSpPr/>
          <p:nvPr>
            <p:ph idx="2" type="sldImg"/>
          </p:nvPr>
        </p:nvSpPr>
        <p:spPr>
          <a:xfrm>
            <a:off x="1258887" y="728662"/>
            <a:ext cx="4791075" cy="3594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377" name="Google Shape;1377;p83:notes"/>
          <p:cNvSpPr txBox="1"/>
          <p:nvPr/>
        </p:nvSpPr>
        <p:spPr>
          <a:xfrm>
            <a:off x="1131887" y="4567237"/>
            <a:ext cx="5051425" cy="36845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78" name="Google Shape;1378;p83:notes"/>
          <p:cNvSpPr txBox="1"/>
          <p:nvPr>
            <p:ph idx="1" type="body"/>
          </p:nvPr>
        </p:nvSpPr>
        <p:spPr>
          <a:xfrm>
            <a:off x="974725" y="4594225"/>
            <a:ext cx="5373687" cy="4278312"/>
          </a:xfrm>
          <a:prstGeom prst="rect">
            <a:avLst/>
          </a:prstGeom>
        </p:spPr>
        <p:txBody>
          <a:bodyPr anchorCtr="0" anchor="ctr" bIns="47500" lIns="95025" spcFirstLastPara="1" rIns="95025" wrap="square" tIns="47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5" name="Shape 1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6" name="Google Shape;1396;p84:notes"/>
          <p:cNvSpPr txBox="1"/>
          <p:nvPr/>
        </p:nvSpPr>
        <p:spPr>
          <a:xfrm>
            <a:off x="4152900" y="9109075"/>
            <a:ext cx="3173412" cy="465137"/>
          </a:xfrm>
          <a:prstGeom prst="rect">
            <a:avLst/>
          </a:prstGeom>
          <a:noFill/>
          <a:ln>
            <a:noFill/>
          </a:ln>
        </p:spPr>
        <p:txBody>
          <a:bodyPr anchorCtr="0" anchor="b" bIns="47500" lIns="95025" spcFirstLastPara="1" rIns="95025" wrap="square" tIns="47500">
            <a:noAutofit/>
          </a:bodyPr>
          <a:lstStyle/>
          <a:p>
            <a:pPr indent="-214311" lvl="0" marL="21590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None/>
            </a:pPr>
            <a:fld id="{00000000-1234-1234-1234-123412341234}" type="slidenum">
              <a:rPr b="0" i="0" lang="en-US" sz="11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1397" name="Google Shape;1397;p84:notes"/>
          <p:cNvSpPr txBox="1"/>
          <p:nvPr/>
        </p:nvSpPr>
        <p:spPr>
          <a:xfrm>
            <a:off x="1136650" y="317500"/>
            <a:ext cx="5040312" cy="3740150"/>
          </a:xfrm>
          <a:prstGeom prst="rect">
            <a:avLst/>
          </a:prstGeom>
          <a:solidFill>
            <a:srgbClr val="FFFFFF"/>
          </a:solidFill>
          <a:ln cap="sq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98" name="Google Shape;1398;p84:notes"/>
          <p:cNvSpPr txBox="1"/>
          <p:nvPr/>
        </p:nvSpPr>
        <p:spPr>
          <a:xfrm>
            <a:off x="536575" y="4532312"/>
            <a:ext cx="6245225" cy="42624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99" name="Google Shape;1399;p84:notes"/>
          <p:cNvSpPr txBox="1"/>
          <p:nvPr>
            <p:ph idx="1" type="body"/>
          </p:nvPr>
        </p:nvSpPr>
        <p:spPr>
          <a:xfrm>
            <a:off x="974725" y="4594225"/>
            <a:ext cx="5373687" cy="4278312"/>
          </a:xfrm>
          <a:prstGeom prst="rect">
            <a:avLst/>
          </a:prstGeom>
        </p:spPr>
        <p:txBody>
          <a:bodyPr anchorCtr="0" anchor="ctr" bIns="47500" lIns="95025" spcFirstLastPara="1" rIns="95025" wrap="square" tIns="47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0" name="Google Shape;1400;p84:notes"/>
          <p:cNvSpPr/>
          <p:nvPr>
            <p:ph idx="2" type="sldImg"/>
          </p:nvPr>
        </p:nvSpPr>
        <p:spPr>
          <a:xfrm>
            <a:off x="1227137" y="700087"/>
            <a:ext cx="4878387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8" name="Shape 1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9" name="Google Shape;1429;p85:notes"/>
          <p:cNvSpPr txBox="1"/>
          <p:nvPr/>
        </p:nvSpPr>
        <p:spPr>
          <a:xfrm>
            <a:off x="4152900" y="9109075"/>
            <a:ext cx="3173412" cy="465137"/>
          </a:xfrm>
          <a:prstGeom prst="rect">
            <a:avLst/>
          </a:prstGeom>
          <a:noFill/>
          <a:ln>
            <a:noFill/>
          </a:ln>
        </p:spPr>
        <p:txBody>
          <a:bodyPr anchorCtr="0" anchor="b" bIns="47500" lIns="95025" spcFirstLastPara="1" rIns="95025" wrap="square" tIns="47500">
            <a:noAutofit/>
          </a:bodyPr>
          <a:lstStyle/>
          <a:p>
            <a:pPr indent="-214311" lvl="0" marL="21590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None/>
            </a:pPr>
            <a:fld id="{00000000-1234-1234-1234-123412341234}" type="slidenum">
              <a:rPr b="0" i="0" lang="en-US" sz="11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1430" name="Google Shape;1430;p85:notes"/>
          <p:cNvSpPr txBox="1"/>
          <p:nvPr/>
        </p:nvSpPr>
        <p:spPr>
          <a:xfrm>
            <a:off x="1138237" y="317500"/>
            <a:ext cx="5038725" cy="3740150"/>
          </a:xfrm>
          <a:prstGeom prst="rect">
            <a:avLst/>
          </a:prstGeom>
          <a:solidFill>
            <a:srgbClr val="FFFFFF"/>
          </a:solidFill>
          <a:ln cap="sq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31" name="Google Shape;1431;p85:notes"/>
          <p:cNvSpPr txBox="1"/>
          <p:nvPr/>
        </p:nvSpPr>
        <p:spPr>
          <a:xfrm>
            <a:off x="536575" y="4532312"/>
            <a:ext cx="6245225" cy="42624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32" name="Google Shape;1432;p85:notes"/>
          <p:cNvSpPr txBox="1"/>
          <p:nvPr>
            <p:ph idx="1" type="body"/>
          </p:nvPr>
        </p:nvSpPr>
        <p:spPr>
          <a:xfrm>
            <a:off x="974725" y="4594225"/>
            <a:ext cx="5373687" cy="4278312"/>
          </a:xfrm>
          <a:prstGeom prst="rect">
            <a:avLst/>
          </a:prstGeom>
        </p:spPr>
        <p:txBody>
          <a:bodyPr anchorCtr="0" anchor="ctr" bIns="47500" lIns="95025" spcFirstLastPara="1" rIns="95025" wrap="square" tIns="47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3" name="Google Shape;1433;p85:notes"/>
          <p:cNvSpPr/>
          <p:nvPr>
            <p:ph idx="2" type="sldImg"/>
          </p:nvPr>
        </p:nvSpPr>
        <p:spPr>
          <a:xfrm>
            <a:off x="1227137" y="700087"/>
            <a:ext cx="4878387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7" name="Shape 1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8" name="Google Shape;1438;p86:notes"/>
          <p:cNvSpPr txBox="1"/>
          <p:nvPr/>
        </p:nvSpPr>
        <p:spPr>
          <a:xfrm>
            <a:off x="4152900" y="9109075"/>
            <a:ext cx="3173412" cy="465137"/>
          </a:xfrm>
          <a:prstGeom prst="rect">
            <a:avLst/>
          </a:prstGeom>
          <a:noFill/>
          <a:ln>
            <a:noFill/>
          </a:ln>
        </p:spPr>
        <p:txBody>
          <a:bodyPr anchorCtr="0" anchor="b" bIns="47500" lIns="95025" spcFirstLastPara="1" rIns="95025" wrap="square" tIns="47500">
            <a:noAutofit/>
          </a:bodyPr>
          <a:lstStyle/>
          <a:p>
            <a:pPr indent="-214311" lvl="0" marL="21590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None/>
            </a:pPr>
            <a:fld id="{00000000-1234-1234-1234-123412341234}" type="slidenum">
              <a:rPr b="0" i="0" lang="en-US" sz="11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1439" name="Google Shape;1439;p86:notes"/>
          <p:cNvSpPr/>
          <p:nvPr>
            <p:ph idx="2" type="sldImg"/>
          </p:nvPr>
        </p:nvSpPr>
        <p:spPr>
          <a:xfrm>
            <a:off x="1258887" y="728662"/>
            <a:ext cx="4791075" cy="3594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440" name="Google Shape;1440;p86:notes"/>
          <p:cNvSpPr txBox="1"/>
          <p:nvPr/>
        </p:nvSpPr>
        <p:spPr>
          <a:xfrm>
            <a:off x="1131887" y="4567237"/>
            <a:ext cx="5051425" cy="36845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41" name="Google Shape;1441;p86:notes"/>
          <p:cNvSpPr txBox="1"/>
          <p:nvPr>
            <p:ph idx="1" type="body"/>
          </p:nvPr>
        </p:nvSpPr>
        <p:spPr>
          <a:xfrm>
            <a:off x="974725" y="4594225"/>
            <a:ext cx="5373687" cy="4278312"/>
          </a:xfrm>
          <a:prstGeom prst="rect">
            <a:avLst/>
          </a:prstGeom>
        </p:spPr>
        <p:txBody>
          <a:bodyPr anchorCtr="0" anchor="ctr" bIns="47500" lIns="95025" spcFirstLastPara="1" rIns="95025" wrap="square" tIns="47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9" name="Shape 1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0" name="Google Shape;1460;p87:notes"/>
          <p:cNvSpPr txBox="1"/>
          <p:nvPr/>
        </p:nvSpPr>
        <p:spPr>
          <a:xfrm>
            <a:off x="4152900" y="9109075"/>
            <a:ext cx="3173412" cy="465137"/>
          </a:xfrm>
          <a:prstGeom prst="rect">
            <a:avLst/>
          </a:prstGeom>
          <a:noFill/>
          <a:ln>
            <a:noFill/>
          </a:ln>
        </p:spPr>
        <p:txBody>
          <a:bodyPr anchorCtr="0" anchor="b" bIns="47500" lIns="95025" spcFirstLastPara="1" rIns="95025" wrap="square" tIns="47500">
            <a:noAutofit/>
          </a:bodyPr>
          <a:lstStyle/>
          <a:p>
            <a:pPr indent="-214311" lvl="0" marL="21590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None/>
            </a:pPr>
            <a:fld id="{00000000-1234-1234-1234-123412341234}" type="slidenum">
              <a:rPr b="0" i="0" lang="en-US" sz="11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1461" name="Google Shape;1461;p87:notes"/>
          <p:cNvSpPr txBox="1"/>
          <p:nvPr/>
        </p:nvSpPr>
        <p:spPr>
          <a:xfrm>
            <a:off x="1138237" y="317500"/>
            <a:ext cx="5038725" cy="3740150"/>
          </a:xfrm>
          <a:prstGeom prst="rect">
            <a:avLst/>
          </a:prstGeom>
          <a:solidFill>
            <a:srgbClr val="FFFFFF"/>
          </a:solidFill>
          <a:ln cap="sq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62" name="Google Shape;1462;p87:notes"/>
          <p:cNvSpPr txBox="1"/>
          <p:nvPr/>
        </p:nvSpPr>
        <p:spPr>
          <a:xfrm>
            <a:off x="536575" y="4532312"/>
            <a:ext cx="6245225" cy="42624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63" name="Google Shape;1463;p87:notes"/>
          <p:cNvSpPr txBox="1"/>
          <p:nvPr>
            <p:ph idx="1" type="body"/>
          </p:nvPr>
        </p:nvSpPr>
        <p:spPr>
          <a:xfrm>
            <a:off x="974725" y="4594225"/>
            <a:ext cx="5373687" cy="4278312"/>
          </a:xfrm>
          <a:prstGeom prst="rect">
            <a:avLst/>
          </a:prstGeom>
        </p:spPr>
        <p:txBody>
          <a:bodyPr anchorCtr="0" anchor="ctr" bIns="47500" lIns="95025" spcFirstLastPara="1" rIns="95025" wrap="square" tIns="47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4" name="Google Shape;1464;p87:notes"/>
          <p:cNvSpPr/>
          <p:nvPr>
            <p:ph idx="2" type="sldImg"/>
          </p:nvPr>
        </p:nvSpPr>
        <p:spPr>
          <a:xfrm>
            <a:off x="1227137" y="700087"/>
            <a:ext cx="4878387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5" name="Shape 1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6" name="Google Shape;1476;p88:notes"/>
          <p:cNvSpPr txBox="1"/>
          <p:nvPr/>
        </p:nvSpPr>
        <p:spPr>
          <a:xfrm>
            <a:off x="4152900" y="9109075"/>
            <a:ext cx="3173412" cy="465137"/>
          </a:xfrm>
          <a:prstGeom prst="rect">
            <a:avLst/>
          </a:prstGeom>
          <a:noFill/>
          <a:ln>
            <a:noFill/>
          </a:ln>
        </p:spPr>
        <p:txBody>
          <a:bodyPr anchorCtr="0" anchor="b" bIns="47500" lIns="95025" spcFirstLastPara="1" rIns="95025" wrap="square" tIns="47500">
            <a:noAutofit/>
          </a:bodyPr>
          <a:lstStyle/>
          <a:p>
            <a:pPr indent="-214311" lvl="0" marL="21590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None/>
            </a:pPr>
            <a:fld id="{00000000-1234-1234-1234-123412341234}" type="slidenum">
              <a:rPr b="0" i="0" lang="en-US" sz="11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1477" name="Google Shape;1477;p88:notes"/>
          <p:cNvSpPr/>
          <p:nvPr>
            <p:ph idx="2" type="sldImg"/>
          </p:nvPr>
        </p:nvSpPr>
        <p:spPr>
          <a:xfrm>
            <a:off x="1258887" y="728662"/>
            <a:ext cx="4791075" cy="3594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478" name="Google Shape;1478;p88:notes"/>
          <p:cNvSpPr txBox="1"/>
          <p:nvPr/>
        </p:nvSpPr>
        <p:spPr>
          <a:xfrm>
            <a:off x="1131887" y="4567237"/>
            <a:ext cx="5051425" cy="36845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79" name="Google Shape;1479;p88:notes"/>
          <p:cNvSpPr txBox="1"/>
          <p:nvPr>
            <p:ph idx="1" type="body"/>
          </p:nvPr>
        </p:nvSpPr>
        <p:spPr>
          <a:xfrm>
            <a:off x="974725" y="4594225"/>
            <a:ext cx="5373687" cy="4278312"/>
          </a:xfrm>
          <a:prstGeom prst="rect">
            <a:avLst/>
          </a:prstGeom>
        </p:spPr>
        <p:txBody>
          <a:bodyPr anchorCtr="0" anchor="ctr" bIns="47500" lIns="95025" spcFirstLastPara="1" rIns="95025" wrap="square" tIns="47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3" name="Shape 1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4" name="Google Shape;1494;p89:notes"/>
          <p:cNvSpPr txBox="1"/>
          <p:nvPr/>
        </p:nvSpPr>
        <p:spPr>
          <a:xfrm>
            <a:off x="4152900" y="9109075"/>
            <a:ext cx="3173412" cy="465137"/>
          </a:xfrm>
          <a:prstGeom prst="rect">
            <a:avLst/>
          </a:prstGeom>
          <a:noFill/>
          <a:ln>
            <a:noFill/>
          </a:ln>
        </p:spPr>
        <p:txBody>
          <a:bodyPr anchorCtr="0" anchor="b" bIns="47500" lIns="95025" spcFirstLastPara="1" rIns="95025" wrap="square" tIns="47500">
            <a:noAutofit/>
          </a:bodyPr>
          <a:lstStyle/>
          <a:p>
            <a:pPr indent="-214311" lvl="0" marL="21590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None/>
            </a:pPr>
            <a:fld id="{00000000-1234-1234-1234-123412341234}" type="slidenum">
              <a:rPr b="0" i="0" lang="en-US" sz="11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1495" name="Google Shape;1495;p89:notes"/>
          <p:cNvSpPr txBox="1"/>
          <p:nvPr/>
        </p:nvSpPr>
        <p:spPr>
          <a:xfrm>
            <a:off x="1231900" y="728662"/>
            <a:ext cx="4849812" cy="3598862"/>
          </a:xfrm>
          <a:prstGeom prst="rect">
            <a:avLst/>
          </a:prstGeom>
          <a:solidFill>
            <a:srgbClr val="FFFFFF"/>
          </a:solidFill>
          <a:ln cap="sq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96" name="Google Shape;1496;p89:notes"/>
          <p:cNvSpPr txBox="1"/>
          <p:nvPr/>
        </p:nvSpPr>
        <p:spPr>
          <a:xfrm>
            <a:off x="1133475" y="4568825"/>
            <a:ext cx="5053012" cy="3687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97" name="Google Shape;1497;p89:notes"/>
          <p:cNvSpPr txBox="1"/>
          <p:nvPr>
            <p:ph idx="1" type="body"/>
          </p:nvPr>
        </p:nvSpPr>
        <p:spPr>
          <a:xfrm>
            <a:off x="974725" y="4594225"/>
            <a:ext cx="5373687" cy="4278312"/>
          </a:xfrm>
          <a:prstGeom prst="rect">
            <a:avLst/>
          </a:prstGeom>
        </p:spPr>
        <p:txBody>
          <a:bodyPr anchorCtr="0" anchor="ctr" bIns="47500" lIns="95025" spcFirstLastPara="1" rIns="95025" wrap="square" tIns="47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8" name="Google Shape;1498;p89:notes"/>
          <p:cNvSpPr/>
          <p:nvPr>
            <p:ph idx="2" type="sldImg"/>
          </p:nvPr>
        </p:nvSpPr>
        <p:spPr>
          <a:xfrm>
            <a:off x="1227137" y="700087"/>
            <a:ext cx="4878387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2" name="Shape 1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3" name="Google Shape;1503;p90:notes"/>
          <p:cNvSpPr txBox="1"/>
          <p:nvPr/>
        </p:nvSpPr>
        <p:spPr>
          <a:xfrm>
            <a:off x="4152900" y="9109075"/>
            <a:ext cx="3173412" cy="465137"/>
          </a:xfrm>
          <a:prstGeom prst="rect">
            <a:avLst/>
          </a:prstGeom>
          <a:noFill/>
          <a:ln>
            <a:noFill/>
          </a:ln>
        </p:spPr>
        <p:txBody>
          <a:bodyPr anchorCtr="0" anchor="b" bIns="47500" lIns="95025" spcFirstLastPara="1" rIns="95025" wrap="square" tIns="47500">
            <a:noAutofit/>
          </a:bodyPr>
          <a:lstStyle/>
          <a:p>
            <a:pPr indent="-214311" lvl="0" marL="21590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None/>
            </a:pPr>
            <a:fld id="{00000000-1234-1234-1234-123412341234}" type="slidenum">
              <a:rPr b="0" i="0" lang="en-US" sz="11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1504" name="Google Shape;1504;p90:notes"/>
          <p:cNvSpPr/>
          <p:nvPr>
            <p:ph idx="2" type="sldImg"/>
          </p:nvPr>
        </p:nvSpPr>
        <p:spPr>
          <a:xfrm>
            <a:off x="1258887" y="728662"/>
            <a:ext cx="4791075" cy="3594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505" name="Google Shape;1505;p90:notes"/>
          <p:cNvSpPr txBox="1"/>
          <p:nvPr/>
        </p:nvSpPr>
        <p:spPr>
          <a:xfrm>
            <a:off x="1131887" y="4567237"/>
            <a:ext cx="5051425" cy="36845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06" name="Google Shape;1506;p90:notes"/>
          <p:cNvSpPr txBox="1"/>
          <p:nvPr>
            <p:ph idx="1" type="body"/>
          </p:nvPr>
        </p:nvSpPr>
        <p:spPr>
          <a:xfrm>
            <a:off x="974725" y="4594225"/>
            <a:ext cx="5373687" cy="4278312"/>
          </a:xfrm>
          <a:prstGeom prst="rect">
            <a:avLst/>
          </a:prstGeom>
        </p:spPr>
        <p:txBody>
          <a:bodyPr anchorCtr="0" anchor="ctr" bIns="47500" lIns="95025" spcFirstLastPara="1" rIns="95025" wrap="square" tIns="47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7" name="Shape 1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8" name="Google Shape;1518;p91:notes"/>
          <p:cNvSpPr txBox="1"/>
          <p:nvPr/>
        </p:nvSpPr>
        <p:spPr>
          <a:xfrm>
            <a:off x="4152900" y="9109075"/>
            <a:ext cx="3173412" cy="465137"/>
          </a:xfrm>
          <a:prstGeom prst="rect">
            <a:avLst/>
          </a:prstGeom>
          <a:noFill/>
          <a:ln>
            <a:noFill/>
          </a:ln>
        </p:spPr>
        <p:txBody>
          <a:bodyPr anchorCtr="0" anchor="b" bIns="47500" lIns="95025" spcFirstLastPara="1" rIns="95025" wrap="square" tIns="47500">
            <a:noAutofit/>
          </a:bodyPr>
          <a:lstStyle/>
          <a:p>
            <a:pPr indent="-214311" lvl="0" marL="21590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None/>
            </a:pPr>
            <a:fld id="{00000000-1234-1234-1234-123412341234}" type="slidenum">
              <a:rPr b="0" i="0" lang="en-US" sz="11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1519" name="Google Shape;1519;p91:notes"/>
          <p:cNvSpPr/>
          <p:nvPr>
            <p:ph idx="2" type="sldImg"/>
          </p:nvPr>
        </p:nvSpPr>
        <p:spPr>
          <a:xfrm>
            <a:off x="1227137" y="700087"/>
            <a:ext cx="4881562" cy="36607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520" name="Google Shape;1520;p91:notes"/>
          <p:cNvSpPr txBox="1"/>
          <p:nvPr/>
        </p:nvSpPr>
        <p:spPr>
          <a:xfrm>
            <a:off x="974725" y="4594225"/>
            <a:ext cx="5376862" cy="42814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1" name="Google Shape;1521;p91:notes"/>
          <p:cNvSpPr txBox="1"/>
          <p:nvPr>
            <p:ph idx="1" type="body"/>
          </p:nvPr>
        </p:nvSpPr>
        <p:spPr>
          <a:xfrm>
            <a:off x="974725" y="4594225"/>
            <a:ext cx="5373687" cy="4278312"/>
          </a:xfrm>
          <a:prstGeom prst="rect">
            <a:avLst/>
          </a:prstGeom>
        </p:spPr>
        <p:txBody>
          <a:bodyPr anchorCtr="0" anchor="ctr" bIns="47500" lIns="95025" spcFirstLastPara="1" rIns="95025" wrap="square" tIns="47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93"/>
          <p:cNvSpPr txBox="1"/>
          <p:nvPr>
            <p:ph idx="12" type="sldNum"/>
          </p:nvPr>
        </p:nvSpPr>
        <p:spPr>
          <a:xfrm>
            <a:off x="6858000" y="6248400"/>
            <a:ext cx="1901825" cy="454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75" lIns="92150" spcFirstLastPara="1" rIns="92150" wrap="square" tIns="460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06"/>
          <p:cNvSpPr txBox="1"/>
          <p:nvPr>
            <p:ph type="title"/>
          </p:nvPr>
        </p:nvSpPr>
        <p:spPr>
          <a:xfrm rot="5400000">
            <a:off x="4675982" y="2237582"/>
            <a:ext cx="6321425" cy="2151062"/>
          </a:xfrm>
          <a:prstGeom prst="rect">
            <a:avLst/>
          </a:prstGeom>
          <a:noFill/>
          <a:ln>
            <a:noFill/>
          </a:ln>
        </p:spPr>
        <p:txBody>
          <a:bodyPr anchorCtr="0" anchor="b" bIns="46075" lIns="92150" spcFirstLastPara="1" rIns="92150" wrap="square" tIns="460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06"/>
          <p:cNvSpPr txBox="1"/>
          <p:nvPr>
            <p:ph idx="1" type="body"/>
          </p:nvPr>
        </p:nvSpPr>
        <p:spPr>
          <a:xfrm rot="5400000">
            <a:off x="296069" y="161131"/>
            <a:ext cx="6321425" cy="6303963"/>
          </a:xfrm>
          <a:prstGeom prst="rect">
            <a:avLst/>
          </a:prstGeom>
          <a:noFill/>
          <a:ln>
            <a:noFill/>
          </a:ln>
        </p:spPr>
        <p:txBody>
          <a:bodyPr anchorCtr="0" anchor="t" bIns="46075" lIns="92150" spcFirstLastPara="1" rIns="92150" wrap="square" tIns="46075">
            <a:noAutofit/>
          </a:bodyPr>
          <a:lstStyle>
            <a:lvl1pPr indent="-342900" lvl="0" marL="4572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spcBef>
                <a:spcPts val="60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50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spcBef>
                <a:spcPts val="500"/>
              </a:spcBef>
              <a:spcAft>
                <a:spcPts val="0"/>
              </a:spcAft>
              <a:buSzPts val="1800"/>
              <a:buChar char="»"/>
              <a:defRPr/>
            </a:lvl5pPr>
            <a:lvl6pPr indent="-228600" lvl="5" marL="2743200" algn="l"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06"/>
          <p:cNvSpPr txBox="1"/>
          <p:nvPr>
            <p:ph idx="12" type="sldNum"/>
          </p:nvPr>
        </p:nvSpPr>
        <p:spPr>
          <a:xfrm>
            <a:off x="6858000" y="6248400"/>
            <a:ext cx="1901825" cy="454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75" lIns="92150" spcFirstLastPara="1" rIns="92150" wrap="square" tIns="460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07"/>
          <p:cNvSpPr txBox="1"/>
          <p:nvPr>
            <p:ph type="title"/>
          </p:nvPr>
        </p:nvSpPr>
        <p:spPr>
          <a:xfrm>
            <a:off x="304800" y="152400"/>
            <a:ext cx="8607425" cy="720725"/>
          </a:xfrm>
          <a:prstGeom prst="rect">
            <a:avLst/>
          </a:prstGeom>
          <a:noFill/>
          <a:ln>
            <a:noFill/>
          </a:ln>
        </p:spPr>
        <p:txBody>
          <a:bodyPr anchorCtr="0" anchor="b" bIns="46075" lIns="92150" spcFirstLastPara="1" rIns="92150" wrap="square" tIns="460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07"/>
          <p:cNvSpPr txBox="1"/>
          <p:nvPr>
            <p:ph idx="1" type="body"/>
          </p:nvPr>
        </p:nvSpPr>
        <p:spPr>
          <a:xfrm rot="5400000">
            <a:off x="1943100" y="-495300"/>
            <a:ext cx="5330825" cy="8607425"/>
          </a:xfrm>
          <a:prstGeom prst="rect">
            <a:avLst/>
          </a:prstGeom>
          <a:noFill/>
          <a:ln>
            <a:noFill/>
          </a:ln>
        </p:spPr>
        <p:txBody>
          <a:bodyPr anchorCtr="0" anchor="t" bIns="46075" lIns="92150" spcFirstLastPara="1" rIns="92150" wrap="square" tIns="46075">
            <a:noAutofit/>
          </a:bodyPr>
          <a:lstStyle>
            <a:lvl1pPr indent="-342900" lvl="0" marL="4572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spcBef>
                <a:spcPts val="60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50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spcBef>
                <a:spcPts val="500"/>
              </a:spcBef>
              <a:spcAft>
                <a:spcPts val="0"/>
              </a:spcAft>
              <a:buSzPts val="1800"/>
              <a:buChar char="»"/>
              <a:defRPr/>
            </a:lvl5pPr>
            <a:lvl6pPr indent="-228600" lvl="5" marL="2743200" algn="l"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07"/>
          <p:cNvSpPr txBox="1"/>
          <p:nvPr>
            <p:ph idx="12" type="sldNum"/>
          </p:nvPr>
        </p:nvSpPr>
        <p:spPr>
          <a:xfrm>
            <a:off x="6858000" y="6248400"/>
            <a:ext cx="1901825" cy="454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75" lIns="92150" spcFirstLastPara="1" rIns="92150" wrap="square" tIns="460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08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6075" lIns="92150" spcFirstLastPara="1" rIns="92150" wrap="square" tIns="460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08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30" name="Google Shape;30;p108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6075" lIns="92150" spcFirstLastPara="1" rIns="92150" wrap="square" tIns="46075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31" name="Google Shape;31;p108"/>
          <p:cNvSpPr txBox="1"/>
          <p:nvPr>
            <p:ph idx="12" type="sldNum"/>
          </p:nvPr>
        </p:nvSpPr>
        <p:spPr>
          <a:xfrm>
            <a:off x="6858000" y="6248400"/>
            <a:ext cx="1901825" cy="454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75" lIns="92150" spcFirstLastPara="1" rIns="92150" wrap="square" tIns="460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0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6075" lIns="92150" spcFirstLastPara="1" rIns="92150" wrap="square" tIns="460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0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6075" lIns="92150" spcFirstLastPara="1" rIns="92150" wrap="square" tIns="46075">
            <a:noAutofit/>
          </a:bodyPr>
          <a:lstStyle>
            <a:lvl1pPr indent="-431800" lvl="0" marL="4572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3200"/>
              <a:buChar char="•"/>
              <a:defRPr sz="3200"/>
            </a:lvl1pPr>
            <a:lvl2pPr indent="-406400" lvl="1" marL="914400" algn="l">
              <a:spcBef>
                <a:spcPts val="600"/>
              </a:spcBef>
              <a:spcAft>
                <a:spcPts val="0"/>
              </a:spcAft>
              <a:buSzPts val="2800"/>
              <a:buChar char="–"/>
              <a:defRPr sz="2800"/>
            </a:lvl2pPr>
            <a:lvl3pPr indent="-381000" lvl="2" marL="1371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2400"/>
              <a:buChar char="•"/>
              <a:defRPr sz="2400"/>
            </a:lvl3pPr>
            <a:lvl4pPr indent="-355600" lvl="3" marL="1828800" algn="l">
              <a:spcBef>
                <a:spcPts val="500"/>
              </a:spcBef>
              <a:spcAft>
                <a:spcPts val="0"/>
              </a:spcAft>
              <a:buSzPts val="2000"/>
              <a:buChar char="–"/>
              <a:defRPr sz="2000"/>
            </a:lvl4pPr>
            <a:lvl5pPr indent="-355600" lvl="4" marL="2286000" algn="l">
              <a:spcBef>
                <a:spcPts val="500"/>
              </a:spcBef>
              <a:spcAft>
                <a:spcPts val="0"/>
              </a:spcAft>
              <a:buSzPts val="2000"/>
              <a:buChar char="»"/>
              <a:defRPr sz="2000"/>
            </a:lvl5pPr>
            <a:lvl6pPr indent="-228600" lvl="5" marL="2743200" algn="l">
              <a:spcBef>
                <a:spcPts val="500"/>
              </a:spcBef>
              <a:spcAft>
                <a:spcPts val="0"/>
              </a:spcAft>
              <a:buSzPts val="1400"/>
              <a:buNone/>
              <a:defRPr sz="2000"/>
            </a:lvl6pPr>
            <a:lvl7pPr indent="-228600" lvl="6" marL="3200400" algn="l">
              <a:spcBef>
                <a:spcPts val="500"/>
              </a:spcBef>
              <a:spcAft>
                <a:spcPts val="0"/>
              </a:spcAft>
              <a:buSzPts val="1400"/>
              <a:buNone/>
              <a:defRPr sz="2000"/>
            </a:lvl7pPr>
            <a:lvl8pPr indent="-228600" lvl="7" marL="3657600" algn="l">
              <a:spcBef>
                <a:spcPts val="500"/>
              </a:spcBef>
              <a:spcAft>
                <a:spcPts val="0"/>
              </a:spcAft>
              <a:buSzPts val="1400"/>
              <a:buNone/>
              <a:defRPr sz="2000"/>
            </a:lvl8pPr>
            <a:lvl9pPr indent="-228600" lvl="8" marL="4114800" algn="l">
              <a:spcBef>
                <a:spcPts val="500"/>
              </a:spcBef>
              <a:spcAft>
                <a:spcPts val="0"/>
              </a:spcAft>
              <a:buSzPts val="1400"/>
              <a:buNone/>
              <a:defRPr sz="2000"/>
            </a:lvl9pPr>
          </a:lstStyle>
          <a:p/>
        </p:txBody>
      </p:sp>
      <p:sp>
        <p:nvSpPr>
          <p:cNvPr id="35" name="Google Shape;35;p10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6075" lIns="92150" spcFirstLastPara="1" rIns="92150" wrap="square" tIns="46075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36" name="Google Shape;36;p109"/>
          <p:cNvSpPr txBox="1"/>
          <p:nvPr>
            <p:ph idx="12" type="sldNum"/>
          </p:nvPr>
        </p:nvSpPr>
        <p:spPr>
          <a:xfrm>
            <a:off x="6858000" y="6248400"/>
            <a:ext cx="1901825" cy="454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75" lIns="92150" spcFirstLastPara="1" rIns="92150" wrap="square" tIns="460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10"/>
          <p:cNvSpPr txBox="1"/>
          <p:nvPr>
            <p:ph type="title"/>
          </p:nvPr>
        </p:nvSpPr>
        <p:spPr>
          <a:xfrm>
            <a:off x="304800" y="152400"/>
            <a:ext cx="8607425" cy="720725"/>
          </a:xfrm>
          <a:prstGeom prst="rect">
            <a:avLst/>
          </a:prstGeom>
          <a:noFill/>
          <a:ln>
            <a:noFill/>
          </a:ln>
        </p:spPr>
        <p:txBody>
          <a:bodyPr anchorCtr="0" anchor="b" bIns="46075" lIns="92150" spcFirstLastPara="1" rIns="92150" wrap="square" tIns="460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10"/>
          <p:cNvSpPr txBox="1"/>
          <p:nvPr>
            <p:ph idx="12" type="sldNum"/>
          </p:nvPr>
        </p:nvSpPr>
        <p:spPr>
          <a:xfrm>
            <a:off x="6858000" y="6248400"/>
            <a:ext cx="1901825" cy="454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75" lIns="92150" spcFirstLastPara="1" rIns="92150" wrap="square" tIns="460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6075" lIns="92150" spcFirstLastPara="1" rIns="92150" wrap="square" tIns="460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11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6075" lIns="92150" spcFirstLastPara="1" rIns="92150" wrap="square" tIns="46075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2400"/>
              <a:buNone/>
              <a:defRPr b="1" sz="2400"/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11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6075" lIns="92150" spcFirstLastPara="1" rIns="92150" wrap="square" tIns="46075">
            <a:noAutofit/>
          </a:bodyPr>
          <a:lstStyle>
            <a:lvl1pPr indent="-381000" lvl="0" marL="4572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2400"/>
              <a:buChar char="•"/>
              <a:defRPr sz="2400"/>
            </a:lvl1pPr>
            <a:lvl2pPr indent="-355600" lvl="1" marL="914400" algn="l">
              <a:spcBef>
                <a:spcPts val="600"/>
              </a:spcBef>
              <a:spcAft>
                <a:spcPts val="0"/>
              </a:spcAft>
              <a:buSzPts val="2000"/>
              <a:buChar char="–"/>
              <a:defRPr sz="2000"/>
            </a:lvl2pPr>
            <a:lvl3pPr indent="-342900" lvl="2" marL="1371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 sz="1800"/>
            </a:lvl3pPr>
            <a:lvl4pPr indent="-330200" lvl="3" marL="1828800" algn="l">
              <a:spcBef>
                <a:spcPts val="500"/>
              </a:spcBef>
              <a:spcAft>
                <a:spcPts val="0"/>
              </a:spcAft>
              <a:buSzPts val="1600"/>
              <a:buChar char="–"/>
              <a:defRPr sz="1600"/>
            </a:lvl4pPr>
            <a:lvl5pPr indent="-330200" lvl="4" marL="2286000" algn="l">
              <a:spcBef>
                <a:spcPts val="500"/>
              </a:spcBef>
              <a:spcAft>
                <a:spcPts val="0"/>
              </a:spcAft>
              <a:buSzPts val="1600"/>
              <a:buChar char="»"/>
              <a:defRPr sz="1600"/>
            </a:lvl5pPr>
            <a:lvl6pPr indent="-228600" lvl="5" marL="2743200" algn="l">
              <a:spcBef>
                <a:spcPts val="500"/>
              </a:spcBef>
              <a:spcAft>
                <a:spcPts val="0"/>
              </a:spcAft>
              <a:buSzPts val="1400"/>
              <a:buNone/>
              <a:defRPr sz="1600"/>
            </a:lvl6pPr>
            <a:lvl7pPr indent="-228600" lvl="6" marL="3200400" algn="l">
              <a:spcBef>
                <a:spcPts val="500"/>
              </a:spcBef>
              <a:spcAft>
                <a:spcPts val="0"/>
              </a:spcAft>
              <a:buSzPts val="1400"/>
              <a:buNone/>
              <a:defRPr sz="1600"/>
            </a:lvl7pPr>
            <a:lvl8pPr indent="-228600" lvl="7" marL="3657600" algn="l">
              <a:spcBef>
                <a:spcPts val="500"/>
              </a:spcBef>
              <a:spcAft>
                <a:spcPts val="0"/>
              </a:spcAft>
              <a:buSzPts val="1400"/>
              <a:buNone/>
              <a:defRPr sz="1600"/>
            </a:lvl8pPr>
            <a:lvl9pPr indent="-228600" lvl="8" marL="4114800" algn="l">
              <a:spcBef>
                <a:spcPts val="500"/>
              </a:spcBef>
              <a:spcAft>
                <a:spcPts val="0"/>
              </a:spcAft>
              <a:buSzPts val="1400"/>
              <a:buNone/>
              <a:defRPr sz="1600"/>
            </a:lvl9pPr>
          </a:lstStyle>
          <a:p/>
        </p:txBody>
      </p:sp>
      <p:sp>
        <p:nvSpPr>
          <p:cNvPr id="44" name="Google Shape;44;p111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6075" lIns="92150" spcFirstLastPara="1" rIns="92150" wrap="square" tIns="46075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2400"/>
              <a:buNone/>
              <a:defRPr b="1" sz="2400"/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11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6075" lIns="92150" spcFirstLastPara="1" rIns="92150" wrap="square" tIns="46075">
            <a:noAutofit/>
          </a:bodyPr>
          <a:lstStyle>
            <a:lvl1pPr indent="-381000" lvl="0" marL="4572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2400"/>
              <a:buChar char="•"/>
              <a:defRPr sz="2400"/>
            </a:lvl1pPr>
            <a:lvl2pPr indent="-355600" lvl="1" marL="914400" algn="l">
              <a:spcBef>
                <a:spcPts val="600"/>
              </a:spcBef>
              <a:spcAft>
                <a:spcPts val="0"/>
              </a:spcAft>
              <a:buSzPts val="2000"/>
              <a:buChar char="–"/>
              <a:defRPr sz="2000"/>
            </a:lvl2pPr>
            <a:lvl3pPr indent="-342900" lvl="2" marL="1371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 sz="1800"/>
            </a:lvl3pPr>
            <a:lvl4pPr indent="-330200" lvl="3" marL="1828800" algn="l">
              <a:spcBef>
                <a:spcPts val="500"/>
              </a:spcBef>
              <a:spcAft>
                <a:spcPts val="0"/>
              </a:spcAft>
              <a:buSzPts val="1600"/>
              <a:buChar char="–"/>
              <a:defRPr sz="1600"/>
            </a:lvl4pPr>
            <a:lvl5pPr indent="-330200" lvl="4" marL="2286000" algn="l">
              <a:spcBef>
                <a:spcPts val="500"/>
              </a:spcBef>
              <a:spcAft>
                <a:spcPts val="0"/>
              </a:spcAft>
              <a:buSzPts val="1600"/>
              <a:buChar char="»"/>
              <a:defRPr sz="1600"/>
            </a:lvl5pPr>
            <a:lvl6pPr indent="-228600" lvl="5" marL="2743200" algn="l">
              <a:spcBef>
                <a:spcPts val="500"/>
              </a:spcBef>
              <a:spcAft>
                <a:spcPts val="0"/>
              </a:spcAft>
              <a:buSzPts val="1400"/>
              <a:buNone/>
              <a:defRPr sz="1600"/>
            </a:lvl6pPr>
            <a:lvl7pPr indent="-228600" lvl="6" marL="3200400" algn="l">
              <a:spcBef>
                <a:spcPts val="500"/>
              </a:spcBef>
              <a:spcAft>
                <a:spcPts val="0"/>
              </a:spcAft>
              <a:buSzPts val="1400"/>
              <a:buNone/>
              <a:defRPr sz="1600"/>
            </a:lvl7pPr>
            <a:lvl8pPr indent="-228600" lvl="7" marL="3657600" algn="l">
              <a:spcBef>
                <a:spcPts val="500"/>
              </a:spcBef>
              <a:spcAft>
                <a:spcPts val="0"/>
              </a:spcAft>
              <a:buSzPts val="1400"/>
              <a:buNone/>
              <a:defRPr sz="1600"/>
            </a:lvl8pPr>
            <a:lvl9pPr indent="-228600" lvl="8" marL="4114800" algn="l">
              <a:spcBef>
                <a:spcPts val="500"/>
              </a:spcBef>
              <a:spcAft>
                <a:spcPts val="0"/>
              </a:spcAft>
              <a:buSzPts val="1400"/>
              <a:buNone/>
              <a:defRPr sz="1600"/>
            </a:lvl9pPr>
          </a:lstStyle>
          <a:p/>
        </p:txBody>
      </p:sp>
      <p:sp>
        <p:nvSpPr>
          <p:cNvPr id="46" name="Google Shape;46;p111"/>
          <p:cNvSpPr txBox="1"/>
          <p:nvPr>
            <p:ph idx="12" type="sldNum"/>
          </p:nvPr>
        </p:nvSpPr>
        <p:spPr>
          <a:xfrm>
            <a:off x="6858000" y="6248400"/>
            <a:ext cx="1901825" cy="454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75" lIns="92150" spcFirstLastPara="1" rIns="92150" wrap="square" tIns="460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12"/>
          <p:cNvSpPr txBox="1"/>
          <p:nvPr>
            <p:ph type="title"/>
          </p:nvPr>
        </p:nvSpPr>
        <p:spPr>
          <a:xfrm>
            <a:off x="304800" y="152400"/>
            <a:ext cx="8607425" cy="720725"/>
          </a:xfrm>
          <a:prstGeom prst="rect">
            <a:avLst/>
          </a:prstGeom>
          <a:noFill/>
          <a:ln>
            <a:noFill/>
          </a:ln>
        </p:spPr>
        <p:txBody>
          <a:bodyPr anchorCtr="0" anchor="b" bIns="46075" lIns="92150" spcFirstLastPara="1" rIns="92150" wrap="square" tIns="460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12"/>
          <p:cNvSpPr txBox="1"/>
          <p:nvPr>
            <p:ph idx="1" type="body"/>
          </p:nvPr>
        </p:nvSpPr>
        <p:spPr>
          <a:xfrm>
            <a:off x="304800" y="1143000"/>
            <a:ext cx="4227513" cy="5330825"/>
          </a:xfrm>
          <a:prstGeom prst="rect">
            <a:avLst/>
          </a:prstGeom>
          <a:noFill/>
          <a:ln>
            <a:noFill/>
          </a:ln>
        </p:spPr>
        <p:txBody>
          <a:bodyPr anchorCtr="0" anchor="t" bIns="46075" lIns="92150" spcFirstLastPara="1" rIns="92150" wrap="square" tIns="46075">
            <a:noAutofit/>
          </a:bodyPr>
          <a:lstStyle>
            <a:lvl1pPr indent="-406400" lvl="0" marL="4572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2800"/>
              <a:buChar char="•"/>
              <a:defRPr sz="2800"/>
            </a:lvl1pPr>
            <a:lvl2pPr indent="-381000" lvl="1" marL="914400" algn="l">
              <a:spcBef>
                <a:spcPts val="600"/>
              </a:spcBef>
              <a:spcAft>
                <a:spcPts val="0"/>
              </a:spcAft>
              <a:buSzPts val="2400"/>
              <a:buChar char="–"/>
              <a:defRPr sz="2400"/>
            </a:lvl2pPr>
            <a:lvl3pPr indent="-355600" lvl="2" marL="1371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2000"/>
              <a:buChar char="•"/>
              <a:defRPr sz="2000"/>
            </a:lvl3pPr>
            <a:lvl4pPr indent="-342900" lvl="3" marL="1828800" algn="l">
              <a:spcBef>
                <a:spcPts val="500"/>
              </a:spcBef>
              <a:spcAft>
                <a:spcPts val="0"/>
              </a:spcAft>
              <a:buSzPts val="1800"/>
              <a:buChar char="–"/>
              <a:defRPr sz="1800"/>
            </a:lvl4pPr>
            <a:lvl5pPr indent="-342900" lvl="4" marL="2286000" algn="l">
              <a:spcBef>
                <a:spcPts val="500"/>
              </a:spcBef>
              <a:spcAft>
                <a:spcPts val="0"/>
              </a:spcAft>
              <a:buSzPts val="1800"/>
              <a:buChar char="»"/>
              <a:defRPr sz="1800"/>
            </a:lvl5pPr>
            <a:lvl6pPr indent="-228600" lvl="5" marL="2743200" algn="l">
              <a:spcBef>
                <a:spcPts val="500"/>
              </a:spcBef>
              <a:spcAft>
                <a:spcPts val="0"/>
              </a:spcAft>
              <a:buSzPts val="1400"/>
              <a:buNone/>
              <a:defRPr sz="1800"/>
            </a:lvl6pPr>
            <a:lvl7pPr indent="-228600" lvl="6" marL="3200400" algn="l">
              <a:spcBef>
                <a:spcPts val="500"/>
              </a:spcBef>
              <a:spcAft>
                <a:spcPts val="0"/>
              </a:spcAft>
              <a:buSzPts val="1400"/>
              <a:buNone/>
              <a:defRPr sz="1800"/>
            </a:lvl7pPr>
            <a:lvl8pPr indent="-228600" lvl="7" marL="3657600" algn="l">
              <a:spcBef>
                <a:spcPts val="500"/>
              </a:spcBef>
              <a:spcAft>
                <a:spcPts val="0"/>
              </a:spcAft>
              <a:buSzPts val="1400"/>
              <a:buNone/>
              <a:defRPr sz="1800"/>
            </a:lvl8pPr>
            <a:lvl9pPr indent="-228600" lvl="8" marL="4114800" algn="l">
              <a:spcBef>
                <a:spcPts val="50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50" name="Google Shape;50;p112"/>
          <p:cNvSpPr txBox="1"/>
          <p:nvPr>
            <p:ph idx="2" type="body"/>
          </p:nvPr>
        </p:nvSpPr>
        <p:spPr>
          <a:xfrm>
            <a:off x="4684713" y="1143000"/>
            <a:ext cx="4227512" cy="5330825"/>
          </a:xfrm>
          <a:prstGeom prst="rect">
            <a:avLst/>
          </a:prstGeom>
          <a:noFill/>
          <a:ln>
            <a:noFill/>
          </a:ln>
        </p:spPr>
        <p:txBody>
          <a:bodyPr anchorCtr="0" anchor="t" bIns="46075" lIns="92150" spcFirstLastPara="1" rIns="92150" wrap="square" tIns="46075">
            <a:noAutofit/>
          </a:bodyPr>
          <a:lstStyle>
            <a:lvl1pPr indent="-406400" lvl="0" marL="4572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2800"/>
              <a:buChar char="•"/>
              <a:defRPr sz="2800"/>
            </a:lvl1pPr>
            <a:lvl2pPr indent="-381000" lvl="1" marL="914400" algn="l">
              <a:spcBef>
                <a:spcPts val="600"/>
              </a:spcBef>
              <a:spcAft>
                <a:spcPts val="0"/>
              </a:spcAft>
              <a:buSzPts val="2400"/>
              <a:buChar char="–"/>
              <a:defRPr sz="2400"/>
            </a:lvl2pPr>
            <a:lvl3pPr indent="-355600" lvl="2" marL="1371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2000"/>
              <a:buChar char="•"/>
              <a:defRPr sz="2000"/>
            </a:lvl3pPr>
            <a:lvl4pPr indent="-342900" lvl="3" marL="1828800" algn="l">
              <a:spcBef>
                <a:spcPts val="500"/>
              </a:spcBef>
              <a:spcAft>
                <a:spcPts val="0"/>
              </a:spcAft>
              <a:buSzPts val="1800"/>
              <a:buChar char="–"/>
              <a:defRPr sz="1800"/>
            </a:lvl4pPr>
            <a:lvl5pPr indent="-342900" lvl="4" marL="2286000" algn="l">
              <a:spcBef>
                <a:spcPts val="500"/>
              </a:spcBef>
              <a:spcAft>
                <a:spcPts val="0"/>
              </a:spcAft>
              <a:buSzPts val="1800"/>
              <a:buChar char="»"/>
              <a:defRPr sz="1800"/>
            </a:lvl5pPr>
            <a:lvl6pPr indent="-228600" lvl="5" marL="2743200" algn="l">
              <a:spcBef>
                <a:spcPts val="500"/>
              </a:spcBef>
              <a:spcAft>
                <a:spcPts val="0"/>
              </a:spcAft>
              <a:buSzPts val="1400"/>
              <a:buNone/>
              <a:defRPr sz="1800"/>
            </a:lvl6pPr>
            <a:lvl7pPr indent="-228600" lvl="6" marL="3200400" algn="l">
              <a:spcBef>
                <a:spcPts val="500"/>
              </a:spcBef>
              <a:spcAft>
                <a:spcPts val="0"/>
              </a:spcAft>
              <a:buSzPts val="1400"/>
              <a:buNone/>
              <a:defRPr sz="1800"/>
            </a:lvl7pPr>
            <a:lvl8pPr indent="-228600" lvl="7" marL="3657600" algn="l">
              <a:spcBef>
                <a:spcPts val="500"/>
              </a:spcBef>
              <a:spcAft>
                <a:spcPts val="0"/>
              </a:spcAft>
              <a:buSzPts val="1400"/>
              <a:buNone/>
              <a:defRPr sz="1800"/>
            </a:lvl8pPr>
            <a:lvl9pPr indent="-228600" lvl="8" marL="4114800" algn="l">
              <a:spcBef>
                <a:spcPts val="50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51" name="Google Shape;51;p112"/>
          <p:cNvSpPr txBox="1"/>
          <p:nvPr>
            <p:ph idx="12" type="sldNum"/>
          </p:nvPr>
        </p:nvSpPr>
        <p:spPr>
          <a:xfrm>
            <a:off x="6858000" y="6248400"/>
            <a:ext cx="1901825" cy="454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75" lIns="92150" spcFirstLastPara="1" rIns="92150" wrap="square" tIns="460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13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6075" lIns="92150" spcFirstLastPara="1" rIns="92150" wrap="square" tIns="460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13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6075" lIns="92150" spcFirstLastPara="1" rIns="92150" wrap="square" tIns="46075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2000"/>
              <a:buNone/>
              <a:defRPr sz="2000"/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800"/>
              <a:buNone/>
              <a:defRPr sz="1800"/>
            </a:lvl2pPr>
            <a:lvl3pPr indent="-228600" lvl="2" marL="1371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/>
            </a:lvl3pPr>
            <a:lvl4pPr indent="-228600" lvl="3" marL="1828800" algn="l"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4pPr>
            <a:lvl5pPr indent="-228600" lvl="4" marL="2286000" algn="l"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5pPr>
            <a:lvl6pPr indent="-228600" lvl="5" marL="2743200" algn="l"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6pPr>
            <a:lvl7pPr indent="-228600" lvl="6" marL="3200400" algn="l"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7pPr>
            <a:lvl8pPr indent="-228600" lvl="7" marL="3657600" algn="l"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8pPr>
            <a:lvl9pPr indent="-228600" lvl="8" marL="4114800" algn="l"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55" name="Google Shape;55;p113"/>
          <p:cNvSpPr txBox="1"/>
          <p:nvPr>
            <p:ph idx="12" type="sldNum"/>
          </p:nvPr>
        </p:nvSpPr>
        <p:spPr>
          <a:xfrm>
            <a:off x="6858000" y="6248400"/>
            <a:ext cx="1901825" cy="454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75" lIns="92150" spcFirstLastPara="1" rIns="92150" wrap="square" tIns="460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14"/>
          <p:cNvSpPr txBox="1"/>
          <p:nvPr>
            <p:ph type="title"/>
          </p:nvPr>
        </p:nvSpPr>
        <p:spPr>
          <a:xfrm>
            <a:off x="304800" y="152400"/>
            <a:ext cx="8607425" cy="720725"/>
          </a:xfrm>
          <a:prstGeom prst="rect">
            <a:avLst/>
          </a:prstGeom>
          <a:noFill/>
          <a:ln>
            <a:noFill/>
          </a:ln>
        </p:spPr>
        <p:txBody>
          <a:bodyPr anchorCtr="0" anchor="b" bIns="46075" lIns="92150" spcFirstLastPara="1" rIns="92150" wrap="square" tIns="460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14"/>
          <p:cNvSpPr txBox="1"/>
          <p:nvPr>
            <p:ph idx="1" type="body"/>
          </p:nvPr>
        </p:nvSpPr>
        <p:spPr>
          <a:xfrm>
            <a:off x="304800" y="1143000"/>
            <a:ext cx="8607425" cy="5330825"/>
          </a:xfrm>
          <a:prstGeom prst="rect">
            <a:avLst/>
          </a:prstGeom>
          <a:noFill/>
          <a:ln>
            <a:noFill/>
          </a:ln>
        </p:spPr>
        <p:txBody>
          <a:bodyPr anchorCtr="0" anchor="t" bIns="46075" lIns="92150" spcFirstLastPara="1" rIns="92150" wrap="square" tIns="46075">
            <a:noAutofit/>
          </a:bodyPr>
          <a:lstStyle>
            <a:lvl1pPr indent="-342900" lvl="0" marL="4572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spcBef>
                <a:spcPts val="60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50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spcBef>
                <a:spcPts val="500"/>
              </a:spcBef>
              <a:spcAft>
                <a:spcPts val="0"/>
              </a:spcAft>
              <a:buSzPts val="1800"/>
              <a:buChar char="»"/>
              <a:defRPr/>
            </a:lvl5pPr>
            <a:lvl6pPr indent="-228600" lvl="5" marL="2743200" algn="l"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14"/>
          <p:cNvSpPr txBox="1"/>
          <p:nvPr>
            <p:ph idx="12" type="sldNum"/>
          </p:nvPr>
        </p:nvSpPr>
        <p:spPr>
          <a:xfrm>
            <a:off x="6858000" y="6248400"/>
            <a:ext cx="1901825" cy="454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75" lIns="92150" spcFirstLastPara="1" rIns="92150" wrap="square" tIns="460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15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b" bIns="46075" lIns="92150" spcFirstLastPara="1" rIns="92150" wrap="square" tIns="460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15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75" lIns="92150" spcFirstLastPara="1" rIns="92150" wrap="square" tIns="46075">
            <a:noAutofit/>
          </a:bodyPr>
          <a:lstStyle>
            <a:lvl1pPr lvl="0" algn="ctr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2800"/>
              <a:buNone/>
              <a:defRPr/>
            </a:lvl1pPr>
            <a:lvl2pPr lvl="1" algn="ctr">
              <a:spcBef>
                <a:spcPts val="600"/>
              </a:spcBef>
              <a:spcAft>
                <a:spcPts val="0"/>
              </a:spcAft>
              <a:buSzPts val="2400"/>
              <a:buNone/>
              <a:defRPr/>
            </a:lvl2pPr>
            <a:lvl3pPr lvl="2" algn="ctr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2400"/>
              <a:buNone/>
              <a:defRPr/>
            </a:lvl3pPr>
            <a:lvl4pPr lvl="3" algn="ctr">
              <a:spcBef>
                <a:spcPts val="500"/>
              </a:spcBef>
              <a:spcAft>
                <a:spcPts val="0"/>
              </a:spcAft>
              <a:buSzPts val="2000"/>
              <a:buNone/>
              <a:defRPr/>
            </a:lvl4pPr>
            <a:lvl5pPr lvl="4" algn="ctr">
              <a:spcBef>
                <a:spcPts val="500"/>
              </a:spcBef>
              <a:spcAft>
                <a:spcPts val="0"/>
              </a:spcAft>
              <a:buSzPts val="2000"/>
              <a:buNone/>
              <a:defRPr/>
            </a:lvl5pPr>
            <a:lvl6pPr lvl="5" algn="ctr">
              <a:spcBef>
                <a:spcPts val="500"/>
              </a:spcBef>
              <a:spcAft>
                <a:spcPts val="0"/>
              </a:spcAft>
              <a:buSzPts val="2000"/>
              <a:buNone/>
              <a:defRPr/>
            </a:lvl6pPr>
            <a:lvl7pPr lvl="6" algn="ctr">
              <a:spcBef>
                <a:spcPts val="500"/>
              </a:spcBef>
              <a:spcAft>
                <a:spcPts val="0"/>
              </a:spcAft>
              <a:buSzPts val="2000"/>
              <a:buNone/>
              <a:defRPr/>
            </a:lvl7pPr>
            <a:lvl8pPr lvl="7" algn="ctr">
              <a:spcBef>
                <a:spcPts val="500"/>
              </a:spcBef>
              <a:spcAft>
                <a:spcPts val="0"/>
              </a:spcAft>
              <a:buSzPts val="2000"/>
              <a:buNone/>
              <a:defRPr/>
            </a:lvl8pPr>
            <a:lvl9pPr lvl="8" algn="ctr">
              <a:spcBef>
                <a:spcPts val="50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63" name="Google Shape;63;p115"/>
          <p:cNvSpPr txBox="1"/>
          <p:nvPr>
            <p:ph idx="12" type="sldNum"/>
          </p:nvPr>
        </p:nvSpPr>
        <p:spPr>
          <a:xfrm>
            <a:off x="6858000" y="6248400"/>
            <a:ext cx="1901825" cy="454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75" lIns="92150" spcFirstLastPara="1" rIns="92150" wrap="square" tIns="460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95"/>
          <p:cNvSpPr txBox="1"/>
          <p:nvPr>
            <p:ph idx="12" type="sldNum"/>
          </p:nvPr>
        </p:nvSpPr>
        <p:spPr>
          <a:xfrm>
            <a:off x="7237412" y="6553200"/>
            <a:ext cx="1901825" cy="3000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75" lIns="92150" spcFirstLastPara="1" rIns="92150" wrap="square" tIns="4607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 b="0" i="0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 b="0" i="0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 b="0" i="0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 b="0" i="0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 b="0" i="0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 b="0" i="0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 b="0" i="0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 b="0" i="0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 b="0" i="0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96"/>
          <p:cNvSpPr txBox="1"/>
          <p:nvPr>
            <p:ph type="title"/>
          </p:nvPr>
        </p:nvSpPr>
        <p:spPr>
          <a:xfrm rot="5400000">
            <a:off x="4675982" y="2237582"/>
            <a:ext cx="6321425" cy="2151062"/>
          </a:xfrm>
          <a:prstGeom prst="rect">
            <a:avLst/>
          </a:prstGeom>
          <a:noFill/>
          <a:ln>
            <a:noFill/>
          </a:ln>
        </p:spPr>
        <p:txBody>
          <a:bodyPr anchorCtr="0" anchor="b" bIns="46075" lIns="92150" spcFirstLastPara="1" rIns="92150" wrap="square" tIns="460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96"/>
          <p:cNvSpPr txBox="1"/>
          <p:nvPr>
            <p:ph idx="1" type="body"/>
          </p:nvPr>
        </p:nvSpPr>
        <p:spPr>
          <a:xfrm rot="5400000">
            <a:off x="296069" y="161131"/>
            <a:ext cx="6321425" cy="6303963"/>
          </a:xfrm>
          <a:prstGeom prst="rect">
            <a:avLst/>
          </a:prstGeom>
          <a:noFill/>
          <a:ln>
            <a:noFill/>
          </a:ln>
        </p:spPr>
        <p:txBody>
          <a:bodyPr anchorCtr="0" anchor="t" bIns="46075" lIns="92150" spcFirstLastPara="1" rIns="92150" wrap="square" tIns="46075">
            <a:noAutofit/>
          </a:bodyPr>
          <a:lstStyle>
            <a:lvl1pPr indent="-342900" lvl="0" marL="4572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spcBef>
                <a:spcPts val="60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50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spcBef>
                <a:spcPts val="500"/>
              </a:spcBef>
              <a:spcAft>
                <a:spcPts val="0"/>
              </a:spcAft>
              <a:buSzPts val="1800"/>
              <a:buChar char="»"/>
              <a:defRPr/>
            </a:lvl5pPr>
            <a:lvl6pPr indent="-228600" lvl="5" marL="2743200" algn="l"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96"/>
          <p:cNvSpPr txBox="1"/>
          <p:nvPr>
            <p:ph idx="12" type="sldNum"/>
          </p:nvPr>
        </p:nvSpPr>
        <p:spPr>
          <a:xfrm>
            <a:off x="7237412" y="6553200"/>
            <a:ext cx="1901825" cy="3000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75" lIns="92150" spcFirstLastPara="1" rIns="92150" wrap="square" tIns="4607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 b="0" i="0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 b="0" i="0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 b="0" i="0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 b="0" i="0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 b="0" i="0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 b="0" i="0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 b="0" i="0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 b="0" i="0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 b="0" i="0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97"/>
          <p:cNvSpPr txBox="1"/>
          <p:nvPr>
            <p:ph type="title"/>
          </p:nvPr>
        </p:nvSpPr>
        <p:spPr>
          <a:xfrm>
            <a:off x="304800" y="152400"/>
            <a:ext cx="8607425" cy="720725"/>
          </a:xfrm>
          <a:prstGeom prst="rect">
            <a:avLst/>
          </a:prstGeom>
          <a:noFill/>
          <a:ln>
            <a:noFill/>
          </a:ln>
        </p:spPr>
        <p:txBody>
          <a:bodyPr anchorCtr="0" anchor="b" bIns="46075" lIns="92150" spcFirstLastPara="1" rIns="92150" wrap="square" tIns="460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97"/>
          <p:cNvSpPr txBox="1"/>
          <p:nvPr>
            <p:ph idx="1" type="body"/>
          </p:nvPr>
        </p:nvSpPr>
        <p:spPr>
          <a:xfrm rot="5400000">
            <a:off x="1943100" y="-495300"/>
            <a:ext cx="5330825" cy="8607425"/>
          </a:xfrm>
          <a:prstGeom prst="rect">
            <a:avLst/>
          </a:prstGeom>
          <a:noFill/>
          <a:ln>
            <a:noFill/>
          </a:ln>
        </p:spPr>
        <p:txBody>
          <a:bodyPr anchorCtr="0" anchor="t" bIns="46075" lIns="92150" spcFirstLastPara="1" rIns="92150" wrap="square" tIns="46075">
            <a:noAutofit/>
          </a:bodyPr>
          <a:lstStyle>
            <a:lvl1pPr indent="-342900" lvl="0" marL="4572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spcBef>
                <a:spcPts val="60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50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spcBef>
                <a:spcPts val="500"/>
              </a:spcBef>
              <a:spcAft>
                <a:spcPts val="0"/>
              </a:spcAft>
              <a:buSzPts val="1800"/>
              <a:buChar char="»"/>
              <a:defRPr/>
            </a:lvl5pPr>
            <a:lvl6pPr indent="-228600" lvl="5" marL="2743200" algn="l"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97"/>
          <p:cNvSpPr txBox="1"/>
          <p:nvPr>
            <p:ph idx="12" type="sldNum"/>
          </p:nvPr>
        </p:nvSpPr>
        <p:spPr>
          <a:xfrm>
            <a:off x="7237412" y="6553200"/>
            <a:ext cx="1901825" cy="3000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75" lIns="92150" spcFirstLastPara="1" rIns="92150" wrap="square" tIns="4607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 b="0" i="0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 b="0" i="0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 b="0" i="0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 b="0" i="0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 b="0" i="0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 b="0" i="0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 b="0" i="0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 b="0" i="0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 b="0" i="0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98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6075" lIns="92150" spcFirstLastPara="1" rIns="92150" wrap="square" tIns="460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98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82" name="Google Shape;82;p98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6075" lIns="92150" spcFirstLastPara="1" rIns="92150" wrap="square" tIns="46075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83" name="Google Shape;83;p98"/>
          <p:cNvSpPr txBox="1"/>
          <p:nvPr>
            <p:ph idx="12" type="sldNum"/>
          </p:nvPr>
        </p:nvSpPr>
        <p:spPr>
          <a:xfrm>
            <a:off x="7237412" y="6553200"/>
            <a:ext cx="1901825" cy="3000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75" lIns="92150" spcFirstLastPara="1" rIns="92150" wrap="square" tIns="4607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 b="0" i="0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 b="0" i="0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 b="0" i="0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 b="0" i="0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 b="0" i="0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 b="0" i="0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 b="0" i="0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 b="0" i="0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 b="0" i="0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9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6075" lIns="92150" spcFirstLastPara="1" rIns="92150" wrap="square" tIns="460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9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6075" lIns="92150" spcFirstLastPara="1" rIns="92150" wrap="square" tIns="46075">
            <a:noAutofit/>
          </a:bodyPr>
          <a:lstStyle>
            <a:lvl1pPr indent="-431800" lvl="0" marL="4572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3200"/>
              <a:buChar char="•"/>
              <a:defRPr sz="3200"/>
            </a:lvl1pPr>
            <a:lvl2pPr indent="-406400" lvl="1" marL="914400" algn="l">
              <a:spcBef>
                <a:spcPts val="600"/>
              </a:spcBef>
              <a:spcAft>
                <a:spcPts val="0"/>
              </a:spcAft>
              <a:buSzPts val="2800"/>
              <a:buChar char="–"/>
              <a:defRPr sz="2800"/>
            </a:lvl2pPr>
            <a:lvl3pPr indent="-381000" lvl="2" marL="1371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2400"/>
              <a:buChar char="•"/>
              <a:defRPr sz="2400"/>
            </a:lvl3pPr>
            <a:lvl4pPr indent="-355600" lvl="3" marL="1828800" algn="l">
              <a:spcBef>
                <a:spcPts val="500"/>
              </a:spcBef>
              <a:spcAft>
                <a:spcPts val="0"/>
              </a:spcAft>
              <a:buSzPts val="2000"/>
              <a:buChar char="–"/>
              <a:defRPr sz="2000"/>
            </a:lvl4pPr>
            <a:lvl5pPr indent="-355600" lvl="4" marL="2286000" algn="l">
              <a:spcBef>
                <a:spcPts val="500"/>
              </a:spcBef>
              <a:spcAft>
                <a:spcPts val="0"/>
              </a:spcAft>
              <a:buSzPts val="2000"/>
              <a:buChar char="»"/>
              <a:defRPr sz="2000"/>
            </a:lvl5pPr>
            <a:lvl6pPr indent="-228600" lvl="5" marL="2743200" algn="l">
              <a:spcBef>
                <a:spcPts val="500"/>
              </a:spcBef>
              <a:spcAft>
                <a:spcPts val="0"/>
              </a:spcAft>
              <a:buSzPts val="1400"/>
              <a:buNone/>
              <a:defRPr sz="2000"/>
            </a:lvl6pPr>
            <a:lvl7pPr indent="-228600" lvl="6" marL="3200400" algn="l">
              <a:spcBef>
                <a:spcPts val="500"/>
              </a:spcBef>
              <a:spcAft>
                <a:spcPts val="0"/>
              </a:spcAft>
              <a:buSzPts val="1400"/>
              <a:buNone/>
              <a:defRPr sz="2000"/>
            </a:lvl7pPr>
            <a:lvl8pPr indent="-228600" lvl="7" marL="3657600" algn="l">
              <a:spcBef>
                <a:spcPts val="500"/>
              </a:spcBef>
              <a:spcAft>
                <a:spcPts val="0"/>
              </a:spcAft>
              <a:buSzPts val="1400"/>
              <a:buNone/>
              <a:defRPr sz="2000"/>
            </a:lvl8pPr>
            <a:lvl9pPr indent="-228600" lvl="8" marL="4114800" algn="l">
              <a:spcBef>
                <a:spcPts val="500"/>
              </a:spcBef>
              <a:spcAft>
                <a:spcPts val="0"/>
              </a:spcAft>
              <a:buSzPts val="1400"/>
              <a:buNone/>
              <a:defRPr sz="2000"/>
            </a:lvl9pPr>
          </a:lstStyle>
          <a:p/>
        </p:txBody>
      </p:sp>
      <p:sp>
        <p:nvSpPr>
          <p:cNvPr id="87" name="Google Shape;87;p9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6075" lIns="92150" spcFirstLastPara="1" rIns="92150" wrap="square" tIns="46075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88" name="Google Shape;88;p99"/>
          <p:cNvSpPr txBox="1"/>
          <p:nvPr>
            <p:ph idx="12" type="sldNum"/>
          </p:nvPr>
        </p:nvSpPr>
        <p:spPr>
          <a:xfrm>
            <a:off x="7237412" y="6553200"/>
            <a:ext cx="1901825" cy="3000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75" lIns="92150" spcFirstLastPara="1" rIns="92150" wrap="square" tIns="4607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 b="0" i="0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 b="0" i="0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 b="0" i="0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 b="0" i="0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 b="0" i="0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 b="0" i="0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 b="0" i="0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 b="0" i="0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 b="0" i="0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00"/>
          <p:cNvSpPr txBox="1"/>
          <p:nvPr>
            <p:ph type="title"/>
          </p:nvPr>
        </p:nvSpPr>
        <p:spPr>
          <a:xfrm>
            <a:off x="304800" y="152400"/>
            <a:ext cx="8607425" cy="720725"/>
          </a:xfrm>
          <a:prstGeom prst="rect">
            <a:avLst/>
          </a:prstGeom>
          <a:noFill/>
          <a:ln>
            <a:noFill/>
          </a:ln>
        </p:spPr>
        <p:txBody>
          <a:bodyPr anchorCtr="0" anchor="b" bIns="46075" lIns="92150" spcFirstLastPara="1" rIns="92150" wrap="square" tIns="460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100"/>
          <p:cNvSpPr txBox="1"/>
          <p:nvPr>
            <p:ph idx="12" type="sldNum"/>
          </p:nvPr>
        </p:nvSpPr>
        <p:spPr>
          <a:xfrm>
            <a:off x="7237412" y="6553200"/>
            <a:ext cx="1901825" cy="3000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75" lIns="92150" spcFirstLastPara="1" rIns="92150" wrap="square" tIns="4607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 b="0" i="0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 b="0" i="0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 b="0" i="0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 b="0" i="0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 b="0" i="0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 b="0" i="0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 b="0" i="0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 b="0" i="0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 b="0" i="0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0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6075" lIns="92150" spcFirstLastPara="1" rIns="92150" wrap="square" tIns="460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101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6075" lIns="92150" spcFirstLastPara="1" rIns="92150" wrap="square" tIns="46075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2400"/>
              <a:buNone/>
              <a:defRPr b="1" sz="2400"/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95" name="Google Shape;95;p101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6075" lIns="92150" spcFirstLastPara="1" rIns="92150" wrap="square" tIns="46075">
            <a:noAutofit/>
          </a:bodyPr>
          <a:lstStyle>
            <a:lvl1pPr indent="-381000" lvl="0" marL="4572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2400"/>
              <a:buChar char="•"/>
              <a:defRPr sz="2400"/>
            </a:lvl1pPr>
            <a:lvl2pPr indent="-355600" lvl="1" marL="914400" algn="l">
              <a:spcBef>
                <a:spcPts val="600"/>
              </a:spcBef>
              <a:spcAft>
                <a:spcPts val="0"/>
              </a:spcAft>
              <a:buSzPts val="2000"/>
              <a:buChar char="–"/>
              <a:defRPr sz="2000"/>
            </a:lvl2pPr>
            <a:lvl3pPr indent="-342900" lvl="2" marL="1371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 sz="1800"/>
            </a:lvl3pPr>
            <a:lvl4pPr indent="-330200" lvl="3" marL="1828800" algn="l">
              <a:spcBef>
                <a:spcPts val="500"/>
              </a:spcBef>
              <a:spcAft>
                <a:spcPts val="0"/>
              </a:spcAft>
              <a:buSzPts val="1600"/>
              <a:buChar char="–"/>
              <a:defRPr sz="1600"/>
            </a:lvl4pPr>
            <a:lvl5pPr indent="-330200" lvl="4" marL="2286000" algn="l">
              <a:spcBef>
                <a:spcPts val="500"/>
              </a:spcBef>
              <a:spcAft>
                <a:spcPts val="0"/>
              </a:spcAft>
              <a:buSzPts val="1600"/>
              <a:buChar char="»"/>
              <a:defRPr sz="1600"/>
            </a:lvl5pPr>
            <a:lvl6pPr indent="-228600" lvl="5" marL="2743200" algn="l">
              <a:spcBef>
                <a:spcPts val="500"/>
              </a:spcBef>
              <a:spcAft>
                <a:spcPts val="0"/>
              </a:spcAft>
              <a:buSzPts val="1400"/>
              <a:buNone/>
              <a:defRPr sz="1600"/>
            </a:lvl6pPr>
            <a:lvl7pPr indent="-228600" lvl="6" marL="3200400" algn="l">
              <a:spcBef>
                <a:spcPts val="500"/>
              </a:spcBef>
              <a:spcAft>
                <a:spcPts val="0"/>
              </a:spcAft>
              <a:buSzPts val="1400"/>
              <a:buNone/>
              <a:defRPr sz="1600"/>
            </a:lvl7pPr>
            <a:lvl8pPr indent="-228600" lvl="7" marL="3657600" algn="l">
              <a:spcBef>
                <a:spcPts val="500"/>
              </a:spcBef>
              <a:spcAft>
                <a:spcPts val="0"/>
              </a:spcAft>
              <a:buSzPts val="1400"/>
              <a:buNone/>
              <a:defRPr sz="1600"/>
            </a:lvl8pPr>
            <a:lvl9pPr indent="-228600" lvl="8" marL="4114800" algn="l">
              <a:spcBef>
                <a:spcPts val="500"/>
              </a:spcBef>
              <a:spcAft>
                <a:spcPts val="0"/>
              </a:spcAft>
              <a:buSzPts val="1400"/>
              <a:buNone/>
              <a:defRPr sz="1600"/>
            </a:lvl9pPr>
          </a:lstStyle>
          <a:p/>
        </p:txBody>
      </p:sp>
      <p:sp>
        <p:nvSpPr>
          <p:cNvPr id="96" name="Google Shape;96;p101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6075" lIns="92150" spcFirstLastPara="1" rIns="92150" wrap="square" tIns="46075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2400"/>
              <a:buNone/>
              <a:defRPr b="1" sz="2400"/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97" name="Google Shape;97;p101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6075" lIns="92150" spcFirstLastPara="1" rIns="92150" wrap="square" tIns="46075">
            <a:noAutofit/>
          </a:bodyPr>
          <a:lstStyle>
            <a:lvl1pPr indent="-381000" lvl="0" marL="4572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2400"/>
              <a:buChar char="•"/>
              <a:defRPr sz="2400"/>
            </a:lvl1pPr>
            <a:lvl2pPr indent="-355600" lvl="1" marL="914400" algn="l">
              <a:spcBef>
                <a:spcPts val="600"/>
              </a:spcBef>
              <a:spcAft>
                <a:spcPts val="0"/>
              </a:spcAft>
              <a:buSzPts val="2000"/>
              <a:buChar char="–"/>
              <a:defRPr sz="2000"/>
            </a:lvl2pPr>
            <a:lvl3pPr indent="-342900" lvl="2" marL="1371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 sz="1800"/>
            </a:lvl3pPr>
            <a:lvl4pPr indent="-330200" lvl="3" marL="1828800" algn="l">
              <a:spcBef>
                <a:spcPts val="500"/>
              </a:spcBef>
              <a:spcAft>
                <a:spcPts val="0"/>
              </a:spcAft>
              <a:buSzPts val="1600"/>
              <a:buChar char="–"/>
              <a:defRPr sz="1600"/>
            </a:lvl4pPr>
            <a:lvl5pPr indent="-330200" lvl="4" marL="2286000" algn="l">
              <a:spcBef>
                <a:spcPts val="500"/>
              </a:spcBef>
              <a:spcAft>
                <a:spcPts val="0"/>
              </a:spcAft>
              <a:buSzPts val="1600"/>
              <a:buChar char="»"/>
              <a:defRPr sz="1600"/>
            </a:lvl5pPr>
            <a:lvl6pPr indent="-228600" lvl="5" marL="2743200" algn="l">
              <a:spcBef>
                <a:spcPts val="500"/>
              </a:spcBef>
              <a:spcAft>
                <a:spcPts val="0"/>
              </a:spcAft>
              <a:buSzPts val="1400"/>
              <a:buNone/>
              <a:defRPr sz="1600"/>
            </a:lvl6pPr>
            <a:lvl7pPr indent="-228600" lvl="6" marL="3200400" algn="l">
              <a:spcBef>
                <a:spcPts val="500"/>
              </a:spcBef>
              <a:spcAft>
                <a:spcPts val="0"/>
              </a:spcAft>
              <a:buSzPts val="1400"/>
              <a:buNone/>
              <a:defRPr sz="1600"/>
            </a:lvl7pPr>
            <a:lvl8pPr indent="-228600" lvl="7" marL="3657600" algn="l">
              <a:spcBef>
                <a:spcPts val="500"/>
              </a:spcBef>
              <a:spcAft>
                <a:spcPts val="0"/>
              </a:spcAft>
              <a:buSzPts val="1400"/>
              <a:buNone/>
              <a:defRPr sz="1600"/>
            </a:lvl8pPr>
            <a:lvl9pPr indent="-228600" lvl="8" marL="4114800" algn="l">
              <a:spcBef>
                <a:spcPts val="500"/>
              </a:spcBef>
              <a:spcAft>
                <a:spcPts val="0"/>
              </a:spcAft>
              <a:buSzPts val="1400"/>
              <a:buNone/>
              <a:defRPr sz="1600"/>
            </a:lvl9pPr>
          </a:lstStyle>
          <a:p/>
        </p:txBody>
      </p:sp>
      <p:sp>
        <p:nvSpPr>
          <p:cNvPr id="98" name="Google Shape;98;p101"/>
          <p:cNvSpPr txBox="1"/>
          <p:nvPr>
            <p:ph idx="12" type="sldNum"/>
          </p:nvPr>
        </p:nvSpPr>
        <p:spPr>
          <a:xfrm>
            <a:off x="7237412" y="6553200"/>
            <a:ext cx="1901825" cy="3000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75" lIns="92150" spcFirstLastPara="1" rIns="92150" wrap="square" tIns="4607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 b="0" i="0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 b="0" i="0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 b="0" i="0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 b="0" i="0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 b="0" i="0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 b="0" i="0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 b="0" i="0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 b="0" i="0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 b="0" i="0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02"/>
          <p:cNvSpPr txBox="1"/>
          <p:nvPr>
            <p:ph type="title"/>
          </p:nvPr>
        </p:nvSpPr>
        <p:spPr>
          <a:xfrm>
            <a:off x="304800" y="152400"/>
            <a:ext cx="8607425" cy="720725"/>
          </a:xfrm>
          <a:prstGeom prst="rect">
            <a:avLst/>
          </a:prstGeom>
          <a:noFill/>
          <a:ln>
            <a:noFill/>
          </a:ln>
        </p:spPr>
        <p:txBody>
          <a:bodyPr anchorCtr="0" anchor="b" bIns="46075" lIns="92150" spcFirstLastPara="1" rIns="92150" wrap="square" tIns="460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102"/>
          <p:cNvSpPr txBox="1"/>
          <p:nvPr>
            <p:ph idx="1" type="body"/>
          </p:nvPr>
        </p:nvSpPr>
        <p:spPr>
          <a:xfrm>
            <a:off x="304800" y="1143000"/>
            <a:ext cx="4227513" cy="5330825"/>
          </a:xfrm>
          <a:prstGeom prst="rect">
            <a:avLst/>
          </a:prstGeom>
          <a:noFill/>
          <a:ln>
            <a:noFill/>
          </a:ln>
        </p:spPr>
        <p:txBody>
          <a:bodyPr anchorCtr="0" anchor="t" bIns="46075" lIns="92150" spcFirstLastPara="1" rIns="92150" wrap="square" tIns="46075">
            <a:noAutofit/>
          </a:bodyPr>
          <a:lstStyle>
            <a:lvl1pPr indent="-406400" lvl="0" marL="4572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2800"/>
              <a:buChar char="•"/>
              <a:defRPr sz="2800"/>
            </a:lvl1pPr>
            <a:lvl2pPr indent="-381000" lvl="1" marL="914400" algn="l">
              <a:spcBef>
                <a:spcPts val="600"/>
              </a:spcBef>
              <a:spcAft>
                <a:spcPts val="0"/>
              </a:spcAft>
              <a:buSzPts val="2400"/>
              <a:buChar char="–"/>
              <a:defRPr sz="2400"/>
            </a:lvl2pPr>
            <a:lvl3pPr indent="-355600" lvl="2" marL="1371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2000"/>
              <a:buChar char="•"/>
              <a:defRPr sz="2000"/>
            </a:lvl3pPr>
            <a:lvl4pPr indent="-342900" lvl="3" marL="1828800" algn="l">
              <a:spcBef>
                <a:spcPts val="500"/>
              </a:spcBef>
              <a:spcAft>
                <a:spcPts val="0"/>
              </a:spcAft>
              <a:buSzPts val="1800"/>
              <a:buChar char="–"/>
              <a:defRPr sz="1800"/>
            </a:lvl4pPr>
            <a:lvl5pPr indent="-342900" lvl="4" marL="2286000" algn="l">
              <a:spcBef>
                <a:spcPts val="500"/>
              </a:spcBef>
              <a:spcAft>
                <a:spcPts val="0"/>
              </a:spcAft>
              <a:buSzPts val="1800"/>
              <a:buChar char="»"/>
              <a:defRPr sz="1800"/>
            </a:lvl5pPr>
            <a:lvl6pPr indent="-228600" lvl="5" marL="2743200" algn="l">
              <a:spcBef>
                <a:spcPts val="500"/>
              </a:spcBef>
              <a:spcAft>
                <a:spcPts val="0"/>
              </a:spcAft>
              <a:buSzPts val="1400"/>
              <a:buNone/>
              <a:defRPr sz="1800"/>
            </a:lvl6pPr>
            <a:lvl7pPr indent="-228600" lvl="6" marL="3200400" algn="l">
              <a:spcBef>
                <a:spcPts val="500"/>
              </a:spcBef>
              <a:spcAft>
                <a:spcPts val="0"/>
              </a:spcAft>
              <a:buSzPts val="1400"/>
              <a:buNone/>
              <a:defRPr sz="1800"/>
            </a:lvl7pPr>
            <a:lvl8pPr indent="-228600" lvl="7" marL="3657600" algn="l">
              <a:spcBef>
                <a:spcPts val="500"/>
              </a:spcBef>
              <a:spcAft>
                <a:spcPts val="0"/>
              </a:spcAft>
              <a:buSzPts val="1400"/>
              <a:buNone/>
              <a:defRPr sz="1800"/>
            </a:lvl8pPr>
            <a:lvl9pPr indent="-228600" lvl="8" marL="4114800" algn="l">
              <a:spcBef>
                <a:spcPts val="50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02" name="Google Shape;102;p102"/>
          <p:cNvSpPr txBox="1"/>
          <p:nvPr>
            <p:ph idx="2" type="body"/>
          </p:nvPr>
        </p:nvSpPr>
        <p:spPr>
          <a:xfrm>
            <a:off x="4684713" y="1143000"/>
            <a:ext cx="4227512" cy="5330825"/>
          </a:xfrm>
          <a:prstGeom prst="rect">
            <a:avLst/>
          </a:prstGeom>
          <a:noFill/>
          <a:ln>
            <a:noFill/>
          </a:ln>
        </p:spPr>
        <p:txBody>
          <a:bodyPr anchorCtr="0" anchor="t" bIns="46075" lIns="92150" spcFirstLastPara="1" rIns="92150" wrap="square" tIns="46075">
            <a:noAutofit/>
          </a:bodyPr>
          <a:lstStyle>
            <a:lvl1pPr indent="-406400" lvl="0" marL="4572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2800"/>
              <a:buChar char="•"/>
              <a:defRPr sz="2800"/>
            </a:lvl1pPr>
            <a:lvl2pPr indent="-381000" lvl="1" marL="914400" algn="l">
              <a:spcBef>
                <a:spcPts val="600"/>
              </a:spcBef>
              <a:spcAft>
                <a:spcPts val="0"/>
              </a:spcAft>
              <a:buSzPts val="2400"/>
              <a:buChar char="–"/>
              <a:defRPr sz="2400"/>
            </a:lvl2pPr>
            <a:lvl3pPr indent="-355600" lvl="2" marL="1371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2000"/>
              <a:buChar char="•"/>
              <a:defRPr sz="2000"/>
            </a:lvl3pPr>
            <a:lvl4pPr indent="-342900" lvl="3" marL="1828800" algn="l">
              <a:spcBef>
                <a:spcPts val="500"/>
              </a:spcBef>
              <a:spcAft>
                <a:spcPts val="0"/>
              </a:spcAft>
              <a:buSzPts val="1800"/>
              <a:buChar char="–"/>
              <a:defRPr sz="1800"/>
            </a:lvl4pPr>
            <a:lvl5pPr indent="-342900" lvl="4" marL="2286000" algn="l">
              <a:spcBef>
                <a:spcPts val="500"/>
              </a:spcBef>
              <a:spcAft>
                <a:spcPts val="0"/>
              </a:spcAft>
              <a:buSzPts val="1800"/>
              <a:buChar char="»"/>
              <a:defRPr sz="1800"/>
            </a:lvl5pPr>
            <a:lvl6pPr indent="-228600" lvl="5" marL="2743200" algn="l">
              <a:spcBef>
                <a:spcPts val="500"/>
              </a:spcBef>
              <a:spcAft>
                <a:spcPts val="0"/>
              </a:spcAft>
              <a:buSzPts val="1400"/>
              <a:buNone/>
              <a:defRPr sz="1800"/>
            </a:lvl6pPr>
            <a:lvl7pPr indent="-228600" lvl="6" marL="3200400" algn="l">
              <a:spcBef>
                <a:spcPts val="500"/>
              </a:spcBef>
              <a:spcAft>
                <a:spcPts val="0"/>
              </a:spcAft>
              <a:buSzPts val="1400"/>
              <a:buNone/>
              <a:defRPr sz="1800"/>
            </a:lvl7pPr>
            <a:lvl8pPr indent="-228600" lvl="7" marL="3657600" algn="l">
              <a:spcBef>
                <a:spcPts val="500"/>
              </a:spcBef>
              <a:spcAft>
                <a:spcPts val="0"/>
              </a:spcAft>
              <a:buSzPts val="1400"/>
              <a:buNone/>
              <a:defRPr sz="1800"/>
            </a:lvl8pPr>
            <a:lvl9pPr indent="-228600" lvl="8" marL="4114800" algn="l">
              <a:spcBef>
                <a:spcPts val="50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03" name="Google Shape;103;p102"/>
          <p:cNvSpPr txBox="1"/>
          <p:nvPr>
            <p:ph idx="12" type="sldNum"/>
          </p:nvPr>
        </p:nvSpPr>
        <p:spPr>
          <a:xfrm>
            <a:off x="7237412" y="6553200"/>
            <a:ext cx="1901825" cy="3000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75" lIns="92150" spcFirstLastPara="1" rIns="92150" wrap="square" tIns="4607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 b="0" i="0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 b="0" i="0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 b="0" i="0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 b="0" i="0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 b="0" i="0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 b="0" i="0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 b="0" i="0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 b="0" i="0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 b="0" i="0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03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6075" lIns="92150" spcFirstLastPara="1" rIns="92150" wrap="square" tIns="460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103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6075" lIns="92150" spcFirstLastPara="1" rIns="92150" wrap="square" tIns="46075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2000"/>
              <a:buNone/>
              <a:defRPr sz="2000"/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800"/>
              <a:buNone/>
              <a:defRPr sz="1800"/>
            </a:lvl2pPr>
            <a:lvl3pPr indent="-228600" lvl="2" marL="1371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/>
            </a:lvl3pPr>
            <a:lvl4pPr indent="-228600" lvl="3" marL="1828800" algn="l"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4pPr>
            <a:lvl5pPr indent="-228600" lvl="4" marL="2286000" algn="l"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5pPr>
            <a:lvl6pPr indent="-228600" lvl="5" marL="2743200" algn="l"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6pPr>
            <a:lvl7pPr indent="-228600" lvl="6" marL="3200400" algn="l"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7pPr>
            <a:lvl8pPr indent="-228600" lvl="7" marL="3657600" algn="l"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8pPr>
            <a:lvl9pPr indent="-228600" lvl="8" marL="4114800" algn="l"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107" name="Google Shape;107;p103"/>
          <p:cNvSpPr txBox="1"/>
          <p:nvPr>
            <p:ph idx="12" type="sldNum"/>
          </p:nvPr>
        </p:nvSpPr>
        <p:spPr>
          <a:xfrm>
            <a:off x="7237412" y="6553200"/>
            <a:ext cx="1901825" cy="3000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75" lIns="92150" spcFirstLastPara="1" rIns="92150" wrap="square" tIns="4607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 b="0" i="0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 b="0" i="0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 b="0" i="0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 b="0" i="0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 b="0" i="0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 b="0" i="0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 b="0" i="0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 b="0" i="0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 b="0" i="0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04"/>
          <p:cNvSpPr txBox="1"/>
          <p:nvPr>
            <p:ph type="title"/>
          </p:nvPr>
        </p:nvSpPr>
        <p:spPr>
          <a:xfrm>
            <a:off x="304800" y="152400"/>
            <a:ext cx="8607425" cy="720725"/>
          </a:xfrm>
          <a:prstGeom prst="rect">
            <a:avLst/>
          </a:prstGeom>
          <a:noFill/>
          <a:ln>
            <a:noFill/>
          </a:ln>
        </p:spPr>
        <p:txBody>
          <a:bodyPr anchorCtr="0" anchor="b" bIns="46075" lIns="92150" spcFirstLastPara="1" rIns="92150" wrap="square" tIns="460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104"/>
          <p:cNvSpPr txBox="1"/>
          <p:nvPr>
            <p:ph idx="1" type="body"/>
          </p:nvPr>
        </p:nvSpPr>
        <p:spPr>
          <a:xfrm>
            <a:off x="304800" y="1143000"/>
            <a:ext cx="8607425" cy="5330825"/>
          </a:xfrm>
          <a:prstGeom prst="rect">
            <a:avLst/>
          </a:prstGeom>
          <a:noFill/>
          <a:ln>
            <a:noFill/>
          </a:ln>
        </p:spPr>
        <p:txBody>
          <a:bodyPr anchorCtr="0" anchor="t" bIns="46075" lIns="92150" spcFirstLastPara="1" rIns="92150" wrap="square" tIns="46075">
            <a:noAutofit/>
          </a:bodyPr>
          <a:lstStyle>
            <a:lvl1pPr indent="-342900" lvl="0" marL="4572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spcBef>
                <a:spcPts val="60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50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spcBef>
                <a:spcPts val="500"/>
              </a:spcBef>
              <a:spcAft>
                <a:spcPts val="0"/>
              </a:spcAft>
              <a:buSzPts val="1800"/>
              <a:buChar char="»"/>
              <a:defRPr/>
            </a:lvl5pPr>
            <a:lvl6pPr indent="-228600" lvl="5" marL="2743200" algn="l"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104"/>
          <p:cNvSpPr txBox="1"/>
          <p:nvPr>
            <p:ph idx="12" type="sldNum"/>
          </p:nvPr>
        </p:nvSpPr>
        <p:spPr>
          <a:xfrm>
            <a:off x="7237412" y="6553200"/>
            <a:ext cx="1901825" cy="3000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75" lIns="92150" spcFirstLastPara="1" rIns="92150" wrap="square" tIns="4607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 b="0" i="0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 b="0" i="0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 b="0" i="0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 b="0" i="0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 b="0" i="0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 b="0" i="0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 b="0" i="0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 b="0" i="0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 b="0" i="0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05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b" bIns="46075" lIns="92150" spcFirstLastPara="1" rIns="92150" wrap="square" tIns="460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105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75" lIns="92150" spcFirstLastPara="1" rIns="92150" wrap="square" tIns="46075">
            <a:noAutofit/>
          </a:bodyPr>
          <a:lstStyle>
            <a:lvl1pPr lvl="0" algn="ctr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2800"/>
              <a:buNone/>
              <a:defRPr/>
            </a:lvl1pPr>
            <a:lvl2pPr lvl="1" algn="ctr">
              <a:spcBef>
                <a:spcPts val="600"/>
              </a:spcBef>
              <a:spcAft>
                <a:spcPts val="0"/>
              </a:spcAft>
              <a:buSzPts val="2400"/>
              <a:buNone/>
              <a:defRPr/>
            </a:lvl2pPr>
            <a:lvl3pPr lvl="2" algn="ctr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2400"/>
              <a:buNone/>
              <a:defRPr/>
            </a:lvl3pPr>
            <a:lvl4pPr lvl="3" algn="ctr">
              <a:spcBef>
                <a:spcPts val="500"/>
              </a:spcBef>
              <a:spcAft>
                <a:spcPts val="0"/>
              </a:spcAft>
              <a:buSzPts val="2000"/>
              <a:buNone/>
              <a:defRPr/>
            </a:lvl4pPr>
            <a:lvl5pPr lvl="4" algn="ctr">
              <a:spcBef>
                <a:spcPts val="500"/>
              </a:spcBef>
              <a:spcAft>
                <a:spcPts val="0"/>
              </a:spcAft>
              <a:buSzPts val="2000"/>
              <a:buNone/>
              <a:defRPr/>
            </a:lvl5pPr>
            <a:lvl6pPr lvl="5" algn="ctr">
              <a:spcBef>
                <a:spcPts val="500"/>
              </a:spcBef>
              <a:spcAft>
                <a:spcPts val="0"/>
              </a:spcAft>
              <a:buSzPts val="2000"/>
              <a:buNone/>
              <a:defRPr/>
            </a:lvl6pPr>
            <a:lvl7pPr lvl="6" algn="ctr">
              <a:spcBef>
                <a:spcPts val="500"/>
              </a:spcBef>
              <a:spcAft>
                <a:spcPts val="0"/>
              </a:spcAft>
              <a:buSzPts val="2000"/>
              <a:buNone/>
              <a:defRPr/>
            </a:lvl7pPr>
            <a:lvl8pPr lvl="7" algn="ctr">
              <a:spcBef>
                <a:spcPts val="500"/>
              </a:spcBef>
              <a:spcAft>
                <a:spcPts val="0"/>
              </a:spcAft>
              <a:buSzPts val="2000"/>
              <a:buNone/>
              <a:defRPr/>
            </a:lvl8pPr>
            <a:lvl9pPr lvl="8" algn="ctr">
              <a:spcBef>
                <a:spcPts val="50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115" name="Google Shape;115;p105"/>
          <p:cNvSpPr txBox="1"/>
          <p:nvPr>
            <p:ph idx="12" type="sldNum"/>
          </p:nvPr>
        </p:nvSpPr>
        <p:spPr>
          <a:xfrm>
            <a:off x="7237412" y="6553200"/>
            <a:ext cx="1901825" cy="3000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75" lIns="92150" spcFirstLastPara="1" rIns="92150" wrap="square" tIns="4607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 b="0" i="0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 b="0" i="0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 b="0" i="0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 b="0" i="0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 b="0" i="0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 b="0" i="0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 b="0" i="0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 b="0" i="0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 b="0" i="0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92"/>
          <p:cNvSpPr txBox="1"/>
          <p:nvPr>
            <p:ph type="title"/>
          </p:nvPr>
        </p:nvSpPr>
        <p:spPr>
          <a:xfrm>
            <a:off x="304800" y="152400"/>
            <a:ext cx="8607425" cy="720725"/>
          </a:xfrm>
          <a:prstGeom prst="rect">
            <a:avLst/>
          </a:prstGeom>
          <a:noFill/>
          <a:ln>
            <a:noFill/>
          </a:ln>
        </p:spPr>
        <p:txBody>
          <a:bodyPr anchorCtr="0" anchor="b" bIns="46075" lIns="92150" spcFirstLastPara="1" rIns="92150" wrap="square" tIns="460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92"/>
          <p:cNvSpPr txBox="1"/>
          <p:nvPr>
            <p:ph idx="1" type="body"/>
          </p:nvPr>
        </p:nvSpPr>
        <p:spPr>
          <a:xfrm>
            <a:off x="304800" y="1143000"/>
            <a:ext cx="8607425" cy="5330825"/>
          </a:xfrm>
          <a:prstGeom prst="rect">
            <a:avLst/>
          </a:prstGeom>
          <a:noFill/>
          <a:ln>
            <a:noFill/>
          </a:ln>
        </p:spPr>
        <p:txBody>
          <a:bodyPr anchorCtr="0" anchor="t" bIns="46075" lIns="92150" spcFirstLastPara="1" rIns="92150" wrap="square" tIns="46075">
            <a:noAutofit/>
          </a:bodyPr>
          <a:lstStyle>
            <a:lvl1pPr indent="-406400" lvl="0" marL="457200" marR="0" rtl="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Char char="•"/>
              <a:defRPr b="1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Char char="–"/>
              <a:defRPr b="1" i="0" sz="2400" u="none" cap="none" strike="noStrik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Char char="•"/>
              <a:defRPr b="1" i="0" sz="2400" u="none" cap="none" strike="noStrik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Char char="–"/>
              <a:defRPr b="1" i="0" sz="2000" u="none" cap="none" strike="noStrike">
                <a:solidFill>
                  <a:srgbClr val="FF33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Char char="»"/>
              <a:defRPr b="1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50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50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50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50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92"/>
          <p:cNvSpPr txBox="1"/>
          <p:nvPr/>
        </p:nvSpPr>
        <p:spPr>
          <a:xfrm>
            <a:off x="3810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" name="Google Shape;15;p92"/>
          <p:cNvSpPr txBox="1"/>
          <p:nvPr/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" name="Google Shape;16;p92"/>
          <p:cNvSpPr txBox="1"/>
          <p:nvPr>
            <p:ph idx="12" type="sldNum"/>
          </p:nvPr>
        </p:nvSpPr>
        <p:spPr>
          <a:xfrm>
            <a:off x="6858000" y="6248400"/>
            <a:ext cx="1901825" cy="454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75" lIns="92150" spcFirstLastPara="1" rIns="92150" wrap="square" tIns="460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94"/>
          <p:cNvSpPr txBox="1"/>
          <p:nvPr>
            <p:ph type="title"/>
          </p:nvPr>
        </p:nvSpPr>
        <p:spPr>
          <a:xfrm>
            <a:off x="304800" y="152400"/>
            <a:ext cx="8607425" cy="720725"/>
          </a:xfrm>
          <a:prstGeom prst="rect">
            <a:avLst/>
          </a:prstGeom>
          <a:noFill/>
          <a:ln>
            <a:noFill/>
          </a:ln>
        </p:spPr>
        <p:txBody>
          <a:bodyPr anchorCtr="0" anchor="b" bIns="46075" lIns="92150" spcFirstLastPara="1" rIns="92150" wrap="square" tIns="460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6" name="Google Shape;66;p94"/>
          <p:cNvSpPr txBox="1"/>
          <p:nvPr>
            <p:ph idx="1" type="body"/>
          </p:nvPr>
        </p:nvSpPr>
        <p:spPr>
          <a:xfrm>
            <a:off x="304800" y="1143000"/>
            <a:ext cx="8607425" cy="5330825"/>
          </a:xfrm>
          <a:prstGeom prst="rect">
            <a:avLst/>
          </a:prstGeom>
          <a:noFill/>
          <a:ln>
            <a:noFill/>
          </a:ln>
        </p:spPr>
        <p:txBody>
          <a:bodyPr anchorCtr="0" anchor="t" bIns="46075" lIns="92150" spcFirstLastPara="1" rIns="92150" wrap="square" tIns="46075">
            <a:noAutofit/>
          </a:bodyPr>
          <a:lstStyle>
            <a:lvl1pPr indent="-406400" lvl="0" marL="457200" marR="0" rtl="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Char char="•"/>
              <a:defRPr b="1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Char char="–"/>
              <a:defRPr b="1" i="0" sz="2400" u="none" cap="none" strike="noStrik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Char char="•"/>
              <a:defRPr b="1" i="0" sz="2400" u="none" cap="none" strike="noStrik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Char char="–"/>
              <a:defRPr b="1" i="0" sz="2000" u="none" cap="none" strike="noStrike">
                <a:solidFill>
                  <a:srgbClr val="FF33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Char char="»"/>
              <a:defRPr b="1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50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50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50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50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7" name="Google Shape;67;p94"/>
          <p:cNvSpPr txBox="1"/>
          <p:nvPr/>
        </p:nvSpPr>
        <p:spPr>
          <a:xfrm>
            <a:off x="381000" y="6629400"/>
            <a:ext cx="1905000" cy="2270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8" name="Google Shape;68;p94"/>
          <p:cNvSpPr txBox="1"/>
          <p:nvPr>
            <p:ph idx="12" type="sldNum"/>
          </p:nvPr>
        </p:nvSpPr>
        <p:spPr>
          <a:xfrm>
            <a:off x="7237412" y="6553200"/>
            <a:ext cx="1901825" cy="3000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75" lIns="92150" spcFirstLastPara="1" rIns="92150" wrap="square" tIns="4607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 b="0" i="0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 b="0" i="0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 b="0" i="0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 b="0" i="0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 b="0" i="0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 b="0" i="0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 b="0" i="0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 b="0" i="0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 b="0" i="0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vmlDrawing" Target="../drawings/vmlDrawing1.vml"/><Relationship Id="rId4" Type="http://schemas.openxmlformats.org/officeDocument/2006/relationships/oleObject" Target="../embeddings/oleObject1.bin"/><Relationship Id="rId5" Type="http://schemas.openxmlformats.org/officeDocument/2006/relationships/oleObject" Target="../embeddings/oleObject1.bin"/><Relationship Id="rId6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vmlDrawing" Target="../drawings/vmlDrawing2.vml"/><Relationship Id="rId4" Type="http://schemas.openxmlformats.org/officeDocument/2006/relationships/oleObject" Target="../embeddings/oleObject2.bin"/><Relationship Id="rId5" Type="http://schemas.openxmlformats.org/officeDocument/2006/relationships/oleObject" Target="../embeddings/oleObject2.bin"/><Relationship Id="rId6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vmlDrawing" Target="../drawings/vmlDrawing3.vml"/><Relationship Id="rId4" Type="http://schemas.openxmlformats.org/officeDocument/2006/relationships/oleObject" Target="../embeddings/oleObject3.bin"/><Relationship Id="rId5" Type="http://schemas.openxmlformats.org/officeDocument/2006/relationships/oleObject" Target="../embeddings/oleObject3.bin"/><Relationship Id="rId6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vmlDrawing" Target="../drawings/vmlDrawing4.vml"/><Relationship Id="rId4" Type="http://schemas.openxmlformats.org/officeDocument/2006/relationships/oleObject" Target="../embeddings/oleObject4.bin"/><Relationship Id="rId5" Type="http://schemas.openxmlformats.org/officeDocument/2006/relationships/oleObject" Target="../embeddings/oleObject4.bin"/><Relationship Id="rId6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1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3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1.xml"/><Relationship Id="rId3" Type="http://schemas.openxmlformats.org/officeDocument/2006/relationships/vmlDrawing" Target="../drawings/vmlDrawing5.vml"/><Relationship Id="rId4" Type="http://schemas.openxmlformats.org/officeDocument/2006/relationships/oleObject" Target="../embeddings/oleObject5.bin"/><Relationship Id="rId9" Type="http://schemas.openxmlformats.org/officeDocument/2006/relationships/image" Target="../media/image19.png"/><Relationship Id="rId5" Type="http://schemas.openxmlformats.org/officeDocument/2006/relationships/oleObject" Target="../embeddings/oleObject5.bin"/><Relationship Id="rId6" Type="http://schemas.openxmlformats.org/officeDocument/2006/relationships/image" Target="../media/image21.png"/><Relationship Id="rId7" Type="http://schemas.openxmlformats.org/officeDocument/2006/relationships/oleObject" Target="../embeddings/oleObject6.bin"/><Relationship Id="rId8" Type="http://schemas.openxmlformats.org/officeDocument/2006/relationships/oleObject" Target="../embeddings/oleObject6.bin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0.xml"/><Relationship Id="rId3" Type="http://schemas.openxmlformats.org/officeDocument/2006/relationships/vmlDrawing" Target="../drawings/vmlDrawing6.vml"/><Relationship Id="rId4" Type="http://schemas.openxmlformats.org/officeDocument/2006/relationships/oleObject" Target="../embeddings/oleObject7.bin"/><Relationship Id="rId5" Type="http://schemas.openxmlformats.org/officeDocument/2006/relationships/oleObject" Target="../embeddings/oleObject7.bin"/><Relationship Id="rId6" Type="http://schemas.openxmlformats.org/officeDocument/2006/relationships/image" Target="../media/image20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1.xml"/><Relationship Id="rId3" Type="http://schemas.openxmlformats.org/officeDocument/2006/relationships/vmlDrawing" Target="../drawings/vmlDrawing7.vml"/><Relationship Id="rId4" Type="http://schemas.openxmlformats.org/officeDocument/2006/relationships/oleObject" Target="../embeddings/oleObject8.bin"/><Relationship Id="rId5" Type="http://schemas.openxmlformats.org/officeDocument/2006/relationships/oleObject" Target="../embeddings/oleObject8.bin"/><Relationship Id="rId6" Type="http://schemas.openxmlformats.org/officeDocument/2006/relationships/image" Target="../media/image6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4.xml"/><Relationship Id="rId3" Type="http://schemas.openxmlformats.org/officeDocument/2006/relationships/vmlDrawing" Target="../drawings/vmlDrawing8.vml"/><Relationship Id="rId4" Type="http://schemas.openxmlformats.org/officeDocument/2006/relationships/oleObject" Target="../embeddings/oleObject9.bin"/><Relationship Id="rId5" Type="http://schemas.openxmlformats.org/officeDocument/2006/relationships/oleObject" Target="../embeddings/oleObject9.bin"/><Relationship Id="rId6" Type="http://schemas.openxmlformats.org/officeDocument/2006/relationships/image" Target="../media/image7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5.xml"/><Relationship Id="rId3" Type="http://schemas.openxmlformats.org/officeDocument/2006/relationships/vmlDrawing" Target="../drawings/vmlDrawing9.vml"/><Relationship Id="rId4" Type="http://schemas.openxmlformats.org/officeDocument/2006/relationships/oleObject" Target="../embeddings/oleObject10.bin"/><Relationship Id="rId5" Type="http://schemas.openxmlformats.org/officeDocument/2006/relationships/oleObject" Target="../embeddings/oleObject10.bin"/><Relationship Id="rId6" Type="http://schemas.openxmlformats.org/officeDocument/2006/relationships/image" Target="../media/image7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6.xml"/><Relationship Id="rId3" Type="http://schemas.openxmlformats.org/officeDocument/2006/relationships/vmlDrawing" Target="../drawings/vmlDrawing10.vml"/><Relationship Id="rId4" Type="http://schemas.openxmlformats.org/officeDocument/2006/relationships/oleObject" Target="../embeddings/oleObject11.bin"/><Relationship Id="rId5" Type="http://schemas.openxmlformats.org/officeDocument/2006/relationships/oleObject" Target="../embeddings/oleObject11.bin"/><Relationship Id="rId6" Type="http://schemas.openxmlformats.org/officeDocument/2006/relationships/image" Target="../media/image24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7.xml"/><Relationship Id="rId3" Type="http://schemas.openxmlformats.org/officeDocument/2006/relationships/vmlDrawing" Target="../drawings/vmlDrawing11.vml"/><Relationship Id="rId4" Type="http://schemas.openxmlformats.org/officeDocument/2006/relationships/oleObject" Target="../embeddings/oleObject12.bin"/><Relationship Id="rId5" Type="http://schemas.openxmlformats.org/officeDocument/2006/relationships/oleObject" Target="../embeddings/oleObject12.bin"/><Relationship Id="rId6" Type="http://schemas.openxmlformats.org/officeDocument/2006/relationships/image" Target="../media/image24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8.xml"/><Relationship Id="rId3" Type="http://schemas.openxmlformats.org/officeDocument/2006/relationships/vmlDrawing" Target="../drawings/vmlDrawing12.vml"/><Relationship Id="rId4" Type="http://schemas.openxmlformats.org/officeDocument/2006/relationships/oleObject" Target="../embeddings/oleObject13.bin"/><Relationship Id="rId5" Type="http://schemas.openxmlformats.org/officeDocument/2006/relationships/oleObject" Target="../embeddings/oleObject13.bin"/><Relationship Id="rId6" Type="http://schemas.openxmlformats.org/officeDocument/2006/relationships/image" Target="../media/image12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9.xml"/><Relationship Id="rId3" Type="http://schemas.openxmlformats.org/officeDocument/2006/relationships/vmlDrawing" Target="../drawings/vmlDrawing13.vml"/><Relationship Id="rId4" Type="http://schemas.openxmlformats.org/officeDocument/2006/relationships/oleObject" Target="../embeddings/oleObject14.bin"/><Relationship Id="rId5" Type="http://schemas.openxmlformats.org/officeDocument/2006/relationships/oleObject" Target="../embeddings/oleObject14.bin"/><Relationship Id="rId6" Type="http://schemas.openxmlformats.org/officeDocument/2006/relationships/image" Target="../media/image12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0.xml"/><Relationship Id="rId3" Type="http://schemas.openxmlformats.org/officeDocument/2006/relationships/vmlDrawing" Target="../drawings/vmlDrawing14.vml"/><Relationship Id="rId4" Type="http://schemas.openxmlformats.org/officeDocument/2006/relationships/oleObject" Target="../embeddings/oleObject15.bin"/><Relationship Id="rId5" Type="http://schemas.openxmlformats.org/officeDocument/2006/relationships/oleObject" Target="../embeddings/oleObject15.bin"/><Relationship Id="rId6" Type="http://schemas.openxmlformats.org/officeDocument/2006/relationships/image" Target="../media/image9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1.xml"/><Relationship Id="rId3" Type="http://schemas.openxmlformats.org/officeDocument/2006/relationships/vmlDrawing" Target="../drawings/vmlDrawing15.vml"/><Relationship Id="rId4" Type="http://schemas.openxmlformats.org/officeDocument/2006/relationships/oleObject" Target="../embeddings/oleObject16.bin"/><Relationship Id="rId5" Type="http://schemas.openxmlformats.org/officeDocument/2006/relationships/oleObject" Target="../embeddings/oleObject16.bin"/><Relationship Id="rId6" Type="http://schemas.openxmlformats.org/officeDocument/2006/relationships/image" Target="../media/image9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3.xml"/><Relationship Id="rId3" Type="http://schemas.openxmlformats.org/officeDocument/2006/relationships/vmlDrawing" Target="../drawings/vmlDrawing16.vml"/><Relationship Id="rId4" Type="http://schemas.openxmlformats.org/officeDocument/2006/relationships/oleObject" Target="../embeddings/oleObject17.bin"/><Relationship Id="rId5" Type="http://schemas.openxmlformats.org/officeDocument/2006/relationships/oleObject" Target="../embeddings/oleObject17.bin"/><Relationship Id="rId6" Type="http://schemas.openxmlformats.org/officeDocument/2006/relationships/image" Target="../media/image7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4.xml"/><Relationship Id="rId3" Type="http://schemas.openxmlformats.org/officeDocument/2006/relationships/vmlDrawing" Target="../drawings/vmlDrawing17.vml"/><Relationship Id="rId4" Type="http://schemas.openxmlformats.org/officeDocument/2006/relationships/oleObject" Target="../embeddings/oleObject18.bin"/><Relationship Id="rId5" Type="http://schemas.openxmlformats.org/officeDocument/2006/relationships/oleObject" Target="../embeddings/oleObject18.bin"/><Relationship Id="rId6" Type="http://schemas.openxmlformats.org/officeDocument/2006/relationships/image" Target="../media/image7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6.xml"/><Relationship Id="rId3" Type="http://schemas.openxmlformats.org/officeDocument/2006/relationships/vmlDrawing" Target="../drawings/vmlDrawing18.vml"/><Relationship Id="rId4" Type="http://schemas.openxmlformats.org/officeDocument/2006/relationships/oleObject" Target="../embeddings/oleObject19.bin"/><Relationship Id="rId5" Type="http://schemas.openxmlformats.org/officeDocument/2006/relationships/oleObject" Target="../embeddings/oleObject19.bin"/><Relationship Id="rId6" Type="http://schemas.openxmlformats.org/officeDocument/2006/relationships/image" Target="../media/image7.pn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7.xml"/><Relationship Id="rId3" Type="http://schemas.openxmlformats.org/officeDocument/2006/relationships/vmlDrawing" Target="../drawings/vmlDrawing19.vml"/><Relationship Id="rId4" Type="http://schemas.openxmlformats.org/officeDocument/2006/relationships/oleObject" Target="../embeddings/oleObject20.bin"/><Relationship Id="rId5" Type="http://schemas.openxmlformats.org/officeDocument/2006/relationships/oleObject" Target="../embeddings/oleObject20.bin"/><Relationship Id="rId6" Type="http://schemas.openxmlformats.org/officeDocument/2006/relationships/image" Target="../media/image7.pn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8.xml"/><Relationship Id="rId3" Type="http://schemas.openxmlformats.org/officeDocument/2006/relationships/vmlDrawing" Target="../drawings/vmlDrawing20.vml"/><Relationship Id="rId4" Type="http://schemas.openxmlformats.org/officeDocument/2006/relationships/oleObject" Target="../embeddings/oleObject21.bin"/><Relationship Id="rId5" Type="http://schemas.openxmlformats.org/officeDocument/2006/relationships/oleObject" Target="../embeddings/oleObject21.bin"/><Relationship Id="rId6" Type="http://schemas.openxmlformats.org/officeDocument/2006/relationships/image" Target="../media/image25.pn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9.xml"/><Relationship Id="rId3" Type="http://schemas.openxmlformats.org/officeDocument/2006/relationships/vmlDrawing" Target="../drawings/vmlDrawing21.vml"/><Relationship Id="rId4" Type="http://schemas.openxmlformats.org/officeDocument/2006/relationships/oleObject" Target="../embeddings/oleObject22.bin"/><Relationship Id="rId5" Type="http://schemas.openxmlformats.org/officeDocument/2006/relationships/oleObject" Target="../embeddings/oleObject22.bin"/><Relationship Id="rId6" Type="http://schemas.openxmlformats.org/officeDocument/2006/relationships/image" Target="../media/image25.pn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0.xml"/><Relationship Id="rId3" Type="http://schemas.openxmlformats.org/officeDocument/2006/relationships/vmlDrawing" Target="../drawings/vmlDrawing22.vml"/><Relationship Id="rId4" Type="http://schemas.openxmlformats.org/officeDocument/2006/relationships/oleObject" Target="../embeddings/oleObject23.bin"/><Relationship Id="rId5" Type="http://schemas.openxmlformats.org/officeDocument/2006/relationships/oleObject" Target="../embeddings/oleObject23.bin"/><Relationship Id="rId6" Type="http://schemas.openxmlformats.org/officeDocument/2006/relationships/image" Target="../media/image24.png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1.xml"/><Relationship Id="rId3" Type="http://schemas.openxmlformats.org/officeDocument/2006/relationships/vmlDrawing" Target="../drawings/vmlDrawing23.vml"/><Relationship Id="rId4" Type="http://schemas.openxmlformats.org/officeDocument/2006/relationships/oleObject" Target="../embeddings/oleObject24.bin"/><Relationship Id="rId5" Type="http://schemas.openxmlformats.org/officeDocument/2006/relationships/oleObject" Target="../embeddings/oleObject24.bin"/><Relationship Id="rId6" Type="http://schemas.openxmlformats.org/officeDocument/2006/relationships/image" Target="../media/image24.png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2.xml"/><Relationship Id="rId3" Type="http://schemas.openxmlformats.org/officeDocument/2006/relationships/vmlDrawing" Target="../drawings/vmlDrawing24.vml"/><Relationship Id="rId4" Type="http://schemas.openxmlformats.org/officeDocument/2006/relationships/oleObject" Target="../embeddings/oleObject25.bin"/><Relationship Id="rId9" Type="http://schemas.openxmlformats.org/officeDocument/2006/relationships/image" Target="../media/image15.png"/><Relationship Id="rId5" Type="http://schemas.openxmlformats.org/officeDocument/2006/relationships/oleObject" Target="../embeddings/oleObject25.bin"/><Relationship Id="rId6" Type="http://schemas.openxmlformats.org/officeDocument/2006/relationships/image" Target="../media/image18.png"/><Relationship Id="rId7" Type="http://schemas.openxmlformats.org/officeDocument/2006/relationships/oleObject" Target="../embeddings/oleObject26.bin"/><Relationship Id="rId8" Type="http://schemas.openxmlformats.org/officeDocument/2006/relationships/oleObject" Target="../embeddings/oleObject26.bin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3.xml"/><Relationship Id="rId3" Type="http://schemas.openxmlformats.org/officeDocument/2006/relationships/vmlDrawing" Target="../drawings/vmlDrawing25.vml"/><Relationship Id="rId4" Type="http://schemas.openxmlformats.org/officeDocument/2006/relationships/oleObject" Target="../embeddings/oleObject27.bin"/><Relationship Id="rId9" Type="http://schemas.openxmlformats.org/officeDocument/2006/relationships/image" Target="../media/image16.png"/><Relationship Id="rId5" Type="http://schemas.openxmlformats.org/officeDocument/2006/relationships/oleObject" Target="../embeddings/oleObject27.bin"/><Relationship Id="rId6" Type="http://schemas.openxmlformats.org/officeDocument/2006/relationships/image" Target="../media/image17.png"/><Relationship Id="rId7" Type="http://schemas.openxmlformats.org/officeDocument/2006/relationships/oleObject" Target="../embeddings/oleObject28.bin"/><Relationship Id="rId8" Type="http://schemas.openxmlformats.org/officeDocument/2006/relationships/oleObject" Target="../embeddings/oleObject28.bin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4.xml"/><Relationship Id="rId3" Type="http://schemas.openxmlformats.org/officeDocument/2006/relationships/vmlDrawing" Target="../drawings/vmlDrawing26.vml"/><Relationship Id="rId4" Type="http://schemas.openxmlformats.org/officeDocument/2006/relationships/oleObject" Target="../embeddings/oleObject29.bin"/><Relationship Id="rId5" Type="http://schemas.openxmlformats.org/officeDocument/2006/relationships/oleObject" Target="../embeddings/oleObject29.bin"/><Relationship Id="rId6" Type="http://schemas.openxmlformats.org/officeDocument/2006/relationships/image" Target="../media/image27.png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22.png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5.xml"/></Relationships>
</file>

<file path=ppt/slides/_rels/slide8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6.xml"/></Relationships>
</file>

<file path=ppt/slides/_rels/slide8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7.xml"/></Relationships>
</file>

<file path=ppt/slides/_rels/slide8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8.xml"/></Relationships>
</file>

<file path=ppt/slides/_rels/slide8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9.xml"/></Relationships>
</file>

<file path=ppt/slides/_rels/slide9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0.xml"/></Relationships>
</file>

<file path=ppt/slides/_rels/slide9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"/>
          <p:cNvSpPr txBox="1"/>
          <p:nvPr/>
        </p:nvSpPr>
        <p:spPr>
          <a:xfrm>
            <a:off x="304800" y="1295400"/>
            <a:ext cx="8610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6075" lIns="92150" spcFirstLastPara="1" rIns="92150" wrap="square" tIns="460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UML Class Diagrams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"/>
          <p:cNvSpPr txBox="1"/>
          <p:nvPr/>
        </p:nvSpPr>
        <p:spPr>
          <a:xfrm>
            <a:off x="147637" y="801687"/>
            <a:ext cx="8996362" cy="5235575"/>
          </a:xfrm>
          <a:prstGeom prst="rect">
            <a:avLst/>
          </a:prstGeom>
          <a:noFill/>
          <a:ln>
            <a:noFill/>
          </a:ln>
        </p:spPr>
        <p:txBody>
          <a:bodyPr anchorCtr="0" anchor="t" bIns="51475" lIns="19800" spcFirstLastPara="1" rIns="19800" wrap="square" tIns="51475">
            <a:noAutofit/>
          </a:bodyPr>
          <a:lstStyle/>
          <a:p>
            <a:pPr indent="-334962" lvl="0" marL="334962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80"/>
              <a:buFont typeface="Noto Sans Symbols"/>
              <a:buChar char="●"/>
            </a:pPr>
            <a:r>
              <a:rPr b="1" i="0" lang="en-US" sz="4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Template for object creation:</a:t>
            </a:r>
            <a:endParaRPr/>
          </a:p>
          <a:p>
            <a:pPr indent="-277812" lvl="1" marL="735012" marR="0" rtl="0" algn="l">
              <a:lnSpc>
                <a:spcPct val="11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Noto Sans Symbols"/>
              <a:buChar char="−"/>
            </a:pPr>
            <a:r>
              <a:rPr b="1" i="0" lang="en-US" sz="4000" u="none" cap="none" strike="noStrik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Instantiated into objects</a:t>
            </a:r>
            <a:endParaRPr/>
          </a:p>
          <a:p>
            <a:pPr indent="-277812" lvl="1" marL="735012" marR="0" rtl="0" algn="l">
              <a:lnSpc>
                <a:spcPct val="11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Noto Sans Symbols"/>
              <a:buChar char="−"/>
            </a:pPr>
            <a:r>
              <a:rPr b="1" i="0" lang="en-US" sz="4000" u="none" cap="none" strike="noStrik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An abstract data type (</a:t>
            </a:r>
            <a:r>
              <a:rPr b="1" i="0" lang="en-US" sz="4400" u="none" cap="none" strike="noStrike">
                <a:solidFill>
                  <a:srgbClr val="4C38E2"/>
                </a:solidFill>
                <a:latin typeface="Arial"/>
                <a:ea typeface="Arial"/>
                <a:cs typeface="Arial"/>
                <a:sym typeface="Arial"/>
              </a:rPr>
              <a:t>ADT</a:t>
            </a:r>
            <a:r>
              <a:rPr b="1" i="0" lang="en-US" sz="4000" u="none" cap="none" strike="noStrik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)‏</a:t>
            </a:r>
            <a:endParaRPr b="1" i="0" sz="4000" u="none" cap="none" strike="noStrike">
              <a:solidFill>
                <a:srgbClr val="0000C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4962" lvl="0" marL="334962" marR="0" rtl="0" algn="l">
              <a:lnSpc>
                <a:spcPct val="11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1980"/>
              <a:buFont typeface="Noto Sans Symbols"/>
              <a:buChar char="●"/>
            </a:pPr>
            <a:r>
              <a:rPr b="1" i="0" lang="en-US" sz="4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Examples: Employees, Books, etc. </a:t>
            </a:r>
            <a:endParaRPr/>
          </a:p>
          <a:p>
            <a:pPr indent="-334962" lvl="0" marL="334962" marR="0" rtl="0" algn="l">
              <a:lnSpc>
                <a:spcPct val="11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980"/>
              <a:buFont typeface="Noto Sans Symbols"/>
              <a:buChar char="●"/>
            </a:pPr>
            <a:r>
              <a:rPr b="1" i="0" lang="en-US" sz="4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Sometimes not intended to produce instances:</a:t>
            </a:r>
            <a:endParaRPr/>
          </a:p>
          <a:p>
            <a:pPr indent="-277812" lvl="1" marL="735012" marR="0" rtl="0" algn="l">
              <a:lnSpc>
                <a:spcPct val="11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Noto Sans Symbols"/>
              <a:buChar char="−"/>
            </a:pPr>
            <a:r>
              <a:rPr b="1" i="0" lang="en-US" sz="44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Abstract classes</a:t>
            </a:r>
            <a:endParaRPr/>
          </a:p>
        </p:txBody>
      </p:sp>
      <p:sp>
        <p:nvSpPr>
          <p:cNvPr id="132" name="Google Shape;132;p2"/>
          <p:cNvSpPr txBox="1"/>
          <p:nvPr/>
        </p:nvSpPr>
        <p:spPr>
          <a:xfrm>
            <a:off x="839787" y="-165100"/>
            <a:ext cx="7770812" cy="1139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51475" lIns="19800" spcFirstLastPara="1" rIns="19800" wrap="square" tIns="51475">
            <a:noAutofit/>
          </a:bodyPr>
          <a:lstStyle/>
          <a:p>
            <a:pPr indent="0" lvl="0" marL="0" marR="0" rtl="0"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1" i="0" lang="en-US" sz="5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Class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"/>
          <p:cNvSpPr txBox="1"/>
          <p:nvPr/>
        </p:nvSpPr>
        <p:spPr>
          <a:xfrm>
            <a:off x="304800" y="152400"/>
            <a:ext cx="86106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b" bIns="46075" lIns="92150" spcFirstLastPara="1" rIns="92150" wrap="square" tIns="460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UML Class Diagrams</a:t>
            </a:r>
            <a:endParaRPr/>
          </a:p>
        </p:txBody>
      </p:sp>
      <p:sp>
        <p:nvSpPr>
          <p:cNvPr id="140" name="Google Shape;140;p3"/>
          <p:cNvSpPr txBox="1"/>
          <p:nvPr/>
        </p:nvSpPr>
        <p:spPr>
          <a:xfrm>
            <a:off x="304800" y="1143000"/>
            <a:ext cx="8610600" cy="53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75" lIns="92150" spcFirstLastPara="1" rIns="92150" wrap="square" tIns="46075">
            <a:noAutofit/>
          </a:bodyPr>
          <a:lstStyle/>
          <a:p>
            <a:pPr indent="-339725" lvl="0" marL="339725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1" i="0" lang="en-US" sz="2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Represent the (static) structure of the system</a:t>
            </a:r>
            <a:endParaRPr/>
          </a:p>
          <a:p>
            <a:pPr indent="-339725" lvl="0" marL="339725" marR="0" rtl="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1" i="0" lang="en-US" sz="2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General		In Java		In C++</a:t>
            </a:r>
            <a:endParaRPr/>
          </a:p>
          <a:p>
            <a:pPr indent="-282575" lvl="1" marL="739775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CC"/>
              </a:buClr>
              <a:buSzPts val="2400"/>
              <a:buFont typeface="Arial"/>
              <a:buChar char="•"/>
            </a:pPr>
            <a:r>
              <a:rPr b="1" i="0" lang="en-US" sz="2400" u="none" cap="none" strike="noStrik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Name		Name			Name</a:t>
            </a:r>
            <a:endParaRPr/>
          </a:p>
          <a:p>
            <a:pPr indent="-282575" lvl="1" marL="739775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CC"/>
              </a:buClr>
              <a:buSzPts val="2400"/>
              <a:buFont typeface="Arial"/>
              <a:buChar char="•"/>
            </a:pPr>
            <a:r>
              <a:rPr b="1" i="0" lang="en-US" sz="2400" u="none" cap="none" strike="noStrik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State		Variables		Members</a:t>
            </a:r>
            <a:endParaRPr/>
          </a:p>
          <a:p>
            <a:pPr indent="-282575" lvl="1" marL="739775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CC"/>
              </a:buClr>
              <a:buSzPts val="2400"/>
              <a:buFont typeface="Arial"/>
              <a:buChar char="•"/>
            </a:pPr>
            <a:r>
              <a:rPr b="1" i="0" lang="en-US" sz="2400" u="none" cap="none" strike="noStrik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Behavior	Methods		Functions</a:t>
            </a:r>
            <a:endParaRPr/>
          </a:p>
        </p:txBody>
      </p:sp>
      <p:graphicFrame>
        <p:nvGraphicFramePr>
          <p:cNvPr id="141" name="Google Shape;141;p3"/>
          <p:cNvGraphicFramePr/>
          <p:nvPr/>
        </p:nvGraphicFramePr>
        <p:xfrm>
          <a:off x="685800" y="3886200"/>
          <a:ext cx="7621587" cy="2524125"/>
        </p:xfrm>
        <a:graphic>
          <a:graphicData uri="http://schemas.openxmlformats.org/presentationml/2006/ole">
            <mc:AlternateContent>
              <mc:Choice Requires="v">
                <p:oleObj r:id="rId4" imgH="2524125" imgW="7621587" spid="_x0000_s1">
                  <p:embed/>
                </p:oleObj>
              </mc:Choice>
              <mc:Fallback>
                <p:oleObj r:id="rId5" imgH="2524125" imgW="7621587">
                  <p:embed/>
                  <p:pic>
                    <p:nvPicPr>
                      <p:cNvPr id="141" name="Google Shape;141;p3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685800" y="3886200"/>
                        <a:ext cx="7621587" cy="2524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4"/>
          <p:cNvSpPr txBox="1"/>
          <p:nvPr/>
        </p:nvSpPr>
        <p:spPr>
          <a:xfrm>
            <a:off x="701675" y="0"/>
            <a:ext cx="7797800" cy="892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1" i="0" lang="en-US" sz="5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Class Attribute Examples</a:t>
            </a:r>
            <a:endParaRPr/>
          </a:p>
        </p:txBody>
      </p:sp>
      <p:graphicFrame>
        <p:nvGraphicFramePr>
          <p:cNvPr id="149" name="Google Shape;149;p4"/>
          <p:cNvGraphicFramePr/>
          <p:nvPr/>
        </p:nvGraphicFramePr>
        <p:xfrm>
          <a:off x="79375" y="1009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{BF0E6AF2-D08B-47B0-B5C5-62BAC79E0FBE}</a:tableStyleId>
              </a:tblPr>
              <a:tblGrid>
                <a:gridCol w="4148125"/>
                <a:gridCol w="4783125"/>
              </a:tblGrid>
              <a:tr h="1400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7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CC"/>
                        </a:buClr>
                        <a:buSzPts val="4400"/>
                        <a:buFont typeface="Times New Roman"/>
                        <a:buNone/>
                      </a:pPr>
                      <a:r>
                        <a:rPr b="1" i="0" lang="en-US" sz="4400" u="none" cap="none" strike="noStrike">
                          <a:solidFill>
                            <a:srgbClr val="0000CC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Java Syntax</a:t>
                      </a:r>
                      <a:endParaRPr/>
                    </a:p>
                  </a:txBody>
                  <a:tcPr marT="277625" marB="50400" marR="100800" marL="1008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7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CC"/>
                        </a:buClr>
                        <a:buSzPts val="4400"/>
                        <a:buFont typeface="Times New Roman"/>
                        <a:buNone/>
                      </a:pPr>
                      <a:r>
                        <a:rPr b="1" i="0" lang="en-US" sz="4400" u="none" cap="none" strike="noStrike">
                          <a:solidFill>
                            <a:srgbClr val="0000CC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UML Syntax</a:t>
                      </a:r>
                      <a:endParaRPr/>
                    </a:p>
                  </a:txBody>
                  <a:tcPr marT="277625" marB="50400" marR="100800" marL="1008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</a:tr>
              <a:tr h="1400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7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Times New Roman"/>
                        <a:buNone/>
                      </a:pPr>
                      <a:r>
                        <a:rPr b="1" i="0" lang="en-US" sz="2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Date birthday</a:t>
                      </a:r>
                      <a:endParaRPr/>
                    </a:p>
                  </a:txBody>
                  <a:tcPr marT="194900" marB="50400" marR="100800" marL="1008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7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Times New Roman"/>
                        <a:buNone/>
                      </a:pPr>
                      <a:r>
                        <a:rPr b="1" i="0" lang="en-US" sz="2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Birthday:Date</a:t>
                      </a:r>
                      <a:endParaRPr/>
                    </a:p>
                  </a:txBody>
                  <a:tcPr marT="194900" marB="50400" marR="100800" marL="1008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FF99"/>
                    </a:solidFill>
                  </a:tcPr>
                </a:tc>
              </a:tr>
              <a:tr h="1400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7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Times New Roman"/>
                        <a:buNone/>
                      </a:pPr>
                      <a:r>
                        <a:rPr b="1" i="0" lang="en-US" sz="2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Public int duration = 100</a:t>
                      </a:r>
                      <a:endParaRPr/>
                    </a:p>
                  </a:txBody>
                  <a:tcPr marT="194900" marB="50400" marR="100800" marL="1008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7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Times New Roman"/>
                        <a:buNone/>
                      </a:pPr>
                      <a:r>
                        <a:rPr b="1" i="0" lang="en-US" sz="2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+duration:int = 100</a:t>
                      </a:r>
                      <a:endParaRPr/>
                    </a:p>
                  </a:txBody>
                  <a:tcPr marT="194900" marB="50400" marR="100800" marL="1008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FF99"/>
                    </a:solidFill>
                  </a:tcPr>
                </a:tc>
              </a:tr>
              <a:tr h="1398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7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Times New Roman"/>
                        <a:buNone/>
                      </a:pPr>
                      <a:r>
                        <a:rPr b="1" i="0" lang="en-US" sz="24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Private Student students[0..MAX_Size]</a:t>
                      </a:r>
                      <a:endParaRPr/>
                    </a:p>
                  </a:txBody>
                  <a:tcPr marT="174300" marB="50400" marR="100800" marL="1008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7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Times New Roman"/>
                        <a:buNone/>
                      </a:pPr>
                      <a:r>
                        <a:rPr b="1" i="0" lang="en-US" sz="24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-Students[0..MAX_Size]:Student</a:t>
                      </a:r>
                      <a:endParaRPr/>
                    </a:p>
                  </a:txBody>
                  <a:tcPr marT="174300" marB="50400" marR="100800" marL="1008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FF9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5"/>
          <p:cNvSpPr txBox="1"/>
          <p:nvPr/>
        </p:nvSpPr>
        <p:spPr>
          <a:xfrm>
            <a:off x="631825" y="0"/>
            <a:ext cx="7797800" cy="7334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UML Class Representation</a:t>
            </a:r>
            <a:endParaRPr/>
          </a:p>
        </p:txBody>
      </p:sp>
      <p:sp>
        <p:nvSpPr>
          <p:cNvPr id="157" name="Google Shape;157;p5"/>
          <p:cNvSpPr txBox="1"/>
          <p:nvPr/>
        </p:nvSpPr>
        <p:spPr>
          <a:xfrm>
            <a:off x="287337" y="871537"/>
            <a:ext cx="8570912" cy="175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39725" lvl="0" marL="339725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1" i="0" lang="en-US" sz="2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class represents a set of objects having similar attributes, operations, relationships and behavior.</a:t>
            </a:r>
            <a:endParaRPr/>
          </a:p>
        </p:txBody>
      </p:sp>
      <p:grpSp>
        <p:nvGrpSpPr>
          <p:cNvPr id="158" name="Google Shape;158;p5"/>
          <p:cNvGrpSpPr/>
          <p:nvPr/>
        </p:nvGrpSpPr>
        <p:grpSpPr>
          <a:xfrm>
            <a:off x="3965575" y="3054350"/>
            <a:ext cx="2814637" cy="3135312"/>
            <a:chOff x="2498" y="1924"/>
            <a:chExt cx="1773" cy="1975"/>
          </a:xfrm>
        </p:grpSpPr>
        <p:sp>
          <p:nvSpPr>
            <p:cNvPr id="159" name="Google Shape;159;p5"/>
            <p:cNvSpPr txBox="1"/>
            <p:nvPr/>
          </p:nvSpPr>
          <p:spPr>
            <a:xfrm>
              <a:off x="2498" y="1924"/>
              <a:ext cx="1773" cy="1975"/>
            </a:xfrm>
            <a:prstGeom prst="rect">
              <a:avLst/>
            </a:prstGeom>
            <a:solidFill>
              <a:srgbClr val="CCFFCC"/>
            </a:solidFill>
            <a:ln cap="sq" cmpd="sng" w="38150">
              <a:solidFill>
                <a:srgbClr val="0000CC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160" name="Google Shape;160;p5"/>
            <p:cNvCxnSpPr/>
            <p:nvPr/>
          </p:nvCxnSpPr>
          <p:spPr>
            <a:xfrm>
              <a:off x="2498" y="2526"/>
              <a:ext cx="1773" cy="0"/>
            </a:xfrm>
            <a:prstGeom prst="straightConnector1">
              <a:avLst/>
            </a:prstGeom>
            <a:noFill/>
            <a:ln cap="sq" cmpd="sng" w="38150">
              <a:solidFill>
                <a:srgbClr val="0000CC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161" name="Google Shape;161;p5"/>
            <p:cNvCxnSpPr/>
            <p:nvPr/>
          </p:nvCxnSpPr>
          <p:spPr>
            <a:xfrm>
              <a:off x="2498" y="3214"/>
              <a:ext cx="1773" cy="0"/>
            </a:xfrm>
            <a:prstGeom prst="straightConnector1">
              <a:avLst/>
            </a:prstGeom>
            <a:noFill/>
            <a:ln cap="sq" cmpd="sng" w="38150">
              <a:solidFill>
                <a:srgbClr val="0000CC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sp>
          <p:nvSpPr>
            <p:cNvPr id="162" name="Google Shape;162;p5"/>
            <p:cNvSpPr txBox="1"/>
            <p:nvPr/>
          </p:nvSpPr>
          <p:spPr>
            <a:xfrm>
              <a:off x="2575" y="2009"/>
              <a:ext cx="1619" cy="4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0400" lIns="100800" spcFirstLastPara="1" rIns="100800" wrap="square" tIns="504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800"/>
                <a:buFont typeface="Times New Roman"/>
                <a:buNone/>
              </a:pPr>
              <a:r>
                <a:rPr b="0" i="0" lang="en-US" sz="38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Window</a:t>
              </a:r>
              <a:endParaRPr/>
            </a:p>
          </p:txBody>
        </p:sp>
        <p:sp>
          <p:nvSpPr>
            <p:cNvPr id="163" name="Google Shape;163;p5"/>
            <p:cNvSpPr txBox="1"/>
            <p:nvPr/>
          </p:nvSpPr>
          <p:spPr>
            <a:xfrm>
              <a:off x="2575" y="2571"/>
              <a:ext cx="1619" cy="4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Times New Roman"/>
                <a:buNone/>
              </a:pPr>
              <a:r>
                <a:rPr b="0" i="0" lang="en-US" sz="24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size: Size</a:t>
              </a:r>
              <a:br>
                <a:rPr b="0" i="0" lang="en-US" sz="24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</a:br>
              <a:r>
                <a:rPr b="0" i="0" lang="en-US" sz="24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visibility: boolean</a:t>
              </a:r>
              <a:endParaRPr/>
            </a:p>
          </p:txBody>
        </p:sp>
        <p:sp>
          <p:nvSpPr>
            <p:cNvPr id="164" name="Google Shape;164;p5"/>
            <p:cNvSpPr txBox="1"/>
            <p:nvPr/>
          </p:nvSpPr>
          <p:spPr>
            <a:xfrm>
              <a:off x="2575" y="3344"/>
              <a:ext cx="1619" cy="4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Times New Roman"/>
                <a:buNone/>
              </a:pPr>
              <a:r>
                <a:rPr b="0" i="0" lang="en-US" sz="24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display()</a:t>
              </a:r>
              <a:br>
                <a:rPr b="0" i="0" lang="en-US" sz="24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</a:br>
              <a:r>
                <a:rPr b="0" i="0" lang="en-US" sz="24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hide()</a:t>
              </a:r>
              <a:endParaRPr/>
            </a:p>
          </p:txBody>
        </p:sp>
      </p:grpSp>
      <p:sp>
        <p:nvSpPr>
          <p:cNvPr id="165" name="Google Shape;165;p5"/>
          <p:cNvSpPr txBox="1"/>
          <p:nvPr/>
        </p:nvSpPr>
        <p:spPr>
          <a:xfrm>
            <a:off x="2063750" y="5541962"/>
            <a:ext cx="2573337" cy="274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6" name="Google Shape;166;p5"/>
          <p:cNvSpPr/>
          <p:nvPr/>
        </p:nvSpPr>
        <p:spPr>
          <a:xfrm>
            <a:off x="1462087" y="2781300"/>
            <a:ext cx="1770062" cy="579437"/>
          </a:xfrm>
          <a:prstGeom prst="wedgeRectCallout">
            <a:avLst>
              <a:gd fmla="val 32485" name="adj1"/>
              <a:gd fmla="val 31440" name="adj2"/>
            </a:avLst>
          </a:prstGeom>
          <a:solidFill>
            <a:srgbClr val="FFFF99"/>
          </a:solidFill>
          <a:ln cap="sq" cmpd="sng" w="3815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50400" lIns="100800" spcFirstLastPara="1" rIns="100800" wrap="square" tIns="50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CC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rgbClr val="99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 Name</a:t>
            </a:r>
            <a:endParaRPr/>
          </a:p>
        </p:txBody>
      </p:sp>
      <p:sp>
        <p:nvSpPr>
          <p:cNvPr id="167" name="Google Shape;167;p5"/>
          <p:cNvSpPr/>
          <p:nvPr/>
        </p:nvSpPr>
        <p:spPr>
          <a:xfrm>
            <a:off x="769937" y="4283075"/>
            <a:ext cx="2460625" cy="458787"/>
          </a:xfrm>
          <a:prstGeom prst="wedgeRectCallout">
            <a:avLst>
              <a:gd fmla="val 30430" name="adj1"/>
              <a:gd fmla="val 14851" name="adj2"/>
            </a:avLst>
          </a:prstGeom>
          <a:solidFill>
            <a:srgbClr val="FFFF99"/>
          </a:solidFill>
          <a:ln cap="sq" cmpd="sng" w="3815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50400" lIns="100800" spcFirstLastPara="1" rIns="100800" wrap="square" tIns="50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CC"/>
              </a:buClr>
              <a:buSzPts val="2000"/>
              <a:buFont typeface="Times New Roman"/>
              <a:buNone/>
            </a:pPr>
            <a:r>
              <a:rPr b="0" i="0" lang="en-US" sz="2000" u="none">
                <a:solidFill>
                  <a:srgbClr val="99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Inline Attributes</a:t>
            </a:r>
            <a:endParaRPr/>
          </a:p>
        </p:txBody>
      </p:sp>
      <p:sp>
        <p:nvSpPr>
          <p:cNvPr id="168" name="Google Shape;168;p5"/>
          <p:cNvSpPr/>
          <p:nvPr/>
        </p:nvSpPr>
        <p:spPr>
          <a:xfrm>
            <a:off x="1392237" y="5511800"/>
            <a:ext cx="1838325" cy="404812"/>
          </a:xfrm>
          <a:prstGeom prst="wedgeRectCallout">
            <a:avLst>
              <a:gd fmla="val 31357" name="adj1"/>
              <a:gd fmla="val 5774" name="adj2"/>
            </a:avLst>
          </a:prstGeom>
          <a:solidFill>
            <a:srgbClr val="FFFF99"/>
          </a:solidFill>
          <a:ln cap="sq" cmpd="sng" w="3815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50400" lIns="100800" spcFirstLastPara="1" rIns="100800" wrap="square" tIns="50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CC"/>
              </a:buClr>
              <a:buSzPts val="2000"/>
              <a:buFont typeface="Times New Roman"/>
              <a:buNone/>
            </a:pPr>
            <a:r>
              <a:rPr b="0" i="0" lang="en-US" sz="2000" u="none">
                <a:solidFill>
                  <a:srgbClr val="99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Operations</a:t>
            </a:r>
            <a:endParaRPr/>
          </a:p>
        </p:txBody>
      </p:sp>
      <p:sp>
        <p:nvSpPr>
          <p:cNvPr id="169" name="Google Shape;169;p5"/>
          <p:cNvSpPr txBox="1"/>
          <p:nvPr/>
        </p:nvSpPr>
        <p:spPr>
          <a:xfrm>
            <a:off x="6991350" y="3775075"/>
            <a:ext cx="2005012" cy="1922462"/>
          </a:xfrm>
          <a:prstGeom prst="rect">
            <a:avLst/>
          </a:prstGeom>
          <a:solidFill>
            <a:srgbClr val="FFFF00"/>
          </a:solidFill>
          <a:ln cap="sq" cmpd="sng" w="952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class can implicitly have a few association attributes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6"/>
          <p:cNvSpPr txBox="1"/>
          <p:nvPr/>
        </p:nvSpPr>
        <p:spPr>
          <a:xfrm>
            <a:off x="381000" y="-165100"/>
            <a:ext cx="8102600" cy="1139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51475" lIns="19800" spcFirstLastPara="1" rIns="19800" wrap="square" tIns="51475">
            <a:noAutofit/>
          </a:bodyPr>
          <a:lstStyle/>
          <a:p>
            <a:pPr indent="0" lvl="0" marL="0" marR="0" rtl="0"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Example UML Classes</a:t>
            </a:r>
            <a:endParaRPr/>
          </a:p>
        </p:txBody>
      </p:sp>
      <p:grpSp>
        <p:nvGrpSpPr>
          <p:cNvPr id="178" name="Google Shape;178;p6"/>
          <p:cNvGrpSpPr/>
          <p:nvPr/>
        </p:nvGrpSpPr>
        <p:grpSpPr>
          <a:xfrm>
            <a:off x="147637" y="939800"/>
            <a:ext cx="8923337" cy="5889625"/>
            <a:chOff x="93" y="592"/>
            <a:chExt cx="5621" cy="3710"/>
          </a:xfrm>
        </p:grpSpPr>
        <p:sp>
          <p:nvSpPr>
            <p:cNvPr id="179" name="Google Shape;179;p6"/>
            <p:cNvSpPr txBox="1"/>
            <p:nvPr/>
          </p:nvSpPr>
          <p:spPr>
            <a:xfrm>
              <a:off x="170" y="3990"/>
              <a:ext cx="4566" cy="3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0400" lIns="100800" spcFirstLastPara="1" rIns="100800" wrap="square" tIns="504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CC"/>
                </a:buClr>
                <a:buSzPts val="2600"/>
                <a:buFont typeface="Times New Roman"/>
                <a:buNone/>
              </a:pPr>
              <a:r>
                <a:rPr b="0" i="0" lang="en-US" sz="2600" u="none">
                  <a:solidFill>
                    <a:srgbClr val="0000CC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Different representations of the LibraryMember class</a:t>
              </a:r>
              <a:endParaRPr/>
            </a:p>
          </p:txBody>
        </p:sp>
        <p:grpSp>
          <p:nvGrpSpPr>
            <p:cNvPr id="180" name="Google Shape;180;p6"/>
            <p:cNvGrpSpPr/>
            <p:nvPr/>
          </p:nvGrpSpPr>
          <p:grpSpPr>
            <a:xfrm>
              <a:off x="93" y="592"/>
              <a:ext cx="1661" cy="3119"/>
              <a:chOff x="93" y="592"/>
              <a:chExt cx="1661" cy="3119"/>
            </a:xfrm>
          </p:grpSpPr>
          <p:sp>
            <p:nvSpPr>
              <p:cNvPr id="181" name="Google Shape;181;p6"/>
              <p:cNvSpPr txBox="1"/>
              <p:nvPr/>
            </p:nvSpPr>
            <p:spPr>
              <a:xfrm>
                <a:off x="93" y="592"/>
                <a:ext cx="1661" cy="344"/>
              </a:xfrm>
              <a:prstGeom prst="rect">
                <a:avLst/>
              </a:prstGeom>
              <a:solidFill>
                <a:srgbClr val="FFFF00"/>
              </a:solidFill>
              <a:ln cap="sq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50400" lIns="100800" spcFirstLastPara="1" rIns="100800" wrap="square" tIns="504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800"/>
                  <a:buFont typeface="Times New Roman"/>
                  <a:buNone/>
                </a:pPr>
                <a:r>
                  <a:rPr b="0" i="0" lang="en-US" sz="2800" u="none">
                    <a:solidFill>
                      <a:srgbClr val="3333CC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LibraryMember</a:t>
                </a:r>
                <a:endParaRPr/>
              </a:p>
            </p:txBody>
          </p:sp>
          <p:sp>
            <p:nvSpPr>
              <p:cNvPr id="182" name="Google Shape;182;p6"/>
              <p:cNvSpPr txBox="1"/>
              <p:nvPr/>
            </p:nvSpPr>
            <p:spPr>
              <a:xfrm>
                <a:off x="93" y="938"/>
                <a:ext cx="1661" cy="1662"/>
              </a:xfrm>
              <a:prstGeom prst="rect">
                <a:avLst/>
              </a:prstGeom>
              <a:solidFill>
                <a:srgbClr val="FF9999"/>
              </a:solidFill>
              <a:ln cap="sq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50400" lIns="100800" spcFirstLastPara="1" rIns="100800" wrap="square" tIns="504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3300"/>
                  </a:buClr>
                  <a:buSzPts val="1900"/>
                  <a:buFont typeface="Times New Roman"/>
                  <a:buNone/>
                </a:pPr>
                <a:r>
                  <a:rPr b="0" i="0" lang="en-US" sz="1900" u="none">
                    <a:solidFill>
                      <a:srgbClr val="0033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Member Name</a:t>
                </a:r>
                <a:endParaRPr/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3300"/>
                  </a:buClr>
                  <a:buSzPts val="1900"/>
                  <a:buFont typeface="Times New Roman"/>
                  <a:buNone/>
                </a:pPr>
                <a:r>
                  <a:rPr b="0" i="0" lang="en-US" sz="1900" u="none">
                    <a:solidFill>
                      <a:srgbClr val="0033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Membership Number</a:t>
                </a:r>
                <a:endParaRPr/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3300"/>
                  </a:buClr>
                  <a:buSzPts val="1900"/>
                  <a:buFont typeface="Times New Roman"/>
                  <a:buNone/>
                </a:pPr>
                <a:r>
                  <a:rPr b="0" i="0" lang="en-US" sz="1900" u="none">
                    <a:solidFill>
                      <a:srgbClr val="0033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Address</a:t>
                </a:r>
                <a:endParaRPr/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3300"/>
                  </a:buClr>
                  <a:buSzPts val="1900"/>
                  <a:buFont typeface="Times New Roman"/>
                  <a:buNone/>
                </a:pPr>
                <a:r>
                  <a:rPr b="0" i="0" lang="en-US" sz="1900" u="none">
                    <a:solidFill>
                      <a:srgbClr val="0033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Phone Number</a:t>
                </a:r>
                <a:endParaRPr/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3300"/>
                  </a:buClr>
                  <a:buSzPts val="1900"/>
                  <a:buFont typeface="Times New Roman"/>
                  <a:buNone/>
                </a:pPr>
                <a:r>
                  <a:rPr b="0" i="0" lang="en-US" sz="1900" u="none">
                    <a:solidFill>
                      <a:srgbClr val="0033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E-Mail Address</a:t>
                </a:r>
                <a:endParaRPr/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3300"/>
                  </a:buClr>
                  <a:buSzPts val="1500"/>
                  <a:buFont typeface="Times New Roman"/>
                  <a:buNone/>
                </a:pPr>
                <a:r>
                  <a:rPr b="0" i="0" lang="en-US" sz="1500" u="none">
                    <a:solidFill>
                      <a:srgbClr val="0033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Membership Admission Date</a:t>
                </a:r>
                <a:endParaRPr/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3300"/>
                  </a:buClr>
                  <a:buSzPts val="1700"/>
                  <a:buFont typeface="Times New Roman"/>
                  <a:buNone/>
                </a:pPr>
                <a:r>
                  <a:rPr b="0" i="0" lang="en-US" sz="1700" u="none">
                    <a:solidFill>
                      <a:srgbClr val="0033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Membership Expiry Date</a:t>
                </a:r>
                <a:endParaRPr/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3300"/>
                  </a:buClr>
                  <a:buSzPts val="1900"/>
                  <a:buFont typeface="Times New Roman"/>
                  <a:buNone/>
                </a:pPr>
                <a:r>
                  <a:rPr b="0" i="0" lang="en-US" sz="1900" u="none">
                    <a:solidFill>
                      <a:srgbClr val="0033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Books Issued</a:t>
                </a:r>
                <a:endParaRPr/>
              </a:p>
            </p:txBody>
          </p:sp>
          <p:sp>
            <p:nvSpPr>
              <p:cNvPr id="183" name="Google Shape;183;p6"/>
              <p:cNvSpPr txBox="1"/>
              <p:nvPr/>
            </p:nvSpPr>
            <p:spPr>
              <a:xfrm>
                <a:off x="93" y="2602"/>
                <a:ext cx="1661" cy="1109"/>
              </a:xfrm>
              <a:prstGeom prst="rect">
                <a:avLst/>
              </a:prstGeom>
              <a:solidFill>
                <a:srgbClr val="CCFF99"/>
              </a:solidFill>
              <a:ln cap="sq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50400" lIns="100800" spcFirstLastPara="1" rIns="100800" wrap="square" tIns="504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CC"/>
                  </a:buClr>
                  <a:buSzPts val="1900"/>
                  <a:buFont typeface="Times New Roman"/>
                  <a:buNone/>
                </a:pPr>
                <a:r>
                  <a:rPr b="0" i="0" lang="en-US" sz="1900" u="none">
                    <a:solidFill>
                      <a:srgbClr val="0000CC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issueBook( );</a:t>
                </a:r>
                <a:endParaRPr/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CC"/>
                  </a:buClr>
                  <a:buSzPts val="1900"/>
                  <a:buFont typeface="Times New Roman"/>
                  <a:buNone/>
                </a:pPr>
                <a:r>
                  <a:rPr b="0" i="0" lang="en-US" sz="1900" u="none">
                    <a:solidFill>
                      <a:srgbClr val="0000CC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findPendingBooks( );</a:t>
                </a:r>
                <a:endParaRPr/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CC"/>
                  </a:buClr>
                  <a:buSzPts val="1900"/>
                  <a:buFont typeface="Times New Roman"/>
                  <a:buNone/>
                </a:pPr>
                <a:r>
                  <a:rPr b="0" i="0" lang="en-US" sz="1900" u="none">
                    <a:solidFill>
                      <a:srgbClr val="0000CC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findOverdueBooks( );</a:t>
                </a:r>
                <a:endParaRPr/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CC"/>
                  </a:buClr>
                  <a:buSzPts val="1900"/>
                  <a:buFont typeface="Times New Roman"/>
                  <a:buNone/>
                </a:pPr>
                <a:r>
                  <a:rPr b="0" i="0" lang="en-US" sz="1900" u="none">
                    <a:solidFill>
                      <a:srgbClr val="0000CC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returnBook( );</a:t>
                </a:r>
                <a:endParaRPr/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CC"/>
                  </a:buClr>
                  <a:buSzPts val="1700"/>
                  <a:buFont typeface="Times New Roman"/>
                  <a:buNone/>
                </a:pPr>
                <a:r>
                  <a:rPr b="0" i="0" lang="en-US" sz="1700" u="none">
                    <a:solidFill>
                      <a:srgbClr val="0000CC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findMembershipDetails( );</a:t>
                </a:r>
                <a:endParaRPr/>
              </a:p>
            </p:txBody>
          </p:sp>
        </p:grpSp>
        <p:sp>
          <p:nvSpPr>
            <p:cNvPr id="184" name="Google Shape;184;p6"/>
            <p:cNvSpPr txBox="1"/>
            <p:nvPr/>
          </p:nvSpPr>
          <p:spPr>
            <a:xfrm>
              <a:off x="2080" y="592"/>
              <a:ext cx="1777" cy="408"/>
            </a:xfrm>
            <a:prstGeom prst="rect">
              <a:avLst/>
            </a:prstGeom>
            <a:solidFill>
              <a:srgbClr val="FFFF00"/>
            </a:solidFill>
            <a:ln cap="sq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50400" lIns="100800" spcFirstLastPara="1" rIns="100800" wrap="square" tIns="50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800"/>
                <a:buFont typeface="Times New Roman"/>
                <a:buNone/>
              </a:pPr>
              <a:r>
                <a:rPr b="0" i="0" lang="en-US" sz="2800" u="none">
                  <a:solidFill>
                    <a:srgbClr val="3333CC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LibraryMember</a:t>
              </a:r>
              <a:endParaRPr/>
            </a:p>
          </p:txBody>
        </p:sp>
        <p:sp>
          <p:nvSpPr>
            <p:cNvPr id="185" name="Google Shape;185;p6"/>
            <p:cNvSpPr txBox="1"/>
            <p:nvPr/>
          </p:nvSpPr>
          <p:spPr>
            <a:xfrm>
              <a:off x="2080" y="1002"/>
              <a:ext cx="1777" cy="1349"/>
            </a:xfrm>
            <a:prstGeom prst="rect">
              <a:avLst/>
            </a:prstGeom>
            <a:solidFill>
              <a:srgbClr val="FF9999"/>
            </a:solidFill>
            <a:ln cap="sq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50400" lIns="100800" spcFirstLastPara="1" rIns="100800" wrap="square" tIns="50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3300"/>
                </a:buClr>
                <a:buSzPts val="2000"/>
                <a:buFont typeface="Times New Roman"/>
                <a:buNone/>
              </a:pPr>
              <a:r>
                <a:rPr b="0" i="0" lang="en-US" sz="2000" u="none">
                  <a:solidFill>
                    <a:srgbClr val="0033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issueBook( );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3300"/>
                </a:buClr>
                <a:buSzPts val="2000"/>
                <a:buFont typeface="Times New Roman"/>
                <a:buNone/>
              </a:pPr>
              <a:r>
                <a:rPr b="0" i="0" lang="en-US" sz="2000" u="none">
                  <a:solidFill>
                    <a:srgbClr val="0033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findPendingBooks( );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3300"/>
                </a:buClr>
                <a:buSzPts val="2000"/>
                <a:buFont typeface="Times New Roman"/>
                <a:buNone/>
              </a:pPr>
              <a:r>
                <a:rPr b="0" i="0" lang="en-US" sz="2000" u="none">
                  <a:solidFill>
                    <a:srgbClr val="0033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findOverdueBooks( );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3300"/>
                </a:buClr>
                <a:buSzPts val="2000"/>
                <a:buFont typeface="Times New Roman"/>
                <a:buNone/>
              </a:pPr>
              <a:r>
                <a:rPr b="0" i="0" lang="en-US" sz="2000" u="none">
                  <a:solidFill>
                    <a:srgbClr val="0033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returnBook( );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3300"/>
                </a:buClr>
                <a:buSzPts val="1800"/>
                <a:buFont typeface="Times New Roman"/>
                <a:buNone/>
              </a:pPr>
              <a:r>
                <a:rPr b="0" i="0" lang="en-US" sz="1800" u="none">
                  <a:solidFill>
                    <a:srgbClr val="0033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findMembershipDetails( );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86" name="Google Shape;186;p6"/>
            <p:cNvSpPr txBox="1"/>
            <p:nvPr/>
          </p:nvSpPr>
          <p:spPr>
            <a:xfrm>
              <a:off x="4116" y="592"/>
              <a:ext cx="1598" cy="344"/>
            </a:xfrm>
            <a:prstGeom prst="rect">
              <a:avLst/>
            </a:prstGeom>
            <a:solidFill>
              <a:srgbClr val="FFFF00"/>
            </a:solidFill>
            <a:ln cap="sq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50400" lIns="100800" spcFirstLastPara="1" rIns="100800" wrap="square" tIns="50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800"/>
                <a:buFont typeface="Times New Roman"/>
                <a:buNone/>
              </a:pPr>
              <a:r>
                <a:rPr b="0" i="0" lang="en-US" sz="2800" u="none">
                  <a:solidFill>
                    <a:srgbClr val="3333CC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LibraryMember</a:t>
              </a:r>
              <a:endParaRPr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7"/>
          <p:cNvSpPr txBox="1"/>
          <p:nvPr/>
        </p:nvSpPr>
        <p:spPr>
          <a:xfrm>
            <a:off x="701675" y="0"/>
            <a:ext cx="7797800" cy="1139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Visibility Syntax in UML</a:t>
            </a:r>
            <a:endParaRPr/>
          </a:p>
        </p:txBody>
      </p:sp>
      <p:graphicFrame>
        <p:nvGraphicFramePr>
          <p:cNvPr id="194" name="Google Shape;194;p7"/>
          <p:cNvGraphicFramePr/>
          <p:nvPr/>
        </p:nvGraphicFramePr>
        <p:xfrm>
          <a:off x="287337" y="114776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{BF0E6AF2-D08B-47B0-B5C5-62BAC79E0FBE}</a:tableStyleId>
              </a:tblPr>
              <a:tblGrid>
                <a:gridCol w="2430450"/>
                <a:gridCol w="2757475"/>
                <a:gridCol w="3452800"/>
              </a:tblGrid>
              <a:tr h="10556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7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CC"/>
                        </a:buClr>
                        <a:buSzPts val="3600"/>
                        <a:buFont typeface="Times New Roman"/>
                        <a:buNone/>
                      </a:pPr>
                      <a:r>
                        <a:rPr b="1" i="0" lang="en-US" sz="3600" u="none" cap="none" strike="noStrike">
                          <a:solidFill>
                            <a:srgbClr val="0000CC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Visibilty</a:t>
                      </a:r>
                      <a:endParaRPr/>
                    </a:p>
                  </a:txBody>
                  <a:tcPr marT="236450" marB="50400" marR="100800" marL="1008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7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CC"/>
                        </a:buClr>
                        <a:buSzPts val="3600"/>
                        <a:buFont typeface="Times New Roman"/>
                        <a:buNone/>
                      </a:pPr>
                      <a:r>
                        <a:rPr b="1" i="0" lang="en-US" sz="3600" u="none" cap="none" strike="noStrike">
                          <a:solidFill>
                            <a:srgbClr val="0000CC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Java Syntax</a:t>
                      </a:r>
                      <a:endParaRPr/>
                    </a:p>
                  </a:txBody>
                  <a:tcPr marT="236450" marB="50400" marR="100800" marL="1008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7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CC"/>
                        </a:buClr>
                        <a:buSzPts val="3600"/>
                        <a:buFont typeface="Times New Roman"/>
                        <a:buNone/>
                      </a:pPr>
                      <a:r>
                        <a:rPr b="1" i="0" lang="en-US" sz="3600" u="none" cap="none" strike="noStrike">
                          <a:solidFill>
                            <a:srgbClr val="0000CC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UML Syntax</a:t>
                      </a:r>
                      <a:endParaRPr/>
                    </a:p>
                  </a:txBody>
                  <a:tcPr marT="236450" marB="50400" marR="100800" marL="1008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</a:tr>
              <a:tr h="1020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7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3300"/>
                        </a:buClr>
                        <a:buSzPts val="3600"/>
                        <a:buFont typeface="Times New Roman"/>
                        <a:buNone/>
                      </a:pPr>
                      <a:r>
                        <a:rPr b="1" i="0" lang="en-US" sz="3600" u="none" cap="none" strike="noStrike">
                          <a:solidFill>
                            <a:srgbClr val="0033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public</a:t>
                      </a:r>
                      <a:endParaRPr/>
                    </a:p>
                  </a:txBody>
                  <a:tcPr marT="236450" marB="50400" marR="100800" marL="1008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7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3300"/>
                        </a:buClr>
                        <a:buSzPts val="3600"/>
                        <a:buFont typeface="Times New Roman"/>
                        <a:buNone/>
                      </a:pPr>
                      <a:r>
                        <a:rPr b="1" i="0" lang="en-US" sz="3600" u="none" cap="none" strike="noStrike">
                          <a:solidFill>
                            <a:srgbClr val="0033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public</a:t>
                      </a:r>
                      <a:endParaRPr/>
                    </a:p>
                  </a:txBody>
                  <a:tcPr marT="236450" marB="50400" marR="100800" marL="1008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7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3300"/>
                        </a:buClr>
                        <a:buSzPts val="3600"/>
                        <a:buFont typeface="Times New Roman"/>
                        <a:buNone/>
                      </a:pPr>
                      <a:r>
                        <a:rPr b="1" i="0" lang="en-US" sz="3600" u="none" cap="none" strike="noStrike">
                          <a:solidFill>
                            <a:srgbClr val="0033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</a:t>
                      </a:r>
                      <a:endParaRPr/>
                    </a:p>
                  </a:txBody>
                  <a:tcPr marT="236450" marB="50400" marR="100800" marL="1008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FFCC"/>
                    </a:solidFill>
                  </a:tcPr>
                </a:tc>
              </a:tr>
              <a:tr h="1055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7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3300"/>
                        </a:buClr>
                        <a:buSzPts val="3600"/>
                        <a:buFont typeface="Times New Roman"/>
                        <a:buNone/>
                      </a:pPr>
                      <a:r>
                        <a:rPr b="1" i="0" lang="en-US" sz="3600" u="none" cap="none" strike="noStrike">
                          <a:solidFill>
                            <a:srgbClr val="0033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protected</a:t>
                      </a:r>
                      <a:endParaRPr/>
                    </a:p>
                  </a:txBody>
                  <a:tcPr marT="236450" marB="50400" marR="100800" marL="1008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7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3300"/>
                        </a:buClr>
                        <a:buSzPts val="3600"/>
                        <a:buFont typeface="Times New Roman"/>
                        <a:buNone/>
                      </a:pPr>
                      <a:r>
                        <a:rPr b="1" i="0" lang="en-US" sz="3600" u="none" cap="none" strike="noStrike">
                          <a:solidFill>
                            <a:srgbClr val="0033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protected</a:t>
                      </a:r>
                      <a:endParaRPr/>
                    </a:p>
                  </a:txBody>
                  <a:tcPr marT="236450" marB="50400" marR="100800" marL="1008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7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3300"/>
                        </a:buClr>
                        <a:buSzPts val="3600"/>
                        <a:buFont typeface="Times New Roman"/>
                        <a:buNone/>
                      </a:pPr>
                      <a:r>
                        <a:rPr b="1" i="0" lang="en-US" sz="3600" u="none" cap="none" strike="noStrike">
                          <a:solidFill>
                            <a:srgbClr val="0033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#</a:t>
                      </a:r>
                      <a:endParaRPr/>
                    </a:p>
                  </a:txBody>
                  <a:tcPr marT="236450" marB="50400" marR="100800" marL="1008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FFCC"/>
                    </a:solidFill>
                  </a:tcPr>
                </a:tc>
              </a:tr>
              <a:tr h="977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7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3300"/>
                        </a:buClr>
                        <a:buSzPts val="3600"/>
                        <a:buFont typeface="Times New Roman"/>
                        <a:buNone/>
                      </a:pPr>
                      <a:r>
                        <a:rPr b="1" i="0" lang="en-US" sz="3600" u="none" cap="none" strike="noStrike">
                          <a:solidFill>
                            <a:srgbClr val="0033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package</a:t>
                      </a:r>
                      <a:endParaRPr/>
                    </a:p>
                  </a:txBody>
                  <a:tcPr marT="236450" marB="50400" marR="100800" marL="1008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36450" marB="50400" marR="100800" marL="1008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7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3300"/>
                        </a:buClr>
                        <a:buSzPts val="3600"/>
                        <a:buFont typeface="Times New Roman"/>
                        <a:buNone/>
                      </a:pPr>
                      <a:r>
                        <a:rPr b="1" i="0" lang="en-US" sz="3600" u="none">
                          <a:solidFill>
                            <a:srgbClr val="0033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~</a:t>
                      </a:r>
                      <a:endParaRPr/>
                    </a:p>
                  </a:txBody>
                  <a:tcPr marT="236450" marB="50400" marR="100800" marL="1008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FFCC"/>
                    </a:solidFill>
                  </a:tcPr>
                </a:tc>
              </a:tr>
              <a:tr h="1073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7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3300"/>
                        </a:buClr>
                        <a:buSzPts val="3600"/>
                        <a:buFont typeface="Times New Roman"/>
                        <a:buNone/>
                      </a:pPr>
                      <a:r>
                        <a:rPr b="1" i="0" lang="en-US" sz="3600" u="none">
                          <a:solidFill>
                            <a:srgbClr val="0033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private</a:t>
                      </a:r>
                      <a:endParaRPr/>
                    </a:p>
                  </a:txBody>
                  <a:tcPr marT="236450" marB="50400" marR="100800" marL="1008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7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3300"/>
                        </a:buClr>
                        <a:buSzPts val="3600"/>
                        <a:buFont typeface="Times New Roman"/>
                        <a:buNone/>
                      </a:pPr>
                      <a:r>
                        <a:rPr b="1" i="0" lang="en-US" sz="3600" u="none">
                          <a:solidFill>
                            <a:srgbClr val="0033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private</a:t>
                      </a:r>
                      <a:endParaRPr/>
                    </a:p>
                  </a:txBody>
                  <a:tcPr marT="236450" marB="50400" marR="100800" marL="1008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7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3300"/>
                        </a:buClr>
                        <a:buSzPts val="3600"/>
                        <a:buFont typeface="Times New Roman"/>
                        <a:buNone/>
                      </a:pPr>
                      <a:r>
                        <a:rPr b="1" i="0" lang="en-US" sz="3600" u="none">
                          <a:solidFill>
                            <a:srgbClr val="0033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</a:t>
                      </a:r>
                      <a:endParaRPr/>
                    </a:p>
                  </a:txBody>
                  <a:tcPr marT="236450" marB="50400" marR="100800" marL="1008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FFC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8"/>
          <p:cNvSpPr txBox="1"/>
          <p:nvPr/>
        </p:nvSpPr>
        <p:spPr>
          <a:xfrm>
            <a:off x="304800" y="152400"/>
            <a:ext cx="86106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b" bIns="46075" lIns="92150" spcFirstLastPara="1" rIns="92150" wrap="square" tIns="460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Relationships Between Classes</a:t>
            </a:r>
            <a:endParaRPr/>
          </a:p>
        </p:txBody>
      </p:sp>
      <p:sp>
        <p:nvSpPr>
          <p:cNvPr id="202" name="Google Shape;202;p8"/>
          <p:cNvSpPr txBox="1"/>
          <p:nvPr/>
        </p:nvSpPr>
        <p:spPr>
          <a:xfrm>
            <a:off x="304800" y="1143000"/>
            <a:ext cx="8610600" cy="53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75" lIns="92150" spcFirstLastPara="1" rIns="92150" wrap="square" tIns="46075">
            <a:noAutofit/>
          </a:bodyPr>
          <a:lstStyle/>
          <a:p>
            <a:pPr indent="-339725" lvl="0" marL="3397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1" i="0" lang="en-US" sz="2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Association</a:t>
            </a:r>
            <a:endParaRPr/>
          </a:p>
          <a:p>
            <a:pPr indent="-282575" lvl="1" marL="73977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CC"/>
              </a:buClr>
              <a:buSzPts val="2000"/>
              <a:buFont typeface="Arial"/>
              <a:buChar char="•"/>
            </a:pPr>
            <a:r>
              <a:rPr b="1" i="0" lang="en-US" sz="2000" u="none" cap="none" strike="noStrik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Permanent, structural, “has a”</a:t>
            </a:r>
            <a:endParaRPr/>
          </a:p>
          <a:p>
            <a:pPr indent="-282575" lvl="1" marL="73977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CC"/>
              </a:buClr>
              <a:buSzPts val="2000"/>
              <a:buFont typeface="Arial"/>
              <a:buChar char="•"/>
            </a:pPr>
            <a:r>
              <a:rPr b="1" i="0" lang="en-US" sz="2000" u="none" cap="none" strike="noStrik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Solid line (arrowhead optional)</a:t>
            </a:r>
            <a:endParaRPr/>
          </a:p>
          <a:p>
            <a:pPr indent="-339725" lvl="0" marL="339725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1" i="0" lang="en-US" sz="2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Aggregation</a:t>
            </a:r>
            <a:endParaRPr/>
          </a:p>
          <a:p>
            <a:pPr indent="-282575" lvl="1" marL="73977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CC"/>
              </a:buClr>
              <a:buSzPts val="2000"/>
              <a:buFont typeface="Arial"/>
              <a:buChar char="•"/>
            </a:pPr>
            <a:r>
              <a:rPr b="1" i="0" lang="en-US" sz="2000" u="none" cap="none" strike="noStrik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Permanent, structural, a whole created from parts</a:t>
            </a:r>
            <a:endParaRPr/>
          </a:p>
          <a:p>
            <a:pPr indent="-282575" lvl="1" marL="73977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CC"/>
              </a:buClr>
              <a:buSzPts val="2000"/>
              <a:buFont typeface="Arial"/>
              <a:buChar char="•"/>
            </a:pPr>
            <a:r>
              <a:rPr b="1" i="0" lang="en-US" sz="2000" u="none" cap="none" strike="noStrik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Solid line with diamond from whole</a:t>
            </a:r>
            <a:endParaRPr/>
          </a:p>
          <a:p>
            <a:pPr indent="-339725" lvl="0" marL="339725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1" i="0" lang="en-US" sz="2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Dependency</a:t>
            </a:r>
            <a:endParaRPr/>
          </a:p>
          <a:p>
            <a:pPr indent="-282575" lvl="1" marL="73977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CC"/>
              </a:buClr>
              <a:buSzPts val="2000"/>
              <a:buFont typeface="Arial"/>
              <a:buChar char="•"/>
            </a:pPr>
            <a:r>
              <a:rPr b="1" i="0" lang="en-US" sz="2000" u="none" cap="none" strike="noStrik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Temporary, “uses a”</a:t>
            </a:r>
            <a:endParaRPr/>
          </a:p>
          <a:p>
            <a:pPr indent="-282575" lvl="1" marL="73977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CC"/>
              </a:buClr>
              <a:buSzPts val="2000"/>
              <a:buFont typeface="Arial"/>
              <a:buChar char="•"/>
            </a:pPr>
            <a:r>
              <a:rPr b="1" i="0" lang="en-US" sz="2000" u="none" cap="none" strike="noStrik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Dotted line with arrowhead</a:t>
            </a:r>
            <a:endParaRPr/>
          </a:p>
          <a:p>
            <a:pPr indent="-339725" lvl="0" marL="339725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1" i="0" lang="en-US" sz="2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Generalization</a:t>
            </a:r>
            <a:endParaRPr/>
          </a:p>
          <a:p>
            <a:pPr indent="-282575" lvl="1" marL="73977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CC"/>
              </a:buClr>
              <a:buSzPts val="2000"/>
              <a:buFont typeface="Arial"/>
              <a:buChar char="•"/>
            </a:pPr>
            <a:r>
              <a:rPr b="1" i="0" lang="en-US" sz="2000" u="none" cap="none" strike="noStrik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Inheritance, “is a”</a:t>
            </a:r>
            <a:endParaRPr/>
          </a:p>
          <a:p>
            <a:pPr indent="-282575" lvl="1" marL="73977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CC"/>
              </a:buClr>
              <a:buSzPts val="2000"/>
              <a:buFont typeface="Arial"/>
              <a:buChar char="•"/>
            </a:pPr>
            <a:r>
              <a:rPr b="1" i="0" lang="en-US" sz="2000" u="none" cap="none" strike="noStrik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Solid line with open (triangular) arrowhead</a:t>
            </a:r>
            <a:endParaRPr/>
          </a:p>
          <a:p>
            <a:pPr indent="-339725" lvl="0" marL="339725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1" i="0" lang="en-US" sz="2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Implementation</a:t>
            </a:r>
            <a:endParaRPr/>
          </a:p>
          <a:p>
            <a:pPr indent="-282575" lvl="1" marL="73977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CC"/>
              </a:buClr>
              <a:buSzPts val="2000"/>
              <a:buFont typeface="Arial"/>
              <a:buChar char="•"/>
            </a:pPr>
            <a:r>
              <a:rPr b="1" i="0" lang="en-US" sz="2000" u="none" cap="none" strike="noStrik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Dotted line with open (triangular) arrowhead</a:t>
            </a:r>
            <a:endParaRPr/>
          </a:p>
        </p:txBody>
      </p:sp>
      <p:cxnSp>
        <p:nvCxnSpPr>
          <p:cNvPr id="203" name="Google Shape;203;p8"/>
          <p:cNvCxnSpPr/>
          <p:nvPr/>
        </p:nvCxnSpPr>
        <p:spPr>
          <a:xfrm>
            <a:off x="3505200" y="1447800"/>
            <a:ext cx="1600200" cy="1587"/>
          </a:xfrm>
          <a:prstGeom prst="straightConnector1">
            <a:avLst/>
          </a:prstGeom>
          <a:noFill/>
          <a:ln cap="sq" cmpd="sng" w="76300">
            <a:solidFill>
              <a:srgbClr val="FF0000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204" name="Google Shape;204;p8"/>
          <p:cNvCxnSpPr/>
          <p:nvPr/>
        </p:nvCxnSpPr>
        <p:spPr>
          <a:xfrm>
            <a:off x="3505200" y="3581400"/>
            <a:ext cx="1600200" cy="1587"/>
          </a:xfrm>
          <a:prstGeom prst="straightConnector1">
            <a:avLst/>
          </a:prstGeom>
          <a:noFill/>
          <a:ln cap="sq" cmpd="sng" w="76300">
            <a:solidFill>
              <a:srgbClr val="FF0000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205" name="Google Shape;205;p8"/>
          <p:cNvCxnSpPr/>
          <p:nvPr/>
        </p:nvCxnSpPr>
        <p:spPr>
          <a:xfrm>
            <a:off x="3505200" y="4648200"/>
            <a:ext cx="1371600" cy="1587"/>
          </a:xfrm>
          <a:prstGeom prst="straightConnector1">
            <a:avLst/>
          </a:prstGeom>
          <a:noFill/>
          <a:ln cap="sq" cmpd="sng" w="76300">
            <a:solidFill>
              <a:srgbClr val="FF0000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206" name="Google Shape;206;p8"/>
          <p:cNvSpPr/>
          <p:nvPr/>
        </p:nvSpPr>
        <p:spPr>
          <a:xfrm rot="5400000">
            <a:off x="4841875" y="4533900"/>
            <a:ext cx="304800" cy="228600"/>
          </a:xfrm>
          <a:prstGeom prst="triangle">
            <a:avLst>
              <a:gd fmla="val 50000" name="adj"/>
            </a:avLst>
          </a:prstGeom>
          <a:noFill/>
          <a:ln cap="sq" cmpd="sng" w="5722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07" name="Google Shape;207;p8"/>
          <p:cNvCxnSpPr/>
          <p:nvPr/>
        </p:nvCxnSpPr>
        <p:spPr>
          <a:xfrm>
            <a:off x="6172200" y="1447800"/>
            <a:ext cx="1600200" cy="1587"/>
          </a:xfrm>
          <a:prstGeom prst="straightConnector1">
            <a:avLst/>
          </a:prstGeom>
          <a:noFill/>
          <a:ln cap="sq" cmpd="sng" w="76300">
            <a:solidFill>
              <a:srgbClr val="FF0000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sp>
        <p:nvSpPr>
          <p:cNvPr id="208" name="Google Shape;208;p8"/>
          <p:cNvSpPr txBox="1"/>
          <p:nvPr/>
        </p:nvSpPr>
        <p:spPr>
          <a:xfrm>
            <a:off x="5334000" y="1219200"/>
            <a:ext cx="685800" cy="460375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OR</a:t>
            </a:r>
            <a:endParaRPr/>
          </a:p>
        </p:txBody>
      </p:sp>
      <p:cxnSp>
        <p:nvCxnSpPr>
          <p:cNvPr id="209" name="Google Shape;209;p8"/>
          <p:cNvCxnSpPr/>
          <p:nvPr/>
        </p:nvCxnSpPr>
        <p:spPr>
          <a:xfrm>
            <a:off x="3505200" y="5867400"/>
            <a:ext cx="1371600" cy="1587"/>
          </a:xfrm>
          <a:prstGeom prst="straightConnector1">
            <a:avLst/>
          </a:prstGeom>
          <a:noFill/>
          <a:ln cap="sq" cmpd="sng" w="76300">
            <a:solidFill>
              <a:srgbClr val="FF0000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210" name="Google Shape;210;p8"/>
          <p:cNvSpPr/>
          <p:nvPr/>
        </p:nvSpPr>
        <p:spPr>
          <a:xfrm rot="5400000">
            <a:off x="4841875" y="5753100"/>
            <a:ext cx="304800" cy="228600"/>
          </a:xfrm>
          <a:prstGeom prst="triangle">
            <a:avLst>
              <a:gd fmla="val 50000" name="adj"/>
            </a:avLst>
          </a:prstGeom>
          <a:noFill/>
          <a:ln cap="sq" cmpd="sng" w="5722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11" name="Google Shape;211;p8"/>
          <p:cNvCxnSpPr/>
          <p:nvPr/>
        </p:nvCxnSpPr>
        <p:spPr>
          <a:xfrm>
            <a:off x="4572000" y="2466975"/>
            <a:ext cx="1971675" cy="1587"/>
          </a:xfrm>
          <a:prstGeom prst="straightConnector1">
            <a:avLst/>
          </a:prstGeom>
          <a:noFill/>
          <a:ln cap="sq" cmpd="sng" w="57225">
            <a:solidFill>
              <a:srgbClr val="FF3300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212" name="Google Shape;212;p8"/>
          <p:cNvSpPr/>
          <p:nvPr/>
        </p:nvSpPr>
        <p:spPr>
          <a:xfrm rot="5400000">
            <a:off x="4614862" y="2341562"/>
            <a:ext cx="171450" cy="257175"/>
          </a:xfrm>
          <a:prstGeom prst="diamond">
            <a:avLst/>
          </a:prstGeom>
          <a:solidFill>
            <a:srgbClr val="000000"/>
          </a:solidFill>
          <a:ln cap="sq" cmpd="sng" w="57225">
            <a:solidFill>
              <a:srgbClr val="FF33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9"/>
          <p:cNvSpPr txBox="1"/>
          <p:nvPr/>
        </p:nvSpPr>
        <p:spPr>
          <a:xfrm>
            <a:off x="304800" y="152400"/>
            <a:ext cx="86106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b" bIns="46075" lIns="92150" spcFirstLastPara="1" rIns="92150" wrap="square" tIns="460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Association</a:t>
            </a:r>
            <a:endParaRPr/>
          </a:p>
        </p:txBody>
      </p:sp>
      <p:sp>
        <p:nvSpPr>
          <p:cNvPr id="220" name="Google Shape;220;p9"/>
          <p:cNvSpPr txBox="1"/>
          <p:nvPr/>
        </p:nvSpPr>
        <p:spPr>
          <a:xfrm>
            <a:off x="304800" y="1143000"/>
            <a:ext cx="8610600" cy="25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75" lIns="92150" spcFirstLastPara="1" rIns="92150" wrap="square" tIns="46075">
            <a:noAutofit/>
          </a:bodyPr>
          <a:lstStyle/>
          <a:p>
            <a:pPr indent="-339725" lvl="0" marL="339725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1" i="0" lang="en-US" sz="2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Denotes permanent, structural relationship </a:t>
            </a:r>
            <a:endParaRPr/>
          </a:p>
          <a:p>
            <a:pPr indent="-339725" lvl="0" marL="339725" marR="0" rtl="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1" i="0" lang="en-US" sz="2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State of class A contains class B</a:t>
            </a:r>
            <a:endParaRPr/>
          </a:p>
          <a:p>
            <a:pPr indent="-339725" lvl="0" marL="339725" marR="0" rtl="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1" i="0" lang="en-US" sz="2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Represented by solid line (arrowhead optional)</a:t>
            </a:r>
            <a:endParaRPr/>
          </a:p>
        </p:txBody>
      </p:sp>
      <p:graphicFrame>
        <p:nvGraphicFramePr>
          <p:cNvPr id="221" name="Google Shape;221;p9"/>
          <p:cNvGraphicFramePr/>
          <p:nvPr/>
        </p:nvGraphicFramePr>
        <p:xfrm>
          <a:off x="762000" y="2971800"/>
          <a:ext cx="7621587" cy="2295525"/>
        </p:xfrm>
        <a:graphic>
          <a:graphicData uri="http://schemas.openxmlformats.org/presentationml/2006/ole">
            <mc:AlternateContent>
              <mc:Choice Requires="v">
                <p:oleObj r:id="rId4" imgH="2295525" imgW="7621587" spid="_x0000_s1">
                  <p:embed/>
                </p:oleObj>
              </mc:Choice>
              <mc:Fallback>
                <p:oleObj r:id="rId5" imgH="2295525" imgW="7621587">
                  <p:embed/>
                  <p:pic>
                    <p:nvPicPr>
                      <p:cNvPr id="221" name="Google Shape;221;p9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762000" y="2971800"/>
                        <a:ext cx="7621587" cy="2295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2" name="Google Shape;222;p9"/>
          <p:cNvSpPr txBox="1"/>
          <p:nvPr/>
        </p:nvSpPr>
        <p:spPr>
          <a:xfrm>
            <a:off x="762000" y="5486400"/>
            <a:ext cx="7620000" cy="460375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Car</a:t>
            </a:r>
            <a:r>
              <a:rPr b="1" i="0" lang="en-US" sz="2400" u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b="1" i="0" lang="en-US" sz="2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Engine</a:t>
            </a:r>
            <a:r>
              <a:rPr b="1" i="0" lang="en-US" sz="2400" u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classes know about each other </a:t>
            </a:r>
            <a:endParaRPr/>
          </a:p>
        </p:txBody>
      </p:sp>
      <p:cxnSp>
        <p:nvCxnSpPr>
          <p:cNvPr id="223" name="Google Shape;223;p9"/>
          <p:cNvCxnSpPr/>
          <p:nvPr/>
        </p:nvCxnSpPr>
        <p:spPr>
          <a:xfrm>
            <a:off x="3810000" y="4114800"/>
            <a:ext cx="1524000" cy="1587"/>
          </a:xfrm>
          <a:prstGeom prst="straightConnector1">
            <a:avLst/>
          </a:prstGeom>
          <a:noFill/>
          <a:ln cap="sq" cmpd="sng" w="57225">
            <a:solidFill>
              <a:srgbClr val="FF0000"/>
            </a:solidFill>
            <a:prstDash val="solid"/>
            <a:miter lim="800000"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0"/>
          <p:cNvSpPr txBox="1"/>
          <p:nvPr/>
        </p:nvSpPr>
        <p:spPr>
          <a:xfrm>
            <a:off x="152400" y="152400"/>
            <a:ext cx="88392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b" bIns="46075" lIns="92150" spcFirstLastPara="1" rIns="92150" wrap="square" tIns="460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Associations w/ Navigation Information</a:t>
            </a:r>
            <a:endParaRPr/>
          </a:p>
        </p:txBody>
      </p:sp>
      <p:sp>
        <p:nvSpPr>
          <p:cNvPr id="231" name="Google Shape;231;p10"/>
          <p:cNvSpPr txBox="1"/>
          <p:nvPr/>
        </p:nvSpPr>
        <p:spPr>
          <a:xfrm>
            <a:off x="304800" y="1143000"/>
            <a:ext cx="8610600" cy="25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75" lIns="92150" spcFirstLastPara="1" rIns="92150" wrap="square" tIns="46075">
            <a:noAutofit/>
          </a:bodyPr>
          <a:lstStyle/>
          <a:p>
            <a:pPr indent="-339725" lvl="0" marL="339725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1" i="0" lang="en-US" sz="2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Can indicate direction of relationship</a:t>
            </a:r>
            <a:endParaRPr/>
          </a:p>
          <a:p>
            <a:pPr indent="-339725" lvl="0" marL="339725" marR="0" rtl="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1" i="0" lang="en-US" sz="2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Represented by solid line with arrowhead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8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32" name="Google Shape;232;p10"/>
          <p:cNvGraphicFramePr/>
          <p:nvPr/>
        </p:nvGraphicFramePr>
        <p:xfrm>
          <a:off x="762000" y="2971800"/>
          <a:ext cx="7621587" cy="2295525"/>
        </p:xfrm>
        <a:graphic>
          <a:graphicData uri="http://schemas.openxmlformats.org/presentationml/2006/ole">
            <mc:AlternateContent>
              <mc:Choice Requires="v">
                <p:oleObj r:id="rId4" imgH="2295525" imgW="7621587" spid="_x0000_s1">
                  <p:embed/>
                </p:oleObj>
              </mc:Choice>
              <mc:Fallback>
                <p:oleObj r:id="rId5" imgH="2295525" imgW="7621587">
                  <p:embed/>
                  <p:pic>
                    <p:nvPicPr>
                      <p:cNvPr id="232" name="Google Shape;232;p10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762000" y="2971800"/>
                        <a:ext cx="7621587" cy="2295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33" name="Google Shape;233;p10"/>
          <p:cNvCxnSpPr/>
          <p:nvPr/>
        </p:nvCxnSpPr>
        <p:spPr>
          <a:xfrm>
            <a:off x="3810000" y="4114800"/>
            <a:ext cx="1524000" cy="1587"/>
          </a:xfrm>
          <a:prstGeom prst="straightConnector1">
            <a:avLst/>
          </a:prstGeom>
          <a:noFill/>
          <a:ln cap="sq" cmpd="sng" w="57225">
            <a:solidFill>
              <a:srgbClr val="FF0000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234" name="Google Shape;234;p10"/>
          <p:cNvSpPr txBox="1"/>
          <p:nvPr/>
        </p:nvSpPr>
        <p:spPr>
          <a:xfrm>
            <a:off x="838200" y="5715000"/>
            <a:ext cx="7467600" cy="8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Gas Pedal</a:t>
            </a:r>
            <a:r>
              <a:rPr b="1" i="0" lang="en-US" sz="2400" u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class knows about </a:t>
            </a:r>
            <a:r>
              <a:rPr b="1" i="0" lang="en-US" sz="2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Engine</a:t>
            </a:r>
            <a:r>
              <a:rPr b="1" i="0" lang="en-US" sz="2400" u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class </a:t>
            </a:r>
            <a:r>
              <a:rPr b="1" i="0" lang="en-US" sz="2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Engine</a:t>
            </a:r>
            <a:r>
              <a:rPr b="1" i="0" lang="en-US" sz="2400" u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class doesn’t know about </a:t>
            </a:r>
            <a:r>
              <a:rPr b="1" i="0" lang="en-US" sz="2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Gas Pedal class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1"/>
          <p:cNvSpPr txBox="1"/>
          <p:nvPr/>
        </p:nvSpPr>
        <p:spPr>
          <a:xfrm>
            <a:off x="152400" y="152400"/>
            <a:ext cx="88392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b" bIns="46075" lIns="92150" spcFirstLastPara="1" rIns="92150" wrap="square" tIns="460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Associations w/ Navigation Information</a:t>
            </a:r>
            <a:endParaRPr/>
          </a:p>
        </p:txBody>
      </p:sp>
      <p:sp>
        <p:nvSpPr>
          <p:cNvPr id="242" name="Google Shape;242;p11"/>
          <p:cNvSpPr txBox="1"/>
          <p:nvPr/>
        </p:nvSpPr>
        <p:spPr>
          <a:xfrm>
            <a:off x="304800" y="1143000"/>
            <a:ext cx="8610600" cy="25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75" lIns="92150" spcFirstLastPara="1" rIns="92150" wrap="square" tIns="46075">
            <a:noAutofit/>
          </a:bodyPr>
          <a:lstStyle/>
          <a:p>
            <a:pPr indent="-339725" lvl="0" marL="339725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1" i="0" lang="en-US" sz="2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Denotes “</a:t>
            </a:r>
            <a:r>
              <a:rPr b="1" i="0" lang="en-US" sz="2800" u="none">
                <a:solidFill>
                  <a:srgbClr val="FF3300"/>
                </a:solidFill>
                <a:latin typeface="Arial"/>
                <a:ea typeface="Arial"/>
                <a:cs typeface="Arial"/>
                <a:sym typeface="Arial"/>
              </a:rPr>
              <a:t>has-a</a:t>
            </a:r>
            <a:r>
              <a:rPr b="1" i="0" lang="en-US" sz="2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” relationship between classes</a:t>
            </a:r>
            <a:endParaRPr/>
          </a:p>
          <a:p>
            <a:pPr indent="-339725" lvl="0" marL="339725" marR="0" rtl="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1" i="0" lang="en-US" sz="2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“Gas Pedal” </a:t>
            </a:r>
            <a:r>
              <a:rPr b="1" i="0" lang="en-US" sz="2800" u="none">
                <a:solidFill>
                  <a:srgbClr val="FF3300"/>
                </a:solidFill>
                <a:latin typeface="Arial"/>
                <a:ea typeface="Arial"/>
                <a:cs typeface="Arial"/>
                <a:sym typeface="Arial"/>
              </a:rPr>
              <a:t>has an</a:t>
            </a:r>
            <a:r>
              <a:rPr b="1" i="0" lang="en-US" sz="2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“Engine”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8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43" name="Google Shape;243;p11"/>
          <p:cNvGraphicFramePr/>
          <p:nvPr/>
        </p:nvGraphicFramePr>
        <p:xfrm>
          <a:off x="762000" y="2971800"/>
          <a:ext cx="7621587" cy="2295525"/>
        </p:xfrm>
        <a:graphic>
          <a:graphicData uri="http://schemas.openxmlformats.org/presentationml/2006/ole">
            <mc:AlternateContent>
              <mc:Choice Requires="v">
                <p:oleObj r:id="rId4" imgH="2295525" imgW="7621587" spid="_x0000_s1">
                  <p:embed/>
                </p:oleObj>
              </mc:Choice>
              <mc:Fallback>
                <p:oleObj r:id="rId5" imgH="2295525" imgW="7621587">
                  <p:embed/>
                  <p:pic>
                    <p:nvPicPr>
                      <p:cNvPr id="243" name="Google Shape;243;p11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762000" y="2971800"/>
                        <a:ext cx="7621587" cy="2295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44" name="Google Shape;244;p11"/>
          <p:cNvCxnSpPr/>
          <p:nvPr/>
        </p:nvCxnSpPr>
        <p:spPr>
          <a:xfrm rot="10800000">
            <a:off x="2968625" y="4111625"/>
            <a:ext cx="844550" cy="1606550"/>
          </a:xfrm>
          <a:prstGeom prst="straightConnector1">
            <a:avLst/>
          </a:prstGeom>
          <a:noFill/>
          <a:ln cap="sq" cmpd="sng" w="57225">
            <a:solidFill>
              <a:srgbClr val="0000FF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245" name="Google Shape;245;p11"/>
          <p:cNvSpPr txBox="1"/>
          <p:nvPr/>
        </p:nvSpPr>
        <p:spPr>
          <a:xfrm>
            <a:off x="1524000" y="5715000"/>
            <a:ext cx="6477000" cy="8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Arial"/>
              <a:buNone/>
            </a:pPr>
            <a:r>
              <a:rPr b="1" i="0" lang="en-US" sz="2400" u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State of </a:t>
            </a:r>
            <a:r>
              <a:rPr b="1" i="0" lang="en-US" sz="2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Gas Pedal</a:t>
            </a:r>
            <a:r>
              <a:rPr b="1" i="0" lang="en-US" sz="2400" u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class contains instance of </a:t>
            </a:r>
            <a:r>
              <a:rPr b="1" i="0" lang="en-US" sz="2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Engine</a:t>
            </a:r>
            <a:r>
              <a:rPr b="1" i="0" lang="en-US" sz="2400" u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class </a:t>
            </a:r>
            <a:r>
              <a:rPr b="1" i="0" lang="en-US" sz="2400" u="none">
                <a:solidFill>
                  <a:srgbClr val="0000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⇒</a:t>
            </a:r>
            <a:r>
              <a:rPr b="1" i="0" lang="en-US" sz="2400" u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can invoke its methods</a:t>
            </a:r>
            <a:endParaRPr/>
          </a:p>
        </p:txBody>
      </p:sp>
      <p:cxnSp>
        <p:nvCxnSpPr>
          <p:cNvPr id="246" name="Google Shape;246;p11"/>
          <p:cNvCxnSpPr/>
          <p:nvPr/>
        </p:nvCxnSpPr>
        <p:spPr>
          <a:xfrm>
            <a:off x="3810000" y="4114800"/>
            <a:ext cx="1524000" cy="1587"/>
          </a:xfrm>
          <a:prstGeom prst="straightConnector1">
            <a:avLst/>
          </a:prstGeom>
          <a:noFill/>
          <a:ln cap="sq" cmpd="sng" w="57225">
            <a:solidFill>
              <a:srgbClr val="FF0000"/>
            </a:solidFill>
            <a:prstDash val="solid"/>
            <a:miter lim="800000"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2"/>
          <p:cNvSpPr txBox="1"/>
          <p:nvPr/>
        </p:nvSpPr>
        <p:spPr>
          <a:xfrm>
            <a:off x="631825" y="0"/>
            <a:ext cx="7797800" cy="7334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1" i="0" lang="en-US" sz="4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Association – example </a:t>
            </a:r>
            <a:endParaRPr/>
          </a:p>
        </p:txBody>
      </p:sp>
      <p:sp>
        <p:nvSpPr>
          <p:cNvPr id="254" name="Google Shape;254;p12"/>
          <p:cNvSpPr txBox="1"/>
          <p:nvPr/>
        </p:nvSpPr>
        <p:spPr>
          <a:xfrm>
            <a:off x="0" y="801687"/>
            <a:ext cx="9064625" cy="546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39725" lvl="0" marL="339725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Char char="•"/>
            </a:pPr>
            <a:r>
              <a:rPr b="1" i="0" lang="en-US" sz="4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 a home theatre system,</a:t>
            </a:r>
            <a:endParaRPr/>
          </a:p>
          <a:p>
            <a:pPr indent="-282575" lvl="1" marL="739775" marR="0" rtl="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rgbClr val="0000CC"/>
              </a:buClr>
              <a:buSzPts val="4000"/>
              <a:buFont typeface="Arial"/>
              <a:buChar char="•"/>
            </a:pPr>
            <a:r>
              <a:rPr b="1" i="0" lang="en-US" sz="4000" u="none" cap="none" strike="noStrik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A TV object has an association with a VCR object </a:t>
            </a:r>
            <a:endParaRPr/>
          </a:p>
          <a:p>
            <a:pPr indent="-228600" lvl="2" marL="1143000" marR="0" rtl="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rgbClr val="006699"/>
              </a:buClr>
              <a:buSzPts val="3600"/>
              <a:buFont typeface="Arial"/>
              <a:buChar char="•"/>
            </a:pPr>
            <a:r>
              <a:rPr b="1" i="0" lang="en-US" sz="3600" u="none" cap="none" strike="noStrik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 It may receive a signal from the VCR</a:t>
            </a:r>
            <a:endParaRPr/>
          </a:p>
          <a:p>
            <a:pPr indent="-282575" lvl="1" marL="739775" marR="0" rtl="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rgbClr val="0000CC"/>
              </a:buClr>
              <a:buSzPts val="4000"/>
              <a:buFont typeface="Arial"/>
              <a:buChar char="•"/>
            </a:pPr>
            <a:r>
              <a:rPr b="1" i="0" lang="en-US" sz="4000" u="none" cap="none" strike="noStrik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VCR may be associated with remote</a:t>
            </a:r>
            <a:endParaRPr/>
          </a:p>
          <a:p>
            <a:pPr indent="-228600" lvl="2" marL="1143000" marR="0" rtl="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rgbClr val="006699"/>
              </a:buClr>
              <a:buSzPts val="3600"/>
              <a:buFont typeface="Arial"/>
              <a:buChar char="•"/>
            </a:pPr>
            <a:r>
              <a:rPr b="1" i="0" lang="en-US" sz="3600" u="none" cap="none" strike="noStrik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 It may receive a signal (command)  to record</a:t>
            </a:r>
            <a:endParaRPr/>
          </a:p>
        </p:txBody>
      </p:sp>
      <p:grpSp>
        <p:nvGrpSpPr>
          <p:cNvPr id="255" name="Google Shape;255;p12"/>
          <p:cNvGrpSpPr/>
          <p:nvPr/>
        </p:nvGrpSpPr>
        <p:grpSpPr>
          <a:xfrm>
            <a:off x="5884862" y="2184400"/>
            <a:ext cx="3255962" cy="811212"/>
            <a:chOff x="3707" y="1376"/>
            <a:chExt cx="2051" cy="511"/>
          </a:xfrm>
        </p:grpSpPr>
        <p:pic>
          <p:nvPicPr>
            <p:cNvPr id="256" name="Google Shape;256;p1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707" y="1594"/>
              <a:ext cx="643" cy="28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7" name="Google Shape;257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266" y="1376"/>
              <a:ext cx="492" cy="51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8" name="Google Shape;258;p12"/>
            <p:cNvSpPr/>
            <p:nvPr/>
          </p:nvSpPr>
          <p:spPr>
            <a:xfrm>
              <a:off x="4274" y="1594"/>
              <a:ext cx="999" cy="223"/>
            </a:xfrm>
            <a:custGeom>
              <a:rect b="b" l="l" r="r" t="t"/>
              <a:pathLst>
                <a:path extrusionOk="0" h="248" w="1104">
                  <a:moveTo>
                    <a:pt x="0" y="96"/>
                  </a:moveTo>
                  <a:cubicBezTo>
                    <a:pt x="164" y="172"/>
                    <a:pt x="328" y="248"/>
                    <a:pt x="480" y="240"/>
                  </a:cubicBezTo>
                  <a:cubicBezTo>
                    <a:pt x="632" y="232"/>
                    <a:pt x="808" y="88"/>
                    <a:pt x="912" y="48"/>
                  </a:cubicBezTo>
                  <a:cubicBezTo>
                    <a:pt x="1016" y="8"/>
                    <a:pt x="1060" y="4"/>
                    <a:pt x="1104" y="0"/>
                  </a:cubicBezTo>
                </a:path>
              </a:pathLst>
            </a:custGeom>
            <a:noFill/>
            <a:ln cap="sq" cmpd="sng" w="38150">
              <a:solidFill>
                <a:srgbClr val="0000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259" name="Google Shape;259;p12"/>
          <p:cNvSpPr txBox="1"/>
          <p:nvPr/>
        </p:nvSpPr>
        <p:spPr>
          <a:xfrm>
            <a:off x="4221162" y="5886450"/>
            <a:ext cx="1222375" cy="695325"/>
          </a:xfrm>
          <a:prstGeom prst="rect">
            <a:avLst/>
          </a:prstGeom>
          <a:solidFill>
            <a:srgbClr val="FFFF00"/>
          </a:solidFill>
          <a:ln cap="sq" cmpd="sng" w="9525">
            <a:solidFill>
              <a:srgbClr val="0000C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50400" lIns="100800" spcFirstLastPara="1" rIns="100800" wrap="square" tIns="504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3900"/>
              <a:buFont typeface="Times New Roman"/>
              <a:buNone/>
            </a:pPr>
            <a:r>
              <a:rPr b="0" i="0" lang="en-US" sz="3900" u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VCR</a:t>
            </a:r>
            <a:endParaRPr/>
          </a:p>
        </p:txBody>
      </p:sp>
      <p:sp>
        <p:nvSpPr>
          <p:cNvPr id="260" name="Google Shape;260;p12"/>
          <p:cNvSpPr txBox="1"/>
          <p:nvPr/>
        </p:nvSpPr>
        <p:spPr>
          <a:xfrm>
            <a:off x="7561262" y="5956300"/>
            <a:ext cx="795337" cy="635000"/>
          </a:xfrm>
          <a:prstGeom prst="rect">
            <a:avLst/>
          </a:prstGeom>
          <a:solidFill>
            <a:srgbClr val="FFFF00"/>
          </a:solidFill>
          <a:ln cap="sq" cmpd="sng" w="9525">
            <a:solidFill>
              <a:srgbClr val="0000C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50400" lIns="100800" spcFirstLastPara="1" rIns="100800" wrap="square" tIns="504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3500"/>
              <a:buFont typeface="Times New Roman"/>
              <a:buNone/>
            </a:pPr>
            <a:r>
              <a:rPr b="0" i="0" lang="en-US" sz="3500" u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TV</a:t>
            </a:r>
            <a:endParaRPr/>
          </a:p>
        </p:txBody>
      </p:sp>
      <p:cxnSp>
        <p:nvCxnSpPr>
          <p:cNvPr id="261" name="Google Shape;261;p12"/>
          <p:cNvCxnSpPr/>
          <p:nvPr/>
        </p:nvCxnSpPr>
        <p:spPr>
          <a:xfrm>
            <a:off x="5280025" y="6232525"/>
            <a:ext cx="2281237" cy="1587"/>
          </a:xfrm>
          <a:prstGeom prst="straightConnector1">
            <a:avLst/>
          </a:prstGeom>
          <a:noFill/>
          <a:ln cap="sq" cmpd="sng" w="38150">
            <a:solidFill>
              <a:srgbClr val="000000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262" name="Google Shape;262;p12"/>
          <p:cNvSpPr txBox="1"/>
          <p:nvPr/>
        </p:nvSpPr>
        <p:spPr>
          <a:xfrm>
            <a:off x="7353300" y="5886450"/>
            <a:ext cx="276225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Times New Roman"/>
              <a:buNone/>
            </a:pPr>
            <a:r>
              <a:rPr b="0" i="0" lang="en-US" sz="25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/>
          </a:p>
        </p:txBody>
      </p:sp>
      <p:sp>
        <p:nvSpPr>
          <p:cNvPr id="263" name="Google Shape;263;p12"/>
          <p:cNvSpPr txBox="1"/>
          <p:nvPr/>
        </p:nvSpPr>
        <p:spPr>
          <a:xfrm>
            <a:off x="5418137" y="6192837"/>
            <a:ext cx="2281237" cy="460375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00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Connected to</a:t>
            </a:r>
            <a:endParaRPr/>
          </a:p>
        </p:txBody>
      </p:sp>
      <p:sp>
        <p:nvSpPr>
          <p:cNvPr id="264" name="Google Shape;264;p12"/>
          <p:cNvSpPr txBox="1"/>
          <p:nvPr/>
        </p:nvSpPr>
        <p:spPr>
          <a:xfrm>
            <a:off x="5280025" y="5848350"/>
            <a:ext cx="276225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Times New Roman"/>
              <a:buNone/>
            </a:pPr>
            <a:r>
              <a:rPr b="0" i="0" lang="en-US" sz="25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/>
          </a:p>
        </p:txBody>
      </p:sp>
      <p:sp>
        <p:nvSpPr>
          <p:cNvPr id="265" name="Google Shape;265;p12"/>
          <p:cNvSpPr txBox="1"/>
          <p:nvPr/>
        </p:nvSpPr>
        <p:spPr>
          <a:xfrm>
            <a:off x="425450" y="5916612"/>
            <a:ext cx="1587500" cy="635000"/>
          </a:xfrm>
          <a:prstGeom prst="rect">
            <a:avLst/>
          </a:prstGeom>
          <a:solidFill>
            <a:srgbClr val="FFFF00"/>
          </a:solidFill>
          <a:ln cap="sq" cmpd="sng" w="9525">
            <a:solidFill>
              <a:srgbClr val="0000C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50400" lIns="100800" spcFirstLastPara="1" rIns="100800" wrap="square" tIns="504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3500"/>
              <a:buFont typeface="Times New Roman"/>
              <a:buNone/>
            </a:pPr>
            <a:r>
              <a:rPr b="0" i="0" lang="en-US" sz="3500" u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Remote</a:t>
            </a:r>
            <a:endParaRPr/>
          </a:p>
        </p:txBody>
      </p:sp>
      <p:cxnSp>
        <p:nvCxnSpPr>
          <p:cNvPr id="266" name="Google Shape;266;p12"/>
          <p:cNvCxnSpPr/>
          <p:nvPr/>
        </p:nvCxnSpPr>
        <p:spPr>
          <a:xfrm>
            <a:off x="2014537" y="6192837"/>
            <a:ext cx="2212975" cy="1587"/>
          </a:xfrm>
          <a:prstGeom prst="straightConnector1">
            <a:avLst/>
          </a:prstGeom>
          <a:noFill/>
          <a:ln cap="sq" cmpd="sng" w="38150">
            <a:solidFill>
              <a:srgbClr val="000000"/>
            </a:solidFill>
            <a:prstDash val="solid"/>
            <a:miter lim="800000"/>
            <a:headEnd len="med" w="med" type="none"/>
            <a:tailEnd len="lg" w="lg" type="stealth"/>
          </a:ln>
        </p:spPr>
      </p:cxnSp>
      <p:sp>
        <p:nvSpPr>
          <p:cNvPr id="267" name="Google Shape;267;p12"/>
          <p:cNvSpPr txBox="1"/>
          <p:nvPr/>
        </p:nvSpPr>
        <p:spPr>
          <a:xfrm>
            <a:off x="3949700" y="5848350"/>
            <a:ext cx="276225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Times New Roman"/>
              <a:buNone/>
            </a:pPr>
            <a:r>
              <a:rPr b="0" i="0" lang="en-US" sz="25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/>
          </a:p>
        </p:txBody>
      </p:sp>
      <p:sp>
        <p:nvSpPr>
          <p:cNvPr id="268" name="Google Shape;268;p12"/>
          <p:cNvSpPr txBox="1"/>
          <p:nvPr/>
        </p:nvSpPr>
        <p:spPr>
          <a:xfrm>
            <a:off x="2360612" y="6124575"/>
            <a:ext cx="2419350" cy="460375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00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commands</a:t>
            </a:r>
            <a:endParaRPr/>
          </a:p>
        </p:txBody>
      </p:sp>
      <p:sp>
        <p:nvSpPr>
          <p:cNvPr id="269" name="Google Shape;269;p12"/>
          <p:cNvSpPr txBox="1"/>
          <p:nvPr/>
        </p:nvSpPr>
        <p:spPr>
          <a:xfrm>
            <a:off x="2084387" y="5778500"/>
            <a:ext cx="276225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Times New Roman"/>
              <a:buNone/>
            </a:pPr>
            <a:r>
              <a:rPr b="0" i="0" lang="en-US" sz="25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/>
          </a:p>
        </p:txBody>
      </p:sp>
      <p:sp>
        <p:nvSpPr>
          <p:cNvPr id="270" name="Google Shape;270;p12"/>
          <p:cNvSpPr/>
          <p:nvPr/>
        </p:nvSpPr>
        <p:spPr>
          <a:xfrm>
            <a:off x="2982912" y="6054725"/>
            <a:ext cx="50800" cy="1587"/>
          </a:xfrm>
          <a:custGeom>
            <a:rect b="b" l="l" r="r" t="t"/>
            <a:pathLst>
              <a:path extrusionOk="0" h="1" w="30">
                <a:moveTo>
                  <a:pt x="0" y="0"/>
                </a:moveTo>
                <a:lnTo>
                  <a:pt x="30" y="0"/>
                </a:lnTo>
              </a:path>
            </a:pathLst>
          </a:custGeom>
          <a:noFill/>
          <a:ln cap="sq" cmpd="sng" w="763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1" name="Google Shape;271;p12"/>
          <p:cNvSpPr/>
          <p:nvPr/>
        </p:nvSpPr>
        <p:spPr>
          <a:xfrm>
            <a:off x="6369050" y="6122987"/>
            <a:ext cx="50800" cy="1587"/>
          </a:xfrm>
          <a:custGeom>
            <a:rect b="b" l="l" r="r" t="t"/>
            <a:pathLst>
              <a:path extrusionOk="0" h="1" w="30">
                <a:moveTo>
                  <a:pt x="0" y="0"/>
                </a:moveTo>
                <a:lnTo>
                  <a:pt x="30" y="0"/>
                </a:lnTo>
              </a:path>
            </a:pathLst>
          </a:custGeom>
          <a:noFill/>
          <a:ln cap="sq" cmpd="sng" w="763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3"/>
          <p:cNvSpPr/>
          <p:nvPr/>
        </p:nvSpPr>
        <p:spPr>
          <a:xfrm>
            <a:off x="1066800" y="1066800"/>
            <a:ext cx="2895600" cy="3122612"/>
          </a:xfrm>
          <a:prstGeom prst="ellipse">
            <a:avLst/>
          </a:prstGeom>
          <a:solidFill>
            <a:srgbClr val="FFFF00"/>
          </a:solidFill>
          <a:ln cap="sq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9" name="Google Shape;279;p13"/>
          <p:cNvSpPr/>
          <p:nvPr/>
        </p:nvSpPr>
        <p:spPr>
          <a:xfrm>
            <a:off x="5334000" y="1143000"/>
            <a:ext cx="2895600" cy="3122612"/>
          </a:xfrm>
          <a:prstGeom prst="ellipse">
            <a:avLst/>
          </a:prstGeom>
          <a:solidFill>
            <a:srgbClr val="CCFFCC"/>
          </a:solidFill>
          <a:ln cap="sq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0" name="Google Shape;280;p13"/>
          <p:cNvSpPr txBox="1"/>
          <p:nvPr/>
        </p:nvSpPr>
        <p:spPr>
          <a:xfrm>
            <a:off x="1660525" y="1462087"/>
            <a:ext cx="1871662" cy="436562"/>
          </a:xfrm>
          <a:prstGeom prst="rect">
            <a:avLst/>
          </a:prstGeom>
          <a:noFill/>
          <a:ln>
            <a:noFill/>
          </a:ln>
        </p:spPr>
        <p:txBody>
          <a:bodyPr anchorCtr="0" anchor="t" bIns="50400" lIns="100800" spcFirstLastPara="1" rIns="100800" wrap="square" tIns="504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</a:pPr>
            <a:r>
              <a:rPr b="0" i="0" lang="en-US" sz="2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Rakesh Shukla</a:t>
            </a:r>
            <a:endParaRPr/>
          </a:p>
        </p:txBody>
      </p:sp>
      <p:sp>
        <p:nvSpPr>
          <p:cNvPr id="281" name="Google Shape;281;p13"/>
          <p:cNvSpPr txBox="1"/>
          <p:nvPr/>
        </p:nvSpPr>
        <p:spPr>
          <a:xfrm>
            <a:off x="1447800" y="2595562"/>
            <a:ext cx="1628775" cy="496887"/>
          </a:xfrm>
          <a:prstGeom prst="rect">
            <a:avLst/>
          </a:prstGeom>
          <a:noFill/>
          <a:ln>
            <a:noFill/>
          </a:ln>
        </p:spPr>
        <p:txBody>
          <a:bodyPr anchorCtr="0" anchor="t" bIns="50400" lIns="100800" spcFirstLastPara="1" rIns="100800" wrap="square" tIns="504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Times New Roman"/>
              <a:buNone/>
            </a:pPr>
            <a:r>
              <a:rPr b="0" i="0" lang="en-US" sz="26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V. Ramesh</a:t>
            </a:r>
            <a:endParaRPr/>
          </a:p>
        </p:txBody>
      </p:sp>
      <p:sp>
        <p:nvSpPr>
          <p:cNvPr id="282" name="Google Shape;282;p13"/>
          <p:cNvSpPr txBox="1"/>
          <p:nvPr/>
        </p:nvSpPr>
        <p:spPr>
          <a:xfrm>
            <a:off x="5851525" y="1647825"/>
            <a:ext cx="1973262" cy="496887"/>
          </a:xfrm>
          <a:prstGeom prst="rect">
            <a:avLst/>
          </a:prstGeom>
          <a:noFill/>
          <a:ln>
            <a:noFill/>
          </a:ln>
        </p:spPr>
        <p:txBody>
          <a:bodyPr anchorCtr="0" anchor="t" bIns="50400" lIns="100800" spcFirstLastPara="1" rIns="100800" wrap="square" tIns="504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Times New Roman"/>
              <a:buNone/>
            </a:pPr>
            <a:r>
              <a:rPr b="0" i="0" lang="en-US" sz="26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760901-1234</a:t>
            </a:r>
            <a:endParaRPr/>
          </a:p>
        </p:txBody>
      </p:sp>
      <p:sp>
        <p:nvSpPr>
          <p:cNvPr id="283" name="Google Shape;283;p13"/>
          <p:cNvSpPr txBox="1"/>
          <p:nvPr/>
        </p:nvSpPr>
        <p:spPr>
          <a:xfrm>
            <a:off x="5868987" y="2978150"/>
            <a:ext cx="1973262" cy="496887"/>
          </a:xfrm>
          <a:prstGeom prst="rect">
            <a:avLst/>
          </a:prstGeom>
          <a:noFill/>
          <a:ln>
            <a:noFill/>
          </a:ln>
        </p:spPr>
        <p:txBody>
          <a:bodyPr anchorCtr="0" anchor="t" bIns="50400" lIns="100800" spcFirstLastPara="1" rIns="100800" wrap="square" tIns="504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Times New Roman"/>
              <a:buNone/>
            </a:pPr>
            <a:r>
              <a:rPr b="0" i="0" lang="en-US" sz="26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691205-5678</a:t>
            </a:r>
            <a:endParaRPr/>
          </a:p>
        </p:txBody>
      </p:sp>
      <p:sp>
        <p:nvSpPr>
          <p:cNvPr id="284" name="Google Shape;284;p13"/>
          <p:cNvSpPr txBox="1"/>
          <p:nvPr/>
        </p:nvSpPr>
        <p:spPr>
          <a:xfrm>
            <a:off x="1584325" y="4173537"/>
            <a:ext cx="1550987" cy="695325"/>
          </a:xfrm>
          <a:prstGeom prst="rect">
            <a:avLst/>
          </a:prstGeom>
          <a:noFill/>
          <a:ln>
            <a:noFill/>
          </a:ln>
        </p:spPr>
        <p:txBody>
          <a:bodyPr anchorCtr="0" anchor="t" bIns="50400" lIns="100800" spcFirstLastPara="1" rIns="100800" wrap="square" tIns="504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3900"/>
              <a:buFont typeface="Times New Roman"/>
              <a:buNone/>
            </a:pPr>
            <a:r>
              <a:rPr b="0" i="0" lang="en-US" sz="3900" u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People</a:t>
            </a:r>
            <a:endParaRPr/>
          </a:p>
        </p:txBody>
      </p:sp>
      <p:sp>
        <p:nvSpPr>
          <p:cNvPr id="285" name="Google Shape;285;p13"/>
          <p:cNvSpPr txBox="1"/>
          <p:nvPr/>
        </p:nvSpPr>
        <p:spPr>
          <a:xfrm>
            <a:off x="5486400" y="4348162"/>
            <a:ext cx="1851025" cy="6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50400" lIns="100800" spcFirstLastPara="1" rIns="100800" wrap="square" tIns="504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3500"/>
              <a:buFont typeface="Times New Roman"/>
              <a:buNone/>
            </a:pPr>
            <a:r>
              <a:rPr b="0" i="0" lang="en-US" sz="3500" u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Tax_files</a:t>
            </a:r>
            <a:endParaRPr/>
          </a:p>
        </p:txBody>
      </p:sp>
      <p:cxnSp>
        <p:nvCxnSpPr>
          <p:cNvPr id="286" name="Google Shape;286;p13"/>
          <p:cNvCxnSpPr/>
          <p:nvPr/>
        </p:nvCxnSpPr>
        <p:spPr>
          <a:xfrm>
            <a:off x="2595562" y="1462087"/>
            <a:ext cx="4241700" cy="185700"/>
          </a:xfrm>
          <a:prstGeom prst="curvedConnector3">
            <a:avLst>
              <a:gd fmla="val 10800" name="adj1"/>
            </a:avLst>
          </a:prstGeom>
          <a:noFill/>
          <a:ln cap="sq" cmpd="sng" w="57225">
            <a:solidFill>
              <a:srgbClr val="FF0000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287" name="Google Shape;287;p13"/>
          <p:cNvCxnSpPr/>
          <p:nvPr/>
        </p:nvCxnSpPr>
        <p:spPr>
          <a:xfrm>
            <a:off x="2262187" y="2595562"/>
            <a:ext cx="4594200" cy="382500"/>
          </a:xfrm>
          <a:prstGeom prst="curvedConnector3">
            <a:avLst>
              <a:gd fmla="val 10800" name="adj1"/>
            </a:avLst>
          </a:prstGeom>
          <a:noFill/>
          <a:ln cap="sq" cmpd="sng" w="57225">
            <a:solidFill>
              <a:srgbClr val="FF0000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288" name="Google Shape;288;p13"/>
          <p:cNvSpPr txBox="1"/>
          <p:nvPr/>
        </p:nvSpPr>
        <p:spPr>
          <a:xfrm>
            <a:off x="3870325" y="733425"/>
            <a:ext cx="1211262" cy="496887"/>
          </a:xfrm>
          <a:prstGeom prst="rect">
            <a:avLst/>
          </a:prstGeom>
          <a:noFill/>
          <a:ln>
            <a:noFill/>
          </a:ln>
        </p:spPr>
        <p:txBody>
          <a:bodyPr anchorCtr="0" anchor="t" bIns="50400" lIns="100800" spcFirstLastPara="1" rIns="100800" wrap="square" tIns="504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Times New Roman"/>
              <a:buNone/>
            </a:pPr>
            <a:r>
              <a:rPr b="0" i="0" lang="en-US" sz="26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tax_file</a:t>
            </a:r>
            <a:endParaRPr/>
          </a:p>
        </p:txBody>
      </p:sp>
      <p:sp>
        <p:nvSpPr>
          <p:cNvPr id="289" name="Google Shape;289;p13"/>
          <p:cNvSpPr txBox="1"/>
          <p:nvPr/>
        </p:nvSpPr>
        <p:spPr>
          <a:xfrm>
            <a:off x="631825" y="0"/>
            <a:ext cx="7797800" cy="7334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Times New Roman"/>
              <a:buNone/>
            </a:pPr>
            <a:r>
              <a:rPr b="0" i="0" lang="en-US" sz="4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1-1 Association – example </a:t>
            </a:r>
            <a:endParaRPr/>
          </a:p>
        </p:txBody>
      </p:sp>
      <p:sp>
        <p:nvSpPr>
          <p:cNvPr id="290" name="Google Shape;290;p13"/>
          <p:cNvSpPr txBox="1"/>
          <p:nvPr/>
        </p:nvSpPr>
        <p:spPr>
          <a:xfrm>
            <a:off x="1530350" y="5502275"/>
            <a:ext cx="1550987" cy="695325"/>
          </a:xfrm>
          <a:prstGeom prst="rect">
            <a:avLst/>
          </a:prstGeom>
          <a:solidFill>
            <a:srgbClr val="FFFF00"/>
          </a:solidFill>
          <a:ln cap="sq" cmpd="sng" w="9525">
            <a:solidFill>
              <a:srgbClr val="0000C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50400" lIns="100800" spcFirstLastPara="1" rIns="100800" wrap="square" tIns="504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3900"/>
              <a:buFont typeface="Times New Roman"/>
              <a:buNone/>
            </a:pPr>
            <a:r>
              <a:rPr b="0" i="0" lang="en-US" sz="3900" u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People</a:t>
            </a:r>
            <a:endParaRPr/>
          </a:p>
        </p:txBody>
      </p:sp>
      <p:sp>
        <p:nvSpPr>
          <p:cNvPr id="291" name="Google Shape;291;p13"/>
          <p:cNvSpPr txBox="1"/>
          <p:nvPr/>
        </p:nvSpPr>
        <p:spPr>
          <a:xfrm>
            <a:off x="5332412" y="5572125"/>
            <a:ext cx="1851025" cy="635000"/>
          </a:xfrm>
          <a:prstGeom prst="rect">
            <a:avLst/>
          </a:prstGeom>
          <a:solidFill>
            <a:srgbClr val="FFFF00"/>
          </a:solidFill>
          <a:ln cap="sq" cmpd="sng" w="9525">
            <a:solidFill>
              <a:srgbClr val="0000C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50400" lIns="100800" spcFirstLastPara="1" rIns="100800" wrap="square" tIns="504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3500"/>
              <a:buFont typeface="Times New Roman"/>
              <a:buNone/>
            </a:pPr>
            <a:r>
              <a:rPr b="0" i="0" lang="en-US" sz="3500" u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Tax_files</a:t>
            </a:r>
            <a:endParaRPr/>
          </a:p>
        </p:txBody>
      </p:sp>
      <p:cxnSp>
        <p:nvCxnSpPr>
          <p:cNvPr id="292" name="Google Shape;292;p13"/>
          <p:cNvCxnSpPr/>
          <p:nvPr/>
        </p:nvCxnSpPr>
        <p:spPr>
          <a:xfrm>
            <a:off x="3051175" y="5848350"/>
            <a:ext cx="2281237" cy="1587"/>
          </a:xfrm>
          <a:prstGeom prst="straightConnector1">
            <a:avLst/>
          </a:prstGeom>
          <a:noFill/>
          <a:ln cap="sq" cmpd="sng" w="38150">
            <a:solidFill>
              <a:srgbClr val="000000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293" name="Google Shape;293;p13"/>
          <p:cNvCxnSpPr/>
          <p:nvPr/>
        </p:nvCxnSpPr>
        <p:spPr>
          <a:xfrm>
            <a:off x="0" y="5087937"/>
            <a:ext cx="9144000" cy="1587"/>
          </a:xfrm>
          <a:prstGeom prst="straightConnector1">
            <a:avLst/>
          </a:prstGeom>
          <a:noFill/>
          <a:ln cap="sq" cmpd="sng" w="9525">
            <a:solidFill>
              <a:srgbClr val="000000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294" name="Google Shape;294;p13"/>
          <p:cNvSpPr txBox="1"/>
          <p:nvPr/>
        </p:nvSpPr>
        <p:spPr>
          <a:xfrm>
            <a:off x="3121025" y="5502275"/>
            <a:ext cx="15875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Times New Roman"/>
              <a:buNone/>
            </a:pPr>
            <a:r>
              <a:rPr b="0" i="0" lang="en-US" sz="25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/>
          </a:p>
        </p:txBody>
      </p:sp>
      <p:sp>
        <p:nvSpPr>
          <p:cNvPr id="295" name="Google Shape;295;p13"/>
          <p:cNvSpPr txBox="1"/>
          <p:nvPr/>
        </p:nvSpPr>
        <p:spPr>
          <a:xfrm>
            <a:off x="5124450" y="5502275"/>
            <a:ext cx="276225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Times New Roman"/>
              <a:buNone/>
            </a:pPr>
            <a:r>
              <a:rPr b="0" i="0" lang="en-US" sz="25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/>
          </a:p>
        </p:txBody>
      </p:sp>
      <p:sp>
        <p:nvSpPr>
          <p:cNvPr id="296" name="Google Shape;296;p13"/>
          <p:cNvSpPr txBox="1"/>
          <p:nvPr/>
        </p:nvSpPr>
        <p:spPr>
          <a:xfrm>
            <a:off x="3051175" y="5848350"/>
            <a:ext cx="2281237" cy="460375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00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Associated with</a:t>
            </a:r>
            <a:endParaRPr/>
          </a:p>
        </p:txBody>
      </p:sp>
      <p:sp>
        <p:nvSpPr>
          <p:cNvPr id="297" name="Google Shape;297;p13"/>
          <p:cNvSpPr/>
          <p:nvPr/>
        </p:nvSpPr>
        <p:spPr>
          <a:xfrm>
            <a:off x="4019550" y="5710237"/>
            <a:ext cx="50800" cy="1587"/>
          </a:xfrm>
          <a:custGeom>
            <a:rect b="b" l="l" r="r" t="t"/>
            <a:pathLst>
              <a:path extrusionOk="0" h="1" w="30">
                <a:moveTo>
                  <a:pt x="0" y="0"/>
                </a:moveTo>
                <a:lnTo>
                  <a:pt x="30" y="0"/>
                </a:lnTo>
              </a:path>
            </a:pathLst>
          </a:custGeom>
          <a:noFill/>
          <a:ln cap="sq" cmpd="sng" w="763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4"/>
          <p:cNvSpPr/>
          <p:nvPr/>
        </p:nvSpPr>
        <p:spPr>
          <a:xfrm>
            <a:off x="1066800" y="992187"/>
            <a:ext cx="2895600" cy="3122612"/>
          </a:xfrm>
          <a:prstGeom prst="ellipse">
            <a:avLst/>
          </a:prstGeom>
          <a:solidFill>
            <a:srgbClr val="FFFF00"/>
          </a:solidFill>
          <a:ln cap="sq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5" name="Google Shape;305;p14"/>
          <p:cNvSpPr/>
          <p:nvPr/>
        </p:nvSpPr>
        <p:spPr>
          <a:xfrm>
            <a:off x="5334000" y="1068387"/>
            <a:ext cx="3040062" cy="3051175"/>
          </a:xfrm>
          <a:prstGeom prst="ellipse">
            <a:avLst/>
          </a:prstGeom>
          <a:solidFill>
            <a:srgbClr val="CCFFCC"/>
          </a:solidFill>
          <a:ln cap="sq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6" name="Google Shape;306;p14"/>
          <p:cNvSpPr txBox="1"/>
          <p:nvPr/>
        </p:nvSpPr>
        <p:spPr>
          <a:xfrm>
            <a:off x="1876425" y="2322512"/>
            <a:ext cx="11874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50400" lIns="100800" spcFirstLastPara="1" rIns="100800" wrap="square" tIns="504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Times New Roman"/>
              <a:buNone/>
            </a:pPr>
            <a:r>
              <a:rPr b="0" i="0" lang="en-US" sz="3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Kunti</a:t>
            </a:r>
            <a:endParaRPr/>
          </a:p>
        </p:txBody>
      </p:sp>
      <p:sp>
        <p:nvSpPr>
          <p:cNvPr id="307" name="Google Shape;307;p14"/>
          <p:cNvSpPr txBox="1"/>
          <p:nvPr/>
        </p:nvSpPr>
        <p:spPr>
          <a:xfrm>
            <a:off x="6369050" y="1519237"/>
            <a:ext cx="1379537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50400" lIns="100800" spcFirstLastPara="1" rIns="100800" wrap="square" tIns="504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Times New Roman"/>
              <a:buNone/>
            </a:pPr>
            <a:r>
              <a:rPr b="0" i="0" lang="en-US" sz="3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Bhim</a:t>
            </a:r>
            <a:endParaRPr/>
          </a:p>
        </p:txBody>
      </p:sp>
      <p:sp>
        <p:nvSpPr>
          <p:cNvPr id="308" name="Google Shape;308;p14"/>
          <p:cNvSpPr txBox="1"/>
          <p:nvPr/>
        </p:nvSpPr>
        <p:spPr>
          <a:xfrm>
            <a:off x="6300787" y="3359150"/>
            <a:ext cx="120967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50400" lIns="100800" spcFirstLastPara="1" rIns="100800" wrap="square" tIns="504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Times New Roman"/>
              <a:buNone/>
            </a:pPr>
            <a:r>
              <a:rPr b="0" i="0" lang="en-US" sz="3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Arjun</a:t>
            </a:r>
            <a:endParaRPr/>
          </a:p>
        </p:txBody>
      </p:sp>
      <p:sp>
        <p:nvSpPr>
          <p:cNvPr id="309" name="Google Shape;309;p14"/>
          <p:cNvSpPr txBox="1"/>
          <p:nvPr/>
        </p:nvSpPr>
        <p:spPr>
          <a:xfrm>
            <a:off x="1584325" y="4119562"/>
            <a:ext cx="1574800" cy="6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50400" lIns="100800" spcFirstLastPara="1" rIns="100800" wrap="square" tIns="504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Times New Roman"/>
              <a:buNone/>
            </a:pPr>
            <a:r>
              <a:rPr b="0" i="0" lang="en-US" sz="35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Women</a:t>
            </a:r>
            <a:endParaRPr/>
          </a:p>
        </p:txBody>
      </p:sp>
      <p:cxnSp>
        <p:nvCxnSpPr>
          <p:cNvPr id="310" name="Google Shape;310;p14"/>
          <p:cNvCxnSpPr/>
          <p:nvPr/>
        </p:nvCxnSpPr>
        <p:spPr>
          <a:xfrm flipH="1" rot="10800000">
            <a:off x="2470150" y="1519112"/>
            <a:ext cx="4589400" cy="803400"/>
          </a:xfrm>
          <a:prstGeom prst="curvedConnector3">
            <a:avLst>
              <a:gd fmla="val 10800" name="adj1"/>
            </a:avLst>
          </a:prstGeom>
          <a:noFill/>
          <a:ln cap="sq" cmpd="sng" w="38150">
            <a:solidFill>
              <a:srgbClr val="0000CC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311" name="Google Shape;311;p14"/>
          <p:cNvSpPr txBox="1"/>
          <p:nvPr/>
        </p:nvSpPr>
        <p:spPr>
          <a:xfrm>
            <a:off x="6707187" y="4329112"/>
            <a:ext cx="180975" cy="5762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2" name="Google Shape;312;p14"/>
          <p:cNvSpPr txBox="1"/>
          <p:nvPr/>
        </p:nvSpPr>
        <p:spPr>
          <a:xfrm>
            <a:off x="6300787" y="4173537"/>
            <a:ext cx="1414462" cy="6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50400" lIns="100800" spcFirstLastPara="1" rIns="100800" wrap="square" tIns="504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Times New Roman"/>
              <a:buNone/>
            </a:pPr>
            <a:r>
              <a:rPr b="0" i="0" lang="en-US" sz="35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People</a:t>
            </a:r>
            <a:endParaRPr/>
          </a:p>
        </p:txBody>
      </p:sp>
      <p:cxnSp>
        <p:nvCxnSpPr>
          <p:cNvPr id="313" name="Google Shape;313;p14"/>
          <p:cNvCxnSpPr/>
          <p:nvPr/>
        </p:nvCxnSpPr>
        <p:spPr>
          <a:xfrm>
            <a:off x="2470150" y="2941637"/>
            <a:ext cx="4437000" cy="419100"/>
          </a:xfrm>
          <a:prstGeom prst="curvedConnector3">
            <a:avLst>
              <a:gd fmla="val 10800" name="adj1"/>
            </a:avLst>
          </a:prstGeom>
          <a:noFill/>
          <a:ln cap="sq" cmpd="sng" w="38150">
            <a:solidFill>
              <a:srgbClr val="0000CC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314" name="Google Shape;314;p14"/>
          <p:cNvSpPr txBox="1"/>
          <p:nvPr/>
        </p:nvSpPr>
        <p:spPr>
          <a:xfrm>
            <a:off x="3881437" y="939800"/>
            <a:ext cx="1489075" cy="496887"/>
          </a:xfrm>
          <a:prstGeom prst="rect">
            <a:avLst/>
          </a:prstGeom>
          <a:noFill/>
          <a:ln>
            <a:noFill/>
          </a:ln>
        </p:spPr>
        <p:txBody>
          <a:bodyPr anchorCtr="0" anchor="t" bIns="50400" lIns="100800" spcFirstLastPara="1" rIns="100800" wrap="square" tIns="504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Times New Roman"/>
              <a:buNone/>
            </a:pPr>
            <a:r>
              <a:rPr b="0" i="0" lang="en-US" sz="26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motherOf</a:t>
            </a:r>
            <a:endParaRPr/>
          </a:p>
        </p:txBody>
      </p:sp>
      <p:sp>
        <p:nvSpPr>
          <p:cNvPr id="315" name="Google Shape;315;p14"/>
          <p:cNvSpPr txBox="1"/>
          <p:nvPr/>
        </p:nvSpPr>
        <p:spPr>
          <a:xfrm>
            <a:off x="631825" y="0"/>
            <a:ext cx="7797800" cy="7334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Times New Roman"/>
              <a:buNone/>
            </a:pPr>
            <a:r>
              <a:rPr b="0" i="0" lang="en-US" sz="4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Multiple Association – example </a:t>
            </a:r>
            <a:endParaRPr/>
          </a:p>
        </p:txBody>
      </p:sp>
      <p:sp>
        <p:nvSpPr>
          <p:cNvPr id="316" name="Google Shape;316;p14"/>
          <p:cNvSpPr txBox="1"/>
          <p:nvPr/>
        </p:nvSpPr>
        <p:spPr>
          <a:xfrm>
            <a:off x="3811587" y="3290887"/>
            <a:ext cx="1489075" cy="496887"/>
          </a:xfrm>
          <a:prstGeom prst="rect">
            <a:avLst/>
          </a:prstGeom>
          <a:noFill/>
          <a:ln>
            <a:noFill/>
          </a:ln>
        </p:spPr>
        <p:txBody>
          <a:bodyPr anchorCtr="0" anchor="t" bIns="50400" lIns="100800" spcFirstLastPara="1" rIns="100800" wrap="square" tIns="504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Times New Roman"/>
              <a:buNone/>
            </a:pPr>
            <a:r>
              <a:rPr b="0" i="0" lang="en-US" sz="26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motherOf</a:t>
            </a:r>
            <a:endParaRPr/>
          </a:p>
        </p:txBody>
      </p:sp>
      <p:sp>
        <p:nvSpPr>
          <p:cNvPr id="317" name="Google Shape;317;p14"/>
          <p:cNvSpPr txBox="1"/>
          <p:nvPr/>
        </p:nvSpPr>
        <p:spPr>
          <a:xfrm>
            <a:off x="6300787" y="2417762"/>
            <a:ext cx="1893887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50400" lIns="100800" spcFirstLastPara="1" rIns="100800" wrap="square" tIns="504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Times New Roman"/>
              <a:buNone/>
            </a:pPr>
            <a:r>
              <a:rPr b="0" i="0" lang="en-US" sz="3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Yudhistir</a:t>
            </a:r>
            <a:endParaRPr/>
          </a:p>
        </p:txBody>
      </p:sp>
      <p:cxnSp>
        <p:nvCxnSpPr>
          <p:cNvPr id="318" name="Google Shape;318;p14"/>
          <p:cNvCxnSpPr/>
          <p:nvPr/>
        </p:nvCxnSpPr>
        <p:spPr>
          <a:xfrm flipH="1" rot="10800000">
            <a:off x="3063875" y="2417787"/>
            <a:ext cx="4184700" cy="212700"/>
          </a:xfrm>
          <a:prstGeom prst="curvedConnector3">
            <a:avLst>
              <a:gd fmla="val 10800" name="adj1"/>
            </a:avLst>
          </a:prstGeom>
          <a:noFill/>
          <a:ln cap="sq" cmpd="sng" w="38150">
            <a:solidFill>
              <a:srgbClr val="0000CC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319" name="Google Shape;319;p14"/>
          <p:cNvSpPr txBox="1"/>
          <p:nvPr/>
        </p:nvSpPr>
        <p:spPr>
          <a:xfrm>
            <a:off x="3949700" y="1908175"/>
            <a:ext cx="1489075" cy="496887"/>
          </a:xfrm>
          <a:prstGeom prst="rect">
            <a:avLst/>
          </a:prstGeom>
          <a:noFill/>
          <a:ln>
            <a:noFill/>
          </a:ln>
        </p:spPr>
        <p:txBody>
          <a:bodyPr anchorCtr="0" anchor="t" bIns="50400" lIns="100800" spcFirstLastPara="1" rIns="100800" wrap="square" tIns="504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Times New Roman"/>
              <a:buNone/>
            </a:pPr>
            <a:r>
              <a:rPr b="0" i="0" lang="en-US" sz="26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motherOf</a:t>
            </a:r>
            <a:endParaRPr/>
          </a:p>
        </p:txBody>
      </p:sp>
      <p:sp>
        <p:nvSpPr>
          <p:cNvPr id="320" name="Google Shape;320;p14"/>
          <p:cNvSpPr txBox="1"/>
          <p:nvPr/>
        </p:nvSpPr>
        <p:spPr>
          <a:xfrm>
            <a:off x="1323975" y="5430837"/>
            <a:ext cx="1730375" cy="695325"/>
          </a:xfrm>
          <a:prstGeom prst="rect">
            <a:avLst/>
          </a:prstGeom>
          <a:solidFill>
            <a:srgbClr val="FFFF00"/>
          </a:solidFill>
          <a:ln cap="sq" cmpd="sng" w="9525">
            <a:solidFill>
              <a:srgbClr val="0000C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50400" lIns="100800" spcFirstLastPara="1" rIns="100800" wrap="square" tIns="504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3900"/>
              <a:buFont typeface="Times New Roman"/>
              <a:buNone/>
            </a:pPr>
            <a:r>
              <a:rPr b="0" i="0" lang="en-US" sz="3900" u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Women</a:t>
            </a:r>
            <a:endParaRPr/>
          </a:p>
        </p:txBody>
      </p:sp>
      <p:sp>
        <p:nvSpPr>
          <p:cNvPr id="321" name="Google Shape;321;p14"/>
          <p:cNvSpPr txBox="1"/>
          <p:nvPr/>
        </p:nvSpPr>
        <p:spPr>
          <a:xfrm>
            <a:off x="5332412" y="5499100"/>
            <a:ext cx="1414462" cy="635000"/>
          </a:xfrm>
          <a:prstGeom prst="rect">
            <a:avLst/>
          </a:prstGeom>
          <a:solidFill>
            <a:srgbClr val="FFFF00"/>
          </a:solidFill>
          <a:ln cap="sq" cmpd="sng" w="9525">
            <a:solidFill>
              <a:srgbClr val="0000C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50400" lIns="100800" spcFirstLastPara="1" rIns="100800" wrap="square" tIns="504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3500"/>
              <a:buFont typeface="Times New Roman"/>
              <a:buNone/>
            </a:pPr>
            <a:r>
              <a:rPr b="0" i="0" lang="en-US" sz="3500" u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People</a:t>
            </a:r>
            <a:endParaRPr/>
          </a:p>
        </p:txBody>
      </p:sp>
      <p:cxnSp>
        <p:nvCxnSpPr>
          <p:cNvPr id="322" name="Google Shape;322;p14"/>
          <p:cNvCxnSpPr/>
          <p:nvPr/>
        </p:nvCxnSpPr>
        <p:spPr>
          <a:xfrm>
            <a:off x="3051175" y="5775325"/>
            <a:ext cx="2281237" cy="1587"/>
          </a:xfrm>
          <a:prstGeom prst="straightConnector1">
            <a:avLst/>
          </a:prstGeom>
          <a:noFill/>
          <a:ln cap="sq" cmpd="sng" w="38150">
            <a:solidFill>
              <a:srgbClr val="000000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323" name="Google Shape;323;p14"/>
          <p:cNvCxnSpPr/>
          <p:nvPr/>
        </p:nvCxnSpPr>
        <p:spPr>
          <a:xfrm>
            <a:off x="0" y="4879975"/>
            <a:ext cx="9144000" cy="1587"/>
          </a:xfrm>
          <a:prstGeom prst="straightConnector1">
            <a:avLst/>
          </a:prstGeom>
          <a:noFill/>
          <a:ln cap="sq" cmpd="sng" w="9525">
            <a:solidFill>
              <a:srgbClr val="000000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324" name="Google Shape;324;p14"/>
          <p:cNvSpPr txBox="1"/>
          <p:nvPr/>
        </p:nvSpPr>
        <p:spPr>
          <a:xfrm>
            <a:off x="3121025" y="5430837"/>
            <a:ext cx="15875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Times New Roman"/>
              <a:buNone/>
            </a:pPr>
            <a:r>
              <a:rPr b="0" i="0" lang="en-US" sz="25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/>
          </a:p>
        </p:txBody>
      </p:sp>
      <p:sp>
        <p:nvSpPr>
          <p:cNvPr id="325" name="Google Shape;325;p14"/>
          <p:cNvSpPr txBox="1"/>
          <p:nvPr/>
        </p:nvSpPr>
        <p:spPr>
          <a:xfrm>
            <a:off x="5124450" y="5430837"/>
            <a:ext cx="276225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Times New Roman"/>
              <a:buNone/>
            </a:pPr>
            <a:r>
              <a:rPr b="0" i="0" lang="en-US" sz="25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/>
          </a:p>
        </p:txBody>
      </p:sp>
      <p:sp>
        <p:nvSpPr>
          <p:cNvPr id="326" name="Google Shape;326;p14"/>
          <p:cNvSpPr txBox="1"/>
          <p:nvPr/>
        </p:nvSpPr>
        <p:spPr>
          <a:xfrm>
            <a:off x="3397250" y="5775325"/>
            <a:ext cx="2281237" cy="460375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00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Mother of</a:t>
            </a:r>
            <a:endParaRPr/>
          </a:p>
        </p:txBody>
      </p:sp>
      <p:sp>
        <p:nvSpPr>
          <p:cNvPr id="327" name="Google Shape;327;p14"/>
          <p:cNvSpPr/>
          <p:nvPr/>
        </p:nvSpPr>
        <p:spPr>
          <a:xfrm>
            <a:off x="4087812" y="5572125"/>
            <a:ext cx="50800" cy="1587"/>
          </a:xfrm>
          <a:custGeom>
            <a:rect b="b" l="l" r="r" t="t"/>
            <a:pathLst>
              <a:path extrusionOk="0" h="1" w="30">
                <a:moveTo>
                  <a:pt x="0" y="0"/>
                </a:moveTo>
                <a:lnTo>
                  <a:pt x="30" y="0"/>
                </a:lnTo>
              </a:path>
            </a:pathLst>
          </a:custGeom>
          <a:noFill/>
          <a:ln cap="sq" cmpd="sng" w="763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15"/>
          <p:cNvSpPr txBox="1"/>
          <p:nvPr/>
        </p:nvSpPr>
        <p:spPr>
          <a:xfrm>
            <a:off x="3581400" y="5405437"/>
            <a:ext cx="1479550" cy="496887"/>
          </a:xfrm>
          <a:prstGeom prst="rect">
            <a:avLst/>
          </a:prstGeom>
          <a:noFill/>
          <a:ln cap="sq" cmpd="sng" w="28425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50400" lIns="100800" spcFirstLastPara="1" rIns="100800" wrap="square" tIns="504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Times New Roman"/>
              <a:buNone/>
            </a:pPr>
            <a:r>
              <a:rPr b="0" i="0" lang="en-US" sz="26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works for</a:t>
            </a:r>
            <a:endParaRPr/>
          </a:p>
        </p:txBody>
      </p:sp>
      <p:sp>
        <p:nvSpPr>
          <p:cNvPr id="335" name="Google Shape;335;p15"/>
          <p:cNvSpPr txBox="1"/>
          <p:nvPr/>
        </p:nvSpPr>
        <p:spPr>
          <a:xfrm>
            <a:off x="671512" y="-165100"/>
            <a:ext cx="7797800" cy="1139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1" i="0" lang="en-US" sz="4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Association UML Syntax</a:t>
            </a:r>
            <a:endParaRPr/>
          </a:p>
        </p:txBody>
      </p:sp>
      <p:sp>
        <p:nvSpPr>
          <p:cNvPr id="336" name="Google Shape;336;p15"/>
          <p:cNvSpPr txBox="1"/>
          <p:nvPr/>
        </p:nvSpPr>
        <p:spPr>
          <a:xfrm>
            <a:off x="217487" y="2530475"/>
            <a:ext cx="8697912" cy="42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39725" lvl="0" marL="339725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Char char="•"/>
            </a:pPr>
            <a:r>
              <a:rPr b="1" i="0" lang="en-US" sz="40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Person works for a Company.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None/>
            </a:pPr>
            <a:r>
              <a:t/>
            </a:r>
            <a:endParaRPr b="1" i="0" sz="40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15"/>
          <p:cNvSpPr txBox="1"/>
          <p:nvPr/>
        </p:nvSpPr>
        <p:spPr>
          <a:xfrm>
            <a:off x="762000" y="4625975"/>
            <a:ext cx="1752600" cy="1181100"/>
          </a:xfrm>
          <a:prstGeom prst="rect">
            <a:avLst/>
          </a:prstGeom>
          <a:solidFill>
            <a:srgbClr val="FF9933"/>
          </a:solidFill>
          <a:ln cap="sq" cmpd="sng" w="284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50400" lIns="100800" spcFirstLastPara="1" rIns="100800" wrap="square" tIns="50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Times New Roman"/>
              <a:buNone/>
            </a:pPr>
            <a:r>
              <a:rPr b="0" i="0" lang="en-US" sz="39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Person</a:t>
            </a:r>
            <a:endParaRPr/>
          </a:p>
        </p:txBody>
      </p:sp>
      <p:sp>
        <p:nvSpPr>
          <p:cNvPr id="338" name="Google Shape;338;p15"/>
          <p:cNvSpPr txBox="1"/>
          <p:nvPr/>
        </p:nvSpPr>
        <p:spPr>
          <a:xfrm>
            <a:off x="6629400" y="4745037"/>
            <a:ext cx="1828800" cy="1062037"/>
          </a:xfrm>
          <a:prstGeom prst="rect">
            <a:avLst/>
          </a:prstGeom>
          <a:solidFill>
            <a:srgbClr val="66FFFF"/>
          </a:solidFill>
          <a:ln cap="sq" cmpd="sng" w="284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50400" lIns="100800" spcFirstLastPara="1" rIns="100800" wrap="square" tIns="50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Times New Roman"/>
              <a:buNone/>
            </a:pPr>
            <a:r>
              <a:rPr b="0" i="0" lang="en-US" sz="35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Company</a:t>
            </a:r>
            <a:endParaRPr/>
          </a:p>
        </p:txBody>
      </p:sp>
      <p:cxnSp>
        <p:nvCxnSpPr>
          <p:cNvPr id="339" name="Google Shape;339;p15"/>
          <p:cNvCxnSpPr/>
          <p:nvPr/>
        </p:nvCxnSpPr>
        <p:spPr>
          <a:xfrm>
            <a:off x="2514600" y="5500687"/>
            <a:ext cx="4116387" cy="3175"/>
          </a:xfrm>
          <a:prstGeom prst="straightConnector1">
            <a:avLst/>
          </a:prstGeom>
          <a:noFill/>
          <a:ln cap="sq" cmpd="sng" w="38150">
            <a:solidFill>
              <a:srgbClr val="0000CC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340" name="Google Shape;340;p15"/>
          <p:cNvSpPr txBox="1"/>
          <p:nvPr/>
        </p:nvSpPr>
        <p:spPr>
          <a:xfrm>
            <a:off x="2590800" y="4891087"/>
            <a:ext cx="1287462" cy="436562"/>
          </a:xfrm>
          <a:prstGeom prst="rect">
            <a:avLst/>
          </a:prstGeom>
          <a:noFill/>
          <a:ln cap="sq" cmpd="sng" w="28425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50400" lIns="100800" spcFirstLastPara="1" rIns="100800" wrap="square" tIns="504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</a:pPr>
            <a:r>
              <a:rPr b="0" i="0" lang="en-US" sz="2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employee</a:t>
            </a:r>
            <a:endParaRPr/>
          </a:p>
        </p:txBody>
      </p:sp>
      <p:sp>
        <p:nvSpPr>
          <p:cNvPr id="341" name="Google Shape;341;p15"/>
          <p:cNvSpPr txBox="1"/>
          <p:nvPr/>
        </p:nvSpPr>
        <p:spPr>
          <a:xfrm>
            <a:off x="5122862" y="4960937"/>
            <a:ext cx="1452562" cy="436562"/>
          </a:xfrm>
          <a:prstGeom prst="rect">
            <a:avLst/>
          </a:prstGeom>
          <a:noFill/>
          <a:ln cap="sq" cmpd="sng" w="28425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50400" lIns="100800" spcFirstLastPara="1" rIns="100800" wrap="square" tIns="504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</a:pPr>
            <a:r>
              <a:rPr b="0" i="0" lang="en-US" sz="2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employer</a:t>
            </a:r>
            <a:endParaRPr/>
          </a:p>
        </p:txBody>
      </p:sp>
      <p:sp>
        <p:nvSpPr>
          <p:cNvPr id="342" name="Google Shape;342;p15"/>
          <p:cNvSpPr/>
          <p:nvPr/>
        </p:nvSpPr>
        <p:spPr>
          <a:xfrm rot="5700000">
            <a:off x="5165725" y="5622925"/>
            <a:ext cx="354012" cy="150812"/>
          </a:xfrm>
          <a:prstGeom prst="triangle">
            <a:avLst>
              <a:gd fmla="val 50000" name="adj"/>
            </a:avLst>
          </a:prstGeom>
          <a:solidFill>
            <a:srgbClr val="0000CC"/>
          </a:solidFill>
          <a:ln cap="sq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3" name="Google Shape;343;p15"/>
          <p:cNvSpPr txBox="1"/>
          <p:nvPr/>
        </p:nvSpPr>
        <p:spPr>
          <a:xfrm>
            <a:off x="3854450" y="6419850"/>
            <a:ext cx="2254250" cy="436562"/>
          </a:xfrm>
          <a:prstGeom prst="rect">
            <a:avLst/>
          </a:prstGeom>
          <a:noFill/>
          <a:ln>
            <a:noFill/>
          </a:ln>
        </p:spPr>
        <p:txBody>
          <a:bodyPr anchorCtr="0" anchor="t" bIns="50400" lIns="100800" spcFirstLastPara="1" rIns="100800" wrap="square" tIns="504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2200"/>
              <a:buFont typeface="Times New Roman"/>
              <a:buNone/>
            </a:pPr>
            <a:r>
              <a:rPr b="0" i="0" lang="en-US" sz="2200" u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Association Name</a:t>
            </a:r>
            <a:endParaRPr/>
          </a:p>
        </p:txBody>
      </p:sp>
      <p:cxnSp>
        <p:nvCxnSpPr>
          <p:cNvPr id="344" name="Google Shape;344;p15"/>
          <p:cNvCxnSpPr/>
          <p:nvPr/>
        </p:nvCxnSpPr>
        <p:spPr>
          <a:xfrm rot="10800000">
            <a:off x="4033837" y="5795962"/>
            <a:ext cx="1455737" cy="714375"/>
          </a:xfrm>
          <a:prstGeom prst="straightConnector1">
            <a:avLst/>
          </a:prstGeom>
          <a:noFill/>
          <a:ln cap="sq" cmpd="sng" w="38150">
            <a:solidFill>
              <a:srgbClr val="FC0128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345" name="Google Shape;345;p15"/>
          <p:cNvSpPr txBox="1"/>
          <p:nvPr/>
        </p:nvSpPr>
        <p:spPr>
          <a:xfrm>
            <a:off x="3522662" y="3448050"/>
            <a:ext cx="730250" cy="436562"/>
          </a:xfrm>
          <a:prstGeom prst="rect">
            <a:avLst/>
          </a:prstGeom>
          <a:noFill/>
          <a:ln>
            <a:noFill/>
          </a:ln>
        </p:spPr>
        <p:txBody>
          <a:bodyPr anchorCtr="0" anchor="t" bIns="50400" lIns="100800" spcFirstLastPara="1" rIns="100800" wrap="square" tIns="504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2200"/>
              <a:buFont typeface="Times New Roman"/>
              <a:buNone/>
            </a:pPr>
            <a:r>
              <a:rPr b="0" i="0" lang="en-US" sz="2200" u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Role</a:t>
            </a:r>
            <a:endParaRPr/>
          </a:p>
        </p:txBody>
      </p:sp>
      <p:cxnSp>
        <p:nvCxnSpPr>
          <p:cNvPr id="346" name="Google Shape;346;p15"/>
          <p:cNvCxnSpPr/>
          <p:nvPr/>
        </p:nvCxnSpPr>
        <p:spPr>
          <a:xfrm flipH="1">
            <a:off x="3048000" y="3862387"/>
            <a:ext cx="766762" cy="1103312"/>
          </a:xfrm>
          <a:prstGeom prst="straightConnector1">
            <a:avLst/>
          </a:prstGeom>
          <a:noFill/>
          <a:ln cap="sq" cmpd="sng" w="38150">
            <a:solidFill>
              <a:srgbClr val="FC0128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347" name="Google Shape;347;p15"/>
          <p:cNvCxnSpPr/>
          <p:nvPr/>
        </p:nvCxnSpPr>
        <p:spPr>
          <a:xfrm>
            <a:off x="3949700" y="3862387"/>
            <a:ext cx="1747837" cy="1114425"/>
          </a:xfrm>
          <a:prstGeom prst="straightConnector1">
            <a:avLst/>
          </a:prstGeom>
          <a:noFill/>
          <a:ln cap="sq" cmpd="sng" w="38150">
            <a:solidFill>
              <a:srgbClr val="FC0128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348" name="Google Shape;348;p15"/>
          <p:cNvSpPr txBox="1"/>
          <p:nvPr/>
        </p:nvSpPr>
        <p:spPr>
          <a:xfrm>
            <a:off x="1295400" y="1235075"/>
            <a:ext cx="1708150" cy="709612"/>
          </a:xfrm>
          <a:prstGeom prst="rect">
            <a:avLst/>
          </a:prstGeom>
          <a:solidFill>
            <a:srgbClr val="FFFFCC"/>
          </a:solidFill>
          <a:ln cap="sq" cmpd="sng" w="9525">
            <a:solidFill>
              <a:srgbClr val="0000C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 A</a:t>
            </a:r>
            <a:endParaRPr/>
          </a:p>
        </p:txBody>
      </p:sp>
      <p:sp>
        <p:nvSpPr>
          <p:cNvPr id="349" name="Google Shape;349;p15"/>
          <p:cNvSpPr txBox="1"/>
          <p:nvPr/>
        </p:nvSpPr>
        <p:spPr>
          <a:xfrm>
            <a:off x="5280025" y="1238250"/>
            <a:ext cx="1708150" cy="709612"/>
          </a:xfrm>
          <a:prstGeom prst="rect">
            <a:avLst/>
          </a:prstGeom>
          <a:solidFill>
            <a:srgbClr val="FFFFCC"/>
          </a:solidFill>
          <a:ln cap="sq" cmpd="sng" w="9525">
            <a:solidFill>
              <a:srgbClr val="0000C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 B</a:t>
            </a:r>
            <a:endParaRPr/>
          </a:p>
        </p:txBody>
      </p:sp>
      <p:cxnSp>
        <p:nvCxnSpPr>
          <p:cNvPr id="350" name="Google Shape;350;p15"/>
          <p:cNvCxnSpPr/>
          <p:nvPr/>
        </p:nvCxnSpPr>
        <p:spPr>
          <a:xfrm>
            <a:off x="3003550" y="1541462"/>
            <a:ext cx="2254250" cy="1587"/>
          </a:xfrm>
          <a:prstGeom prst="straightConnector1">
            <a:avLst/>
          </a:prstGeom>
          <a:noFill/>
          <a:ln cap="sq" cmpd="sng" w="9525">
            <a:solidFill>
              <a:srgbClr val="000000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351" name="Google Shape;351;p15"/>
          <p:cNvSpPr txBox="1"/>
          <p:nvPr/>
        </p:nvSpPr>
        <p:spPr>
          <a:xfrm>
            <a:off x="3078162" y="1601787"/>
            <a:ext cx="933450" cy="460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role A</a:t>
            </a:r>
            <a:endParaRPr/>
          </a:p>
        </p:txBody>
      </p:sp>
      <p:sp>
        <p:nvSpPr>
          <p:cNvPr id="352" name="Google Shape;352;p15"/>
          <p:cNvSpPr txBox="1"/>
          <p:nvPr/>
        </p:nvSpPr>
        <p:spPr>
          <a:xfrm>
            <a:off x="4286250" y="987425"/>
            <a:ext cx="935037" cy="460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role B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16"/>
          <p:cNvSpPr txBox="1"/>
          <p:nvPr/>
        </p:nvSpPr>
        <p:spPr>
          <a:xfrm>
            <a:off x="285750" y="-165100"/>
            <a:ext cx="8502650" cy="1497012"/>
          </a:xfrm>
          <a:prstGeom prst="rect">
            <a:avLst/>
          </a:prstGeom>
          <a:noFill/>
          <a:ln>
            <a:noFill/>
          </a:ln>
        </p:spPr>
        <p:txBody>
          <a:bodyPr anchorCtr="0" anchor="ctr" bIns="51475" lIns="19800" spcFirstLastPara="1" rIns="19800" wrap="square" tIns="51475">
            <a:noAutofit/>
          </a:bodyPr>
          <a:lstStyle/>
          <a:p>
            <a:pPr indent="0" lvl="0" marL="0" marR="0" rtl="0"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1" i="0" lang="en-US" sz="4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Association - More Examples</a:t>
            </a:r>
            <a:endParaRPr/>
          </a:p>
        </p:txBody>
      </p:sp>
      <p:sp>
        <p:nvSpPr>
          <p:cNvPr id="361" name="Google Shape;361;p16"/>
          <p:cNvSpPr txBox="1"/>
          <p:nvPr/>
        </p:nvSpPr>
        <p:spPr>
          <a:xfrm>
            <a:off x="355600" y="1700212"/>
            <a:ext cx="2665412" cy="1244600"/>
          </a:xfrm>
          <a:prstGeom prst="rect">
            <a:avLst/>
          </a:prstGeom>
          <a:solidFill>
            <a:srgbClr val="FFFF00"/>
          </a:solidFill>
          <a:ln cap="sq" cmpd="sng" w="284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50400" lIns="100800" spcFirstLastPara="1" rIns="100800" wrap="square" tIns="50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None/>
            </a:pPr>
            <a:r>
              <a:rPr b="0" i="0" lang="en-US" sz="2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Library Member</a:t>
            </a:r>
            <a:endParaRPr/>
          </a:p>
        </p:txBody>
      </p:sp>
      <p:sp>
        <p:nvSpPr>
          <p:cNvPr id="362" name="Google Shape;362;p16"/>
          <p:cNvSpPr txBox="1"/>
          <p:nvPr/>
        </p:nvSpPr>
        <p:spPr>
          <a:xfrm>
            <a:off x="7588250" y="1700212"/>
            <a:ext cx="1268412" cy="1244600"/>
          </a:xfrm>
          <a:prstGeom prst="rect">
            <a:avLst/>
          </a:prstGeom>
          <a:solidFill>
            <a:srgbClr val="FFFF00"/>
          </a:solidFill>
          <a:ln cap="sq" cmpd="sng" w="284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50400" lIns="100800" spcFirstLastPara="1" rIns="100800" wrap="square" tIns="50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Book</a:t>
            </a:r>
            <a:endParaRPr/>
          </a:p>
        </p:txBody>
      </p:sp>
      <p:cxnSp>
        <p:nvCxnSpPr>
          <p:cNvPr id="363" name="Google Shape;363;p16"/>
          <p:cNvCxnSpPr/>
          <p:nvPr/>
        </p:nvCxnSpPr>
        <p:spPr>
          <a:xfrm>
            <a:off x="3021012" y="2338387"/>
            <a:ext cx="4567237" cy="1587"/>
          </a:xfrm>
          <a:prstGeom prst="straightConnector1">
            <a:avLst/>
          </a:prstGeom>
          <a:noFill/>
          <a:ln cap="sq" cmpd="sng" w="38150">
            <a:solidFill>
              <a:srgbClr val="000000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364" name="Google Shape;364;p16"/>
          <p:cNvSpPr/>
          <p:nvPr/>
        </p:nvSpPr>
        <p:spPr>
          <a:xfrm rot="-5400000">
            <a:off x="4043362" y="1944687"/>
            <a:ext cx="452437" cy="271462"/>
          </a:xfrm>
          <a:prstGeom prst="triangle">
            <a:avLst>
              <a:gd fmla="val 50000" name="adj"/>
            </a:avLst>
          </a:prstGeom>
          <a:solidFill>
            <a:srgbClr val="000000"/>
          </a:solidFill>
          <a:ln cap="sq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5" name="Google Shape;365;p16"/>
          <p:cNvSpPr txBox="1"/>
          <p:nvPr/>
        </p:nvSpPr>
        <p:spPr>
          <a:xfrm>
            <a:off x="3178175" y="1973262"/>
            <a:ext cx="15875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Times New Roman"/>
              <a:buNone/>
            </a:pPr>
            <a:r>
              <a:rPr b="0" i="0" lang="en-US" sz="25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/>
          </a:p>
        </p:txBody>
      </p:sp>
      <p:sp>
        <p:nvSpPr>
          <p:cNvPr id="366" name="Google Shape;366;p16"/>
          <p:cNvSpPr txBox="1"/>
          <p:nvPr/>
        </p:nvSpPr>
        <p:spPr>
          <a:xfrm>
            <a:off x="6577012" y="1770062"/>
            <a:ext cx="687387" cy="5794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Times New Roman"/>
              <a:buNone/>
            </a:pPr>
            <a:r>
              <a:rPr b="0" i="0" lang="en-US" sz="3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0..</a:t>
            </a:r>
            <a:r>
              <a:rPr b="0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/>
          </a:p>
        </p:txBody>
      </p:sp>
      <p:sp>
        <p:nvSpPr>
          <p:cNvPr id="367" name="Google Shape;367;p16"/>
          <p:cNvSpPr txBox="1"/>
          <p:nvPr/>
        </p:nvSpPr>
        <p:spPr>
          <a:xfrm>
            <a:off x="4502150" y="1976437"/>
            <a:ext cx="1965325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Times New Roman"/>
              <a:buNone/>
            </a:pPr>
            <a:r>
              <a:rPr b="0" i="0" lang="en-US" sz="25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borrowed by</a:t>
            </a:r>
            <a:endParaRPr/>
          </a:p>
        </p:txBody>
      </p:sp>
      <p:sp>
        <p:nvSpPr>
          <p:cNvPr id="368" name="Google Shape;368;p16"/>
          <p:cNvSpPr txBox="1"/>
          <p:nvPr/>
        </p:nvSpPr>
        <p:spPr>
          <a:xfrm>
            <a:off x="839787" y="4764087"/>
            <a:ext cx="2181225" cy="946150"/>
          </a:xfrm>
          <a:prstGeom prst="rect">
            <a:avLst/>
          </a:prstGeom>
          <a:solidFill>
            <a:srgbClr val="FFCCFF"/>
          </a:solidFill>
          <a:ln cap="sq" cmpd="sng" w="284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50400" lIns="100800" spcFirstLastPara="1" rIns="100800" wrap="square" tIns="50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None/>
            </a:pPr>
            <a:r>
              <a:rPr b="0" i="0" lang="en-US" sz="2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</a:t>
            </a:r>
            <a:r>
              <a:rPr b="0" i="0" lang="en-US" sz="3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Lion</a:t>
            </a:r>
            <a:endParaRPr/>
          </a:p>
        </p:txBody>
      </p:sp>
      <p:sp>
        <p:nvSpPr>
          <p:cNvPr id="369" name="Google Shape;369;p16"/>
          <p:cNvSpPr txBox="1"/>
          <p:nvPr/>
        </p:nvSpPr>
        <p:spPr>
          <a:xfrm>
            <a:off x="6991350" y="4673600"/>
            <a:ext cx="1866900" cy="1036637"/>
          </a:xfrm>
          <a:prstGeom prst="rect">
            <a:avLst/>
          </a:prstGeom>
          <a:solidFill>
            <a:srgbClr val="FFCCFF"/>
          </a:solidFill>
          <a:ln cap="sq" cmpd="sng" w="284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50400" lIns="100800" spcFirstLastPara="1" rIns="100800" wrap="square" tIns="50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Human</a:t>
            </a:r>
            <a:endParaRPr/>
          </a:p>
        </p:txBody>
      </p:sp>
      <p:cxnSp>
        <p:nvCxnSpPr>
          <p:cNvPr id="370" name="Google Shape;370;p16"/>
          <p:cNvCxnSpPr/>
          <p:nvPr/>
        </p:nvCxnSpPr>
        <p:spPr>
          <a:xfrm flipH="1" rot="10800000">
            <a:off x="3021012" y="5075237"/>
            <a:ext cx="3970337" cy="22225"/>
          </a:xfrm>
          <a:prstGeom prst="straightConnector1">
            <a:avLst/>
          </a:prstGeom>
          <a:noFill/>
          <a:ln cap="sq" cmpd="sng" w="38150">
            <a:solidFill>
              <a:srgbClr val="000000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371" name="Google Shape;371;p16"/>
          <p:cNvSpPr/>
          <p:nvPr/>
        </p:nvSpPr>
        <p:spPr>
          <a:xfrm rot="5400000">
            <a:off x="5049837" y="4799012"/>
            <a:ext cx="369887" cy="207962"/>
          </a:xfrm>
          <a:prstGeom prst="triangle">
            <a:avLst>
              <a:gd fmla="val 50000" name="adj"/>
            </a:avLst>
          </a:prstGeom>
          <a:solidFill>
            <a:srgbClr val="000000"/>
          </a:solidFill>
          <a:ln cap="sq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2" name="Google Shape;372;p16"/>
          <p:cNvSpPr txBox="1"/>
          <p:nvPr/>
        </p:nvSpPr>
        <p:spPr>
          <a:xfrm>
            <a:off x="6645275" y="4811712"/>
            <a:ext cx="204787" cy="4873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/>
          </a:p>
        </p:txBody>
      </p:sp>
      <p:sp>
        <p:nvSpPr>
          <p:cNvPr id="373" name="Google Shape;373;p16"/>
          <p:cNvSpPr txBox="1"/>
          <p:nvPr/>
        </p:nvSpPr>
        <p:spPr>
          <a:xfrm>
            <a:off x="3121025" y="4673600"/>
            <a:ext cx="177800" cy="8334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Times New Roman"/>
              <a:buNone/>
            </a:pPr>
            <a:r>
              <a:rPr b="0" baseline="-25000" i="0" lang="en-US" sz="4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/>
          </a:p>
        </p:txBody>
      </p:sp>
      <p:sp>
        <p:nvSpPr>
          <p:cNvPr id="374" name="Google Shape;374;p16"/>
          <p:cNvSpPr txBox="1"/>
          <p:nvPr/>
        </p:nvSpPr>
        <p:spPr>
          <a:xfrm>
            <a:off x="4195762" y="4764087"/>
            <a:ext cx="1343025" cy="441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Times New Roman"/>
              <a:buNone/>
            </a:pPr>
            <a:r>
              <a:rPr b="0" i="0" lang="en-US" sz="29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eats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17"/>
          <p:cNvSpPr txBox="1"/>
          <p:nvPr/>
        </p:nvSpPr>
        <p:spPr>
          <a:xfrm>
            <a:off x="701675" y="0"/>
            <a:ext cx="7797800" cy="1139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1" i="0" lang="en-US" sz="4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Navigability</a:t>
            </a:r>
            <a:endParaRPr/>
          </a:p>
        </p:txBody>
      </p:sp>
      <p:sp>
        <p:nvSpPr>
          <p:cNvPr id="382" name="Google Shape;382;p17"/>
          <p:cNvSpPr txBox="1"/>
          <p:nvPr/>
        </p:nvSpPr>
        <p:spPr>
          <a:xfrm>
            <a:off x="79375" y="2668587"/>
            <a:ext cx="2254250" cy="1801812"/>
          </a:xfrm>
          <a:prstGeom prst="rect">
            <a:avLst/>
          </a:prstGeom>
          <a:solidFill>
            <a:srgbClr val="FFCCFF"/>
          </a:solidFill>
          <a:ln cap="sq" cmpd="sng" w="284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50400" lIns="100800" spcFirstLastPara="1" rIns="100800" wrap="square" tIns="50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Times New Roman"/>
              <a:buNone/>
            </a:pPr>
            <a:r>
              <a:rPr b="0" i="0" lang="en-US" sz="40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</a:t>
            </a:r>
            <a:r>
              <a:rPr b="0" i="0" lang="en-US" sz="4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</a:t>
            </a:r>
            <a:endParaRPr/>
          </a:p>
        </p:txBody>
      </p:sp>
      <p:sp>
        <p:nvSpPr>
          <p:cNvPr id="383" name="Google Shape;383;p17"/>
          <p:cNvSpPr txBox="1"/>
          <p:nvPr/>
        </p:nvSpPr>
        <p:spPr>
          <a:xfrm>
            <a:off x="7400925" y="2530475"/>
            <a:ext cx="1674812" cy="2005012"/>
          </a:xfrm>
          <a:prstGeom prst="rect">
            <a:avLst/>
          </a:prstGeom>
          <a:solidFill>
            <a:srgbClr val="FFCCFF"/>
          </a:solidFill>
          <a:ln cap="sq" cmpd="sng" w="284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50400" lIns="100800" spcFirstLastPara="1" rIns="100800" wrap="square" tIns="50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Times New Roman"/>
              <a:buNone/>
            </a:pPr>
            <a:r>
              <a:rPr b="0" i="0" lang="en-US" sz="4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Door</a:t>
            </a:r>
            <a:endParaRPr/>
          </a:p>
        </p:txBody>
      </p:sp>
      <p:cxnSp>
        <p:nvCxnSpPr>
          <p:cNvPr id="384" name="Google Shape;384;p17"/>
          <p:cNvCxnSpPr/>
          <p:nvPr/>
        </p:nvCxnSpPr>
        <p:spPr>
          <a:xfrm>
            <a:off x="2290762" y="3497262"/>
            <a:ext cx="5114925" cy="1587"/>
          </a:xfrm>
          <a:prstGeom prst="straightConnector1">
            <a:avLst/>
          </a:prstGeom>
          <a:noFill/>
          <a:ln cap="sq" cmpd="sng" w="57225">
            <a:solidFill>
              <a:srgbClr val="000000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385" name="Google Shape;385;p17"/>
          <p:cNvSpPr/>
          <p:nvPr/>
        </p:nvSpPr>
        <p:spPr>
          <a:xfrm rot="5400000">
            <a:off x="4741068" y="2910681"/>
            <a:ext cx="823912" cy="263525"/>
          </a:xfrm>
          <a:prstGeom prst="triangle">
            <a:avLst>
              <a:gd fmla="val 50000" name="adj"/>
            </a:avLst>
          </a:prstGeom>
          <a:solidFill>
            <a:srgbClr val="000000"/>
          </a:solidFill>
          <a:ln cap="sq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6" name="Google Shape;386;p17"/>
          <p:cNvSpPr txBox="1"/>
          <p:nvPr/>
        </p:nvSpPr>
        <p:spPr>
          <a:xfrm>
            <a:off x="6124575" y="2859087"/>
            <a:ext cx="631825" cy="5032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Times New Roman"/>
              <a:buNone/>
            </a:pPr>
            <a:r>
              <a:rPr b="0" i="0" lang="en-US" sz="3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0..5</a:t>
            </a:r>
            <a:endParaRPr/>
          </a:p>
        </p:txBody>
      </p:sp>
      <p:sp>
        <p:nvSpPr>
          <p:cNvPr id="387" name="Google Shape;387;p17"/>
          <p:cNvSpPr txBox="1"/>
          <p:nvPr/>
        </p:nvSpPr>
        <p:spPr>
          <a:xfrm>
            <a:off x="2460625" y="2859087"/>
            <a:ext cx="244475" cy="11445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Times New Roman"/>
              <a:buNone/>
            </a:pPr>
            <a:r>
              <a:rPr b="0" baseline="-25000" i="0" lang="en-US" sz="66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/>
          </a:p>
        </p:txBody>
      </p:sp>
      <p:sp>
        <p:nvSpPr>
          <p:cNvPr id="388" name="Google Shape;388;p17"/>
          <p:cNvSpPr txBox="1"/>
          <p:nvPr/>
        </p:nvSpPr>
        <p:spPr>
          <a:xfrm>
            <a:off x="3422650" y="2670175"/>
            <a:ext cx="1714500" cy="625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Times New Roman"/>
              <a:buNone/>
            </a:pPr>
            <a:r>
              <a:rPr b="0" i="0" lang="en-US" sz="41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opens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18"/>
          <p:cNvSpPr txBox="1"/>
          <p:nvPr/>
        </p:nvSpPr>
        <p:spPr>
          <a:xfrm>
            <a:off x="79375" y="685800"/>
            <a:ext cx="8996362" cy="5368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39725" lvl="0" marL="3397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•"/>
            </a:pPr>
            <a:r>
              <a:rPr b="1" i="0" lang="en-US" sz="36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teacher teaches 1 to 3 courses (subjects)</a:t>
            </a:r>
            <a:endParaRPr/>
          </a:p>
          <a:p>
            <a:pPr indent="-339725" lvl="0" marL="339725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•"/>
            </a:pPr>
            <a:r>
              <a:rPr b="1" i="0" lang="en-US" sz="36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Each course is taught by only one teacher. </a:t>
            </a:r>
            <a:endParaRPr/>
          </a:p>
          <a:p>
            <a:pPr indent="-339725" lvl="0" marL="339725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•"/>
            </a:pPr>
            <a:r>
              <a:rPr b="1" i="0" lang="en-US" sz="36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student can take between 1 to 5 courses. </a:t>
            </a:r>
            <a:endParaRPr/>
          </a:p>
          <a:p>
            <a:pPr indent="-339725" lvl="0" marL="339725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•"/>
            </a:pPr>
            <a:r>
              <a:rPr b="1" i="0" lang="en-US" sz="36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course can have 10 to 300 students.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="1" i="0" sz="36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Google Shape;396;p18"/>
          <p:cNvSpPr txBox="1"/>
          <p:nvPr/>
        </p:nvSpPr>
        <p:spPr>
          <a:xfrm>
            <a:off x="0" y="-303212"/>
            <a:ext cx="8791575" cy="990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50400" lIns="100800" spcFirstLastPara="1" rIns="100800" wrap="square" tIns="50400">
            <a:no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Times New Roman"/>
              <a:buNone/>
            </a:pPr>
            <a:r>
              <a:rPr b="0" i="0" lang="en-US" sz="4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Association – Multiplicity</a:t>
            </a:r>
            <a:endParaRPr/>
          </a:p>
        </p:txBody>
      </p:sp>
      <p:grpSp>
        <p:nvGrpSpPr>
          <p:cNvPr id="397" name="Google Shape;397;p18"/>
          <p:cNvGrpSpPr/>
          <p:nvPr/>
        </p:nvGrpSpPr>
        <p:grpSpPr>
          <a:xfrm>
            <a:off x="425450" y="3852862"/>
            <a:ext cx="8410575" cy="2725737"/>
            <a:chOff x="268" y="2427"/>
            <a:chExt cx="5298" cy="1717"/>
          </a:xfrm>
        </p:grpSpPr>
        <p:sp>
          <p:nvSpPr>
            <p:cNvPr id="398" name="Google Shape;398;p18"/>
            <p:cNvSpPr txBox="1"/>
            <p:nvPr/>
          </p:nvSpPr>
          <p:spPr>
            <a:xfrm>
              <a:off x="268" y="2445"/>
              <a:ext cx="1193" cy="508"/>
            </a:xfrm>
            <a:prstGeom prst="rect">
              <a:avLst/>
            </a:prstGeom>
            <a:solidFill>
              <a:srgbClr val="FFCCFF"/>
            </a:solidFill>
            <a:ln cap="sq" cmpd="sng" w="284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50400" lIns="100800" spcFirstLastPara="1" rIns="100800" wrap="square" tIns="504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Times New Roman"/>
                <a:buNone/>
              </a:pPr>
              <a:r>
                <a:rPr b="0" i="0" lang="en-US" sz="32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Teacher</a:t>
              </a:r>
              <a:endParaRPr/>
            </a:p>
          </p:txBody>
        </p:sp>
        <p:sp>
          <p:nvSpPr>
            <p:cNvPr id="399" name="Google Shape;399;p18"/>
            <p:cNvSpPr txBox="1"/>
            <p:nvPr/>
          </p:nvSpPr>
          <p:spPr>
            <a:xfrm>
              <a:off x="4321" y="2496"/>
              <a:ext cx="1245" cy="457"/>
            </a:xfrm>
            <a:prstGeom prst="rect">
              <a:avLst/>
            </a:prstGeom>
            <a:solidFill>
              <a:srgbClr val="CCFF99"/>
            </a:solidFill>
            <a:ln cap="sq" cmpd="sng" w="284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50400" lIns="100800" spcFirstLastPara="1" rIns="100800" wrap="square" tIns="504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Times New Roman"/>
                <a:buNone/>
              </a:pPr>
              <a:r>
                <a:rPr b="0" i="0" lang="en-US" sz="32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Course</a:t>
              </a:r>
              <a:endParaRPr/>
            </a:p>
          </p:txBody>
        </p:sp>
        <p:cxnSp>
          <p:nvCxnSpPr>
            <p:cNvPr id="400" name="Google Shape;400;p18"/>
            <p:cNvCxnSpPr/>
            <p:nvPr/>
          </p:nvCxnSpPr>
          <p:spPr>
            <a:xfrm>
              <a:off x="1463" y="2751"/>
              <a:ext cx="2856" cy="0"/>
            </a:xfrm>
            <a:prstGeom prst="straightConnector1">
              <a:avLst/>
            </a:prstGeom>
            <a:noFill/>
            <a:ln cap="sq" cmpd="sng" w="28425">
              <a:solidFill>
                <a:srgbClr val="000000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sp>
          <p:nvSpPr>
            <p:cNvPr id="401" name="Google Shape;401;p18"/>
            <p:cNvSpPr txBox="1"/>
            <p:nvPr/>
          </p:nvSpPr>
          <p:spPr>
            <a:xfrm>
              <a:off x="2232" y="2431"/>
              <a:ext cx="784" cy="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0400" lIns="100800" spcFirstLastPara="1" rIns="100800" wrap="square" tIns="504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Times New Roman"/>
                <a:buNone/>
              </a:pPr>
              <a:r>
                <a:rPr b="0" i="0" lang="en-US" sz="28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teaches</a:t>
              </a:r>
              <a:endParaRPr/>
            </a:p>
          </p:txBody>
        </p:sp>
        <p:sp>
          <p:nvSpPr>
            <p:cNvPr id="402" name="Google Shape;402;p18"/>
            <p:cNvSpPr/>
            <p:nvPr/>
          </p:nvSpPr>
          <p:spPr>
            <a:xfrm>
              <a:off x="3229" y="2603"/>
              <a:ext cx="31" cy="0"/>
            </a:xfrm>
            <a:custGeom>
              <a:rect b="b" l="l" r="r" t="t"/>
              <a:pathLst>
                <a:path extrusionOk="0" h="1" w="30">
                  <a:moveTo>
                    <a:pt x="0" y="0"/>
                  </a:moveTo>
                  <a:lnTo>
                    <a:pt x="30" y="0"/>
                  </a:lnTo>
                </a:path>
              </a:pathLst>
            </a:custGeom>
            <a:noFill/>
            <a:ln cap="sq" cmpd="sng" w="349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03" name="Google Shape;403;p18"/>
            <p:cNvSpPr txBox="1"/>
            <p:nvPr/>
          </p:nvSpPr>
          <p:spPr>
            <a:xfrm>
              <a:off x="1664" y="2431"/>
              <a:ext cx="114" cy="26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04" name="Google Shape;404;p18"/>
            <p:cNvSpPr txBox="1"/>
            <p:nvPr/>
          </p:nvSpPr>
          <p:spPr>
            <a:xfrm>
              <a:off x="3859" y="2429"/>
              <a:ext cx="463" cy="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0400" lIns="100800" spcFirstLastPara="1" rIns="100800" wrap="square" tIns="504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C0128"/>
                </a:buClr>
                <a:buSzPts val="2800"/>
                <a:buFont typeface="Times New Roman"/>
                <a:buNone/>
              </a:pPr>
              <a:r>
                <a:rPr b="0" i="0" lang="en-US" sz="2800" u="none">
                  <a:solidFill>
                    <a:srgbClr val="FC0128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1..3</a:t>
              </a:r>
              <a:endParaRPr/>
            </a:p>
          </p:txBody>
        </p:sp>
        <p:sp>
          <p:nvSpPr>
            <p:cNvPr id="405" name="Google Shape;405;p18"/>
            <p:cNvSpPr txBox="1"/>
            <p:nvPr/>
          </p:nvSpPr>
          <p:spPr>
            <a:xfrm>
              <a:off x="1454" y="2427"/>
              <a:ext cx="222" cy="29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0400" lIns="100800" spcFirstLastPara="1" rIns="100800" wrap="square" tIns="504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CC"/>
                </a:buClr>
                <a:buSzPts val="2400"/>
                <a:buFont typeface="Times New Roman"/>
                <a:buNone/>
              </a:pPr>
              <a:r>
                <a:rPr b="0" i="0" lang="en-US" sz="2400" u="none">
                  <a:solidFill>
                    <a:srgbClr val="0000CC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</a:t>
              </a:r>
              <a:endParaRPr/>
            </a:p>
          </p:txBody>
        </p:sp>
        <p:sp>
          <p:nvSpPr>
            <p:cNvPr id="406" name="Google Shape;406;p18"/>
            <p:cNvSpPr txBox="1"/>
            <p:nvPr/>
          </p:nvSpPr>
          <p:spPr>
            <a:xfrm>
              <a:off x="268" y="3494"/>
              <a:ext cx="1193" cy="508"/>
            </a:xfrm>
            <a:prstGeom prst="rect">
              <a:avLst/>
            </a:prstGeom>
            <a:solidFill>
              <a:srgbClr val="FF9933"/>
            </a:solidFill>
            <a:ln cap="sq" cmpd="sng" w="284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50400" lIns="100800" spcFirstLastPara="1" rIns="100800" wrap="square" tIns="504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Times New Roman"/>
                <a:buNone/>
              </a:pPr>
              <a:r>
                <a:rPr b="0" i="0" lang="en-US" sz="32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Students</a:t>
              </a:r>
              <a:endParaRPr/>
            </a:p>
          </p:txBody>
        </p:sp>
        <p:cxnSp>
          <p:nvCxnSpPr>
            <p:cNvPr id="407" name="Google Shape;407;p18"/>
            <p:cNvCxnSpPr/>
            <p:nvPr/>
          </p:nvCxnSpPr>
          <p:spPr>
            <a:xfrm flipH="1" rot="10800000">
              <a:off x="1463" y="2777"/>
              <a:ext cx="2856" cy="1022"/>
            </a:xfrm>
            <a:prstGeom prst="straightConnector1">
              <a:avLst/>
            </a:prstGeom>
            <a:noFill/>
            <a:ln cap="sq" cmpd="sng" w="28425">
              <a:solidFill>
                <a:srgbClr val="000000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grpSp>
          <p:nvGrpSpPr>
            <p:cNvPr id="408" name="Google Shape;408;p18"/>
            <p:cNvGrpSpPr/>
            <p:nvPr/>
          </p:nvGrpSpPr>
          <p:grpSpPr>
            <a:xfrm>
              <a:off x="2232" y="3478"/>
              <a:ext cx="716" cy="331"/>
              <a:chOff x="2232" y="3478"/>
              <a:chExt cx="716" cy="331"/>
            </a:xfrm>
          </p:grpSpPr>
          <p:sp>
            <p:nvSpPr>
              <p:cNvPr id="409" name="Google Shape;409;p18"/>
              <p:cNvSpPr txBox="1"/>
              <p:nvPr/>
            </p:nvSpPr>
            <p:spPr>
              <a:xfrm>
                <a:off x="2232" y="3478"/>
                <a:ext cx="586" cy="3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50400" lIns="100800" spcFirstLastPara="1" rIns="100800" wrap="square" tIns="504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800"/>
                  <a:buFont typeface="Times New Roman"/>
                  <a:buNone/>
                </a:pPr>
                <a:r>
                  <a:rPr b="0" i="0" lang="en-US" sz="2800" u="non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takes</a:t>
                </a:r>
                <a:endParaRPr/>
              </a:p>
            </p:txBody>
          </p:sp>
          <p:sp>
            <p:nvSpPr>
              <p:cNvPr id="410" name="Google Shape;410;p18"/>
              <p:cNvSpPr/>
              <p:nvPr/>
            </p:nvSpPr>
            <p:spPr>
              <a:xfrm>
                <a:off x="2918" y="3650"/>
                <a:ext cx="30" cy="0"/>
              </a:xfrm>
              <a:custGeom>
                <a:rect b="b" l="l" r="r" t="t"/>
                <a:pathLst>
                  <a:path extrusionOk="0" h="1" w="30">
                    <a:moveTo>
                      <a:pt x="0" y="0"/>
                    </a:moveTo>
                    <a:lnTo>
                      <a:pt x="30" y="0"/>
                    </a:lnTo>
                  </a:path>
                </a:pathLst>
              </a:custGeom>
              <a:noFill/>
              <a:ln cap="sq" cmpd="sng" w="349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400" u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sp>
          <p:nvSpPr>
            <p:cNvPr id="411" name="Google Shape;411;p18"/>
            <p:cNvSpPr txBox="1"/>
            <p:nvPr/>
          </p:nvSpPr>
          <p:spPr>
            <a:xfrm>
              <a:off x="1664" y="3479"/>
              <a:ext cx="114" cy="26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12" name="Google Shape;412;p18"/>
            <p:cNvSpPr txBox="1"/>
            <p:nvPr/>
          </p:nvSpPr>
          <p:spPr>
            <a:xfrm>
              <a:off x="3807" y="3037"/>
              <a:ext cx="463" cy="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0400" lIns="100800" spcFirstLastPara="1" rIns="100800" wrap="square" tIns="504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C0128"/>
                </a:buClr>
                <a:buSzPts val="2800"/>
                <a:buFont typeface="Times New Roman"/>
                <a:buNone/>
              </a:pPr>
              <a:r>
                <a:rPr b="0" i="0" lang="en-US" sz="2800" u="none">
                  <a:solidFill>
                    <a:srgbClr val="FC0128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1..5</a:t>
              </a:r>
              <a:endParaRPr/>
            </a:p>
          </p:txBody>
        </p:sp>
        <p:sp>
          <p:nvSpPr>
            <p:cNvPr id="413" name="Google Shape;413;p18"/>
            <p:cNvSpPr txBox="1"/>
            <p:nvPr/>
          </p:nvSpPr>
          <p:spPr>
            <a:xfrm>
              <a:off x="1512" y="3851"/>
              <a:ext cx="702" cy="29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0400" lIns="100800" spcFirstLastPara="1" rIns="100800" wrap="square" tIns="504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CC"/>
                </a:buClr>
                <a:buSzPts val="2400"/>
                <a:buFont typeface="Times New Roman"/>
                <a:buNone/>
              </a:pPr>
              <a:r>
                <a:rPr b="0" i="0" lang="en-US" sz="2400" u="none">
                  <a:solidFill>
                    <a:srgbClr val="0000CC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10..300</a:t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19"/>
          <p:cNvSpPr txBox="1"/>
          <p:nvPr/>
        </p:nvSpPr>
        <p:spPr>
          <a:xfrm>
            <a:off x="839787" y="-96837"/>
            <a:ext cx="7797800" cy="1139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1" i="0" lang="en-US" sz="4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Quiz: Draw Class Diagram</a:t>
            </a:r>
            <a:endParaRPr/>
          </a:p>
        </p:txBody>
      </p:sp>
      <p:sp>
        <p:nvSpPr>
          <p:cNvPr id="421" name="Google Shape;421;p19"/>
          <p:cNvSpPr txBox="1"/>
          <p:nvPr/>
        </p:nvSpPr>
        <p:spPr>
          <a:xfrm>
            <a:off x="79375" y="871537"/>
            <a:ext cx="9064625" cy="51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39725" lvl="0" marL="339725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Char char="•"/>
            </a:pPr>
            <a:r>
              <a:rPr b="1" i="0" lang="en-US" sz="40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Student can take up to  five  Courses.  </a:t>
            </a:r>
            <a:endParaRPr/>
          </a:p>
          <a:p>
            <a:pPr indent="-339725" lvl="0" marL="339725" marR="0" rtl="0" algn="l">
              <a:lnSpc>
                <a:spcPct val="125000"/>
              </a:lnSpc>
              <a:spcBef>
                <a:spcPts val="250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Char char="•"/>
            </a:pPr>
            <a:r>
              <a:rPr b="1" i="0" lang="en-US" sz="40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student has to  enroll in at least one course. </a:t>
            </a:r>
            <a:endParaRPr/>
          </a:p>
          <a:p>
            <a:pPr indent="-339725" lvl="0" marL="339725" marR="0" rtl="0" algn="l">
              <a:lnSpc>
                <a:spcPct val="125000"/>
              </a:lnSpc>
              <a:spcBef>
                <a:spcPts val="250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Char char="•"/>
            </a:pPr>
            <a:r>
              <a:rPr b="1" i="0" lang="en-US" sz="40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Up to 300 students can enroll in a course.</a:t>
            </a:r>
            <a:endParaRPr/>
          </a:p>
          <a:p>
            <a:pPr indent="-339725" lvl="0" marL="339725" marR="0" rtl="0" algn="l">
              <a:lnSpc>
                <a:spcPct val="125000"/>
              </a:lnSpc>
              <a:spcBef>
                <a:spcPts val="250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Char char="•"/>
            </a:pPr>
            <a:r>
              <a:rPr b="1" i="0" lang="en-US" sz="40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class should have at least 10 students.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i="0" sz="40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8" name="Google Shape;428;p20"/>
          <p:cNvGrpSpPr/>
          <p:nvPr/>
        </p:nvGrpSpPr>
        <p:grpSpPr>
          <a:xfrm>
            <a:off x="147637" y="3152775"/>
            <a:ext cx="8923337" cy="1108075"/>
            <a:chOff x="93" y="1986"/>
            <a:chExt cx="5621" cy="698"/>
          </a:xfrm>
        </p:grpSpPr>
        <p:sp>
          <p:nvSpPr>
            <p:cNvPr id="429" name="Google Shape;429;p20"/>
            <p:cNvSpPr txBox="1"/>
            <p:nvPr/>
          </p:nvSpPr>
          <p:spPr>
            <a:xfrm>
              <a:off x="93" y="2007"/>
              <a:ext cx="1266" cy="480"/>
            </a:xfrm>
            <a:prstGeom prst="rect">
              <a:avLst/>
            </a:prstGeom>
            <a:solidFill>
              <a:srgbClr val="FFCCFF"/>
            </a:solidFill>
            <a:ln cap="sq" cmpd="sng" w="284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50400" lIns="100800" spcFirstLastPara="1" rIns="100800" wrap="square" tIns="504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CC"/>
                </a:buClr>
                <a:buSzPts val="3500"/>
                <a:buFont typeface="Times New Roman"/>
                <a:buNone/>
              </a:pPr>
              <a:r>
                <a:rPr b="0" i="0" lang="en-US" sz="3500" u="none">
                  <a:solidFill>
                    <a:srgbClr val="0000CC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Student</a:t>
              </a:r>
              <a:endParaRPr/>
            </a:p>
          </p:txBody>
        </p:sp>
        <p:sp>
          <p:nvSpPr>
            <p:cNvPr id="430" name="Google Shape;430;p20"/>
            <p:cNvSpPr txBox="1"/>
            <p:nvPr/>
          </p:nvSpPr>
          <p:spPr>
            <a:xfrm>
              <a:off x="4393" y="2055"/>
              <a:ext cx="1321" cy="431"/>
            </a:xfrm>
            <a:prstGeom prst="rect">
              <a:avLst/>
            </a:prstGeom>
            <a:solidFill>
              <a:srgbClr val="00CC99"/>
            </a:solidFill>
            <a:ln cap="sq" cmpd="sng" w="284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50400" lIns="100800" spcFirstLastPara="1" rIns="100800" wrap="square" tIns="504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CC"/>
                </a:buClr>
                <a:buSzPts val="3500"/>
                <a:buFont typeface="Times New Roman"/>
                <a:buNone/>
              </a:pPr>
              <a:r>
                <a:rPr b="0" i="0" lang="en-US" sz="3500" u="none">
                  <a:solidFill>
                    <a:srgbClr val="0000CC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Course</a:t>
              </a:r>
              <a:endParaRPr/>
            </a:p>
          </p:txBody>
        </p:sp>
        <p:cxnSp>
          <p:nvCxnSpPr>
            <p:cNvPr id="431" name="Google Shape;431;p20"/>
            <p:cNvCxnSpPr/>
            <p:nvPr/>
          </p:nvCxnSpPr>
          <p:spPr>
            <a:xfrm>
              <a:off x="1361" y="2296"/>
              <a:ext cx="3030" cy="0"/>
            </a:xfrm>
            <a:prstGeom prst="straightConnector1">
              <a:avLst/>
            </a:prstGeom>
            <a:noFill/>
            <a:ln cap="sq" cmpd="sng" w="28425">
              <a:solidFill>
                <a:srgbClr val="000000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sp>
          <p:nvSpPr>
            <p:cNvPr id="432" name="Google Shape;432;p20"/>
            <p:cNvSpPr txBox="1"/>
            <p:nvPr/>
          </p:nvSpPr>
          <p:spPr>
            <a:xfrm>
              <a:off x="1405" y="1990"/>
              <a:ext cx="113" cy="31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33" name="Google Shape;433;p20"/>
            <p:cNvSpPr txBox="1"/>
            <p:nvPr/>
          </p:nvSpPr>
          <p:spPr>
            <a:xfrm>
              <a:off x="1343" y="2027"/>
              <a:ext cx="898" cy="3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0400" lIns="100800" spcFirstLastPara="1" rIns="100800" wrap="square" tIns="504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CC"/>
                </a:buClr>
                <a:buSzPts val="3000"/>
                <a:buFont typeface="Times New Roman"/>
                <a:buNone/>
              </a:pPr>
              <a:r>
                <a:rPr b="0" i="0" lang="en-US" sz="3000" u="none">
                  <a:solidFill>
                    <a:srgbClr val="0000CC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credits</a:t>
              </a:r>
              <a:endParaRPr/>
            </a:p>
          </p:txBody>
        </p:sp>
        <p:sp>
          <p:nvSpPr>
            <p:cNvPr id="434" name="Google Shape;434;p20"/>
            <p:cNvSpPr/>
            <p:nvPr/>
          </p:nvSpPr>
          <p:spPr>
            <a:xfrm>
              <a:off x="3459" y="2488"/>
              <a:ext cx="32" cy="0"/>
            </a:xfrm>
            <a:custGeom>
              <a:rect b="b" l="l" r="r" t="t"/>
              <a:pathLst>
                <a:path extrusionOk="0" h="1" w="30">
                  <a:moveTo>
                    <a:pt x="0" y="0"/>
                  </a:moveTo>
                  <a:lnTo>
                    <a:pt x="30" y="0"/>
                  </a:lnTo>
                </a:path>
              </a:pathLst>
            </a:custGeom>
            <a:noFill/>
            <a:ln cap="sq" cmpd="sng" w="763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35" name="Google Shape;435;p20"/>
            <p:cNvSpPr txBox="1"/>
            <p:nvPr/>
          </p:nvSpPr>
          <p:spPr>
            <a:xfrm>
              <a:off x="1355" y="2270"/>
              <a:ext cx="886" cy="3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0400" lIns="100800" spcFirstLastPara="1" rIns="100800" wrap="square" tIns="504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CC"/>
                </a:buClr>
                <a:buSzPts val="2600"/>
                <a:buFont typeface="Times New Roman"/>
                <a:buNone/>
              </a:pPr>
              <a:r>
                <a:rPr b="0" i="0" lang="en-US" sz="2600" u="none">
                  <a:solidFill>
                    <a:srgbClr val="0000CC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10..300</a:t>
              </a:r>
              <a:endParaRPr/>
            </a:p>
          </p:txBody>
        </p:sp>
        <p:sp>
          <p:nvSpPr>
            <p:cNvPr id="436" name="Google Shape;436;p20"/>
            <p:cNvSpPr txBox="1"/>
            <p:nvPr/>
          </p:nvSpPr>
          <p:spPr>
            <a:xfrm>
              <a:off x="3290" y="1986"/>
              <a:ext cx="1029" cy="31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37" name="Google Shape;437;p20"/>
            <p:cNvSpPr txBox="1"/>
            <p:nvPr/>
          </p:nvSpPr>
          <p:spPr>
            <a:xfrm>
              <a:off x="3878" y="2270"/>
              <a:ext cx="439" cy="3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0400" lIns="100800" spcFirstLastPara="1" rIns="100800" wrap="square" tIns="504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CC"/>
                </a:buClr>
                <a:buSzPts val="2600"/>
                <a:buFont typeface="Times New Roman"/>
                <a:buNone/>
              </a:pPr>
              <a:r>
                <a:rPr b="0" i="0" lang="en-US" sz="2600" u="none">
                  <a:solidFill>
                    <a:srgbClr val="0000CC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1..5</a:t>
              </a:r>
              <a:endParaRPr/>
            </a:p>
          </p:txBody>
        </p:sp>
        <p:sp>
          <p:nvSpPr>
            <p:cNvPr id="438" name="Google Shape;438;p20"/>
            <p:cNvSpPr txBox="1"/>
            <p:nvPr/>
          </p:nvSpPr>
          <p:spPr>
            <a:xfrm>
              <a:off x="2593" y="2027"/>
              <a:ext cx="1848" cy="3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0400" lIns="100800" spcFirstLastPara="1" rIns="100800" wrap="square" tIns="504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CC"/>
                </a:buClr>
                <a:buSzPts val="3000"/>
                <a:buFont typeface="Times New Roman"/>
                <a:buNone/>
              </a:pPr>
              <a:r>
                <a:rPr b="0" i="0" lang="en-US" sz="3000" u="none">
                  <a:solidFill>
                    <a:srgbClr val="0000CC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hasEnrolmentOf</a:t>
              </a:r>
              <a:endParaRPr/>
            </a:p>
          </p:txBody>
        </p:sp>
        <p:sp>
          <p:nvSpPr>
            <p:cNvPr id="439" name="Google Shape;439;p20"/>
            <p:cNvSpPr txBox="1"/>
            <p:nvPr/>
          </p:nvSpPr>
          <p:spPr>
            <a:xfrm>
              <a:off x="2343" y="2334"/>
              <a:ext cx="1848" cy="3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0400" lIns="100800" spcFirstLastPara="1" rIns="100800" wrap="square" tIns="504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CC"/>
                </a:buClr>
                <a:buSzPts val="3000"/>
                <a:buFont typeface="Times New Roman"/>
                <a:buNone/>
              </a:pPr>
              <a:r>
                <a:rPr b="0" i="0" lang="en-US" sz="3000" u="none">
                  <a:solidFill>
                    <a:srgbClr val="0000CC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Enrols in</a:t>
              </a:r>
              <a:endParaRPr/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6" name="Google Shape;446;p21"/>
          <p:cNvGrpSpPr/>
          <p:nvPr/>
        </p:nvGrpSpPr>
        <p:grpSpPr>
          <a:xfrm>
            <a:off x="287337" y="458787"/>
            <a:ext cx="7770812" cy="1049337"/>
            <a:chOff x="181" y="289"/>
            <a:chExt cx="4895" cy="661"/>
          </a:xfrm>
        </p:grpSpPr>
        <p:sp>
          <p:nvSpPr>
            <p:cNvPr id="447" name="Google Shape;447;p21"/>
            <p:cNvSpPr txBox="1"/>
            <p:nvPr/>
          </p:nvSpPr>
          <p:spPr>
            <a:xfrm>
              <a:off x="181" y="311"/>
              <a:ext cx="1102" cy="479"/>
            </a:xfrm>
            <a:prstGeom prst="rect">
              <a:avLst/>
            </a:prstGeom>
            <a:solidFill>
              <a:srgbClr val="FFCCFF"/>
            </a:solidFill>
            <a:ln cap="sq" cmpd="sng" w="284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50400" lIns="100800" spcFirstLastPara="1" rIns="100800" wrap="square" tIns="504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CC"/>
                </a:buClr>
                <a:buSzPts val="3100"/>
                <a:buFont typeface="Times New Roman"/>
                <a:buNone/>
              </a:pPr>
              <a:r>
                <a:rPr b="0" i="0" lang="en-US" sz="3100" u="none">
                  <a:solidFill>
                    <a:srgbClr val="0000CC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Student</a:t>
              </a:r>
              <a:endParaRPr/>
            </a:p>
          </p:txBody>
        </p:sp>
        <p:sp>
          <p:nvSpPr>
            <p:cNvPr id="448" name="Google Shape;448;p21"/>
            <p:cNvSpPr txBox="1"/>
            <p:nvPr/>
          </p:nvSpPr>
          <p:spPr>
            <a:xfrm>
              <a:off x="3926" y="359"/>
              <a:ext cx="1150" cy="431"/>
            </a:xfrm>
            <a:prstGeom prst="rect">
              <a:avLst/>
            </a:prstGeom>
            <a:solidFill>
              <a:srgbClr val="00CC99"/>
            </a:solidFill>
            <a:ln cap="sq" cmpd="sng" w="284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50400" lIns="100800" spcFirstLastPara="1" rIns="100800" wrap="square" tIns="504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CC"/>
                </a:buClr>
                <a:buSzPts val="3100"/>
                <a:buFont typeface="Times New Roman"/>
                <a:buNone/>
              </a:pPr>
              <a:r>
                <a:rPr b="0" i="0" lang="en-US" sz="3100" u="none">
                  <a:solidFill>
                    <a:srgbClr val="0000CC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Course</a:t>
              </a:r>
              <a:endParaRPr/>
            </a:p>
          </p:txBody>
        </p:sp>
        <p:cxnSp>
          <p:nvCxnSpPr>
            <p:cNvPr id="449" name="Google Shape;449;p21"/>
            <p:cNvCxnSpPr/>
            <p:nvPr/>
          </p:nvCxnSpPr>
          <p:spPr>
            <a:xfrm>
              <a:off x="1284" y="600"/>
              <a:ext cx="2640" cy="0"/>
            </a:xfrm>
            <a:prstGeom prst="straightConnector1">
              <a:avLst/>
            </a:prstGeom>
            <a:noFill/>
            <a:ln cap="sq" cmpd="sng" w="28425">
              <a:solidFill>
                <a:srgbClr val="000000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sp>
          <p:nvSpPr>
            <p:cNvPr id="450" name="Google Shape;450;p21"/>
            <p:cNvSpPr txBox="1"/>
            <p:nvPr/>
          </p:nvSpPr>
          <p:spPr>
            <a:xfrm>
              <a:off x="1323" y="294"/>
              <a:ext cx="112" cy="28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51" name="Google Shape;451;p21"/>
            <p:cNvSpPr txBox="1"/>
            <p:nvPr/>
          </p:nvSpPr>
          <p:spPr>
            <a:xfrm>
              <a:off x="1269" y="331"/>
              <a:ext cx="782" cy="3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0400" lIns="100800" spcFirstLastPara="1" rIns="100800" wrap="square" tIns="504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CC"/>
                </a:buClr>
                <a:buSzPts val="2600"/>
                <a:buFont typeface="Times New Roman"/>
                <a:buNone/>
              </a:pPr>
              <a:r>
                <a:rPr b="0" i="0" lang="en-US" sz="2600" u="none">
                  <a:solidFill>
                    <a:srgbClr val="0000CC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credits</a:t>
              </a:r>
              <a:endParaRPr/>
            </a:p>
          </p:txBody>
        </p:sp>
        <p:sp>
          <p:nvSpPr>
            <p:cNvPr id="452" name="Google Shape;452;p21"/>
            <p:cNvSpPr txBox="1"/>
            <p:nvPr/>
          </p:nvSpPr>
          <p:spPr>
            <a:xfrm>
              <a:off x="1188" y="673"/>
              <a:ext cx="771" cy="27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0400" lIns="100800" spcFirstLastPara="1" rIns="100800" wrap="square" tIns="504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CC"/>
                </a:buClr>
                <a:buSzPts val="2200"/>
                <a:buFont typeface="Times New Roman"/>
                <a:buNone/>
              </a:pPr>
              <a:r>
                <a:rPr b="0" i="0" lang="en-US" sz="2200" u="none">
                  <a:solidFill>
                    <a:srgbClr val="0000CC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10..300</a:t>
              </a:r>
              <a:endParaRPr/>
            </a:p>
          </p:txBody>
        </p:sp>
        <p:sp>
          <p:nvSpPr>
            <p:cNvPr id="453" name="Google Shape;453;p21"/>
            <p:cNvSpPr txBox="1"/>
            <p:nvPr/>
          </p:nvSpPr>
          <p:spPr>
            <a:xfrm>
              <a:off x="2965" y="289"/>
              <a:ext cx="896" cy="28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54" name="Google Shape;454;p21"/>
            <p:cNvSpPr txBox="1"/>
            <p:nvPr/>
          </p:nvSpPr>
          <p:spPr>
            <a:xfrm>
              <a:off x="3551" y="656"/>
              <a:ext cx="391" cy="27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0400" lIns="100800" spcFirstLastPara="1" rIns="100800" wrap="square" tIns="504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CC"/>
                </a:buClr>
                <a:buSzPts val="2200"/>
                <a:buFont typeface="Times New Roman"/>
                <a:buNone/>
              </a:pPr>
              <a:r>
                <a:rPr b="0" i="0" lang="en-US" sz="2200" u="none">
                  <a:solidFill>
                    <a:srgbClr val="0000CC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1..5</a:t>
              </a:r>
              <a:endParaRPr/>
            </a:p>
          </p:txBody>
        </p:sp>
        <p:sp>
          <p:nvSpPr>
            <p:cNvPr id="455" name="Google Shape;455;p21"/>
            <p:cNvSpPr txBox="1"/>
            <p:nvPr/>
          </p:nvSpPr>
          <p:spPr>
            <a:xfrm>
              <a:off x="2358" y="331"/>
              <a:ext cx="1609" cy="3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0400" lIns="100800" spcFirstLastPara="1" rIns="100800" wrap="square" tIns="504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CC"/>
                </a:buClr>
                <a:buSzPts val="2600"/>
                <a:buFont typeface="Times New Roman"/>
                <a:buNone/>
              </a:pPr>
              <a:r>
                <a:rPr b="0" i="0" lang="en-US" sz="2600" u="none">
                  <a:solidFill>
                    <a:srgbClr val="0000CC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hasEnrolmentOf</a:t>
              </a:r>
              <a:endParaRPr/>
            </a:p>
          </p:txBody>
        </p:sp>
        <p:sp>
          <p:nvSpPr>
            <p:cNvPr id="456" name="Google Shape;456;p21"/>
            <p:cNvSpPr txBox="1"/>
            <p:nvPr/>
          </p:nvSpPr>
          <p:spPr>
            <a:xfrm>
              <a:off x="2140" y="638"/>
              <a:ext cx="1609" cy="3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0400" lIns="100800" spcFirstLastPara="1" rIns="100800" wrap="square" tIns="504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CC"/>
                </a:buClr>
                <a:buSzPts val="2600"/>
                <a:buFont typeface="Times New Roman"/>
                <a:buNone/>
              </a:pPr>
              <a:r>
                <a:rPr b="0" i="0" lang="en-US" sz="2600" u="none">
                  <a:solidFill>
                    <a:srgbClr val="0000CC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Enrols in</a:t>
              </a:r>
              <a:endParaRPr/>
            </a:p>
          </p:txBody>
        </p:sp>
      </p:grpSp>
      <p:grpSp>
        <p:nvGrpSpPr>
          <p:cNvPr id="457" name="Google Shape;457;p21"/>
          <p:cNvGrpSpPr/>
          <p:nvPr/>
        </p:nvGrpSpPr>
        <p:grpSpPr>
          <a:xfrm>
            <a:off x="355600" y="2187575"/>
            <a:ext cx="7770812" cy="1047750"/>
            <a:chOff x="224" y="1378"/>
            <a:chExt cx="4895" cy="660"/>
          </a:xfrm>
        </p:grpSpPr>
        <p:sp>
          <p:nvSpPr>
            <p:cNvPr id="458" name="Google Shape;458;p21"/>
            <p:cNvSpPr txBox="1"/>
            <p:nvPr/>
          </p:nvSpPr>
          <p:spPr>
            <a:xfrm>
              <a:off x="224" y="1400"/>
              <a:ext cx="1102" cy="479"/>
            </a:xfrm>
            <a:prstGeom prst="rect">
              <a:avLst/>
            </a:prstGeom>
            <a:solidFill>
              <a:srgbClr val="FFCCFF"/>
            </a:solidFill>
            <a:ln cap="sq" cmpd="sng" w="284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50400" lIns="100800" spcFirstLastPara="1" rIns="100800" wrap="square" tIns="504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CC"/>
                </a:buClr>
                <a:buSzPts val="3100"/>
                <a:buFont typeface="Times New Roman"/>
                <a:buNone/>
              </a:pPr>
              <a:r>
                <a:rPr b="0" i="0" lang="en-US" sz="3100" u="none">
                  <a:solidFill>
                    <a:srgbClr val="0000CC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Student</a:t>
              </a:r>
              <a:endParaRPr/>
            </a:p>
          </p:txBody>
        </p:sp>
        <p:sp>
          <p:nvSpPr>
            <p:cNvPr id="459" name="Google Shape;459;p21"/>
            <p:cNvSpPr txBox="1"/>
            <p:nvPr/>
          </p:nvSpPr>
          <p:spPr>
            <a:xfrm>
              <a:off x="3969" y="1448"/>
              <a:ext cx="1150" cy="431"/>
            </a:xfrm>
            <a:prstGeom prst="rect">
              <a:avLst/>
            </a:prstGeom>
            <a:solidFill>
              <a:srgbClr val="00CC99"/>
            </a:solidFill>
            <a:ln cap="sq" cmpd="sng" w="284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50400" lIns="100800" spcFirstLastPara="1" rIns="100800" wrap="square" tIns="504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CC"/>
                </a:buClr>
                <a:buSzPts val="3100"/>
                <a:buFont typeface="Times New Roman"/>
                <a:buNone/>
              </a:pPr>
              <a:r>
                <a:rPr b="0" i="0" lang="en-US" sz="3100" u="none">
                  <a:solidFill>
                    <a:srgbClr val="0000CC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Course</a:t>
              </a:r>
              <a:endParaRPr/>
            </a:p>
          </p:txBody>
        </p:sp>
        <p:cxnSp>
          <p:nvCxnSpPr>
            <p:cNvPr id="460" name="Google Shape;460;p21"/>
            <p:cNvCxnSpPr/>
            <p:nvPr/>
          </p:nvCxnSpPr>
          <p:spPr>
            <a:xfrm>
              <a:off x="1328" y="1688"/>
              <a:ext cx="2639" cy="0"/>
            </a:xfrm>
            <a:prstGeom prst="straightConnector1">
              <a:avLst/>
            </a:prstGeom>
            <a:noFill/>
            <a:ln cap="sq" cmpd="sng" w="28425">
              <a:solidFill>
                <a:srgbClr val="000000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sp>
          <p:nvSpPr>
            <p:cNvPr id="461" name="Google Shape;461;p21"/>
            <p:cNvSpPr txBox="1"/>
            <p:nvPr/>
          </p:nvSpPr>
          <p:spPr>
            <a:xfrm>
              <a:off x="1366" y="1382"/>
              <a:ext cx="112" cy="28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62" name="Google Shape;462;p21"/>
            <p:cNvSpPr txBox="1"/>
            <p:nvPr/>
          </p:nvSpPr>
          <p:spPr>
            <a:xfrm>
              <a:off x="1313" y="1420"/>
              <a:ext cx="782" cy="3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0400" lIns="100800" spcFirstLastPara="1" rIns="100800" wrap="square" tIns="504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CC"/>
                </a:buClr>
                <a:buSzPts val="2600"/>
                <a:buFont typeface="Times New Roman"/>
                <a:buNone/>
              </a:pPr>
              <a:r>
                <a:rPr b="0" i="0" lang="en-US" sz="2600" u="none">
                  <a:solidFill>
                    <a:srgbClr val="0000CC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credits</a:t>
              </a:r>
              <a:endParaRPr/>
            </a:p>
          </p:txBody>
        </p:sp>
        <p:sp>
          <p:nvSpPr>
            <p:cNvPr id="463" name="Google Shape;463;p21"/>
            <p:cNvSpPr/>
            <p:nvPr/>
          </p:nvSpPr>
          <p:spPr>
            <a:xfrm>
              <a:off x="3155" y="1880"/>
              <a:ext cx="28" cy="0"/>
            </a:xfrm>
            <a:custGeom>
              <a:rect b="b" l="l" r="r" t="t"/>
              <a:pathLst>
                <a:path extrusionOk="0" h="1" w="30">
                  <a:moveTo>
                    <a:pt x="0" y="0"/>
                  </a:moveTo>
                  <a:lnTo>
                    <a:pt x="30" y="0"/>
                  </a:lnTo>
                </a:path>
              </a:pathLst>
            </a:custGeom>
            <a:noFill/>
            <a:ln cap="sq" cmpd="sng" w="763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64" name="Google Shape;464;p21"/>
            <p:cNvSpPr txBox="1"/>
            <p:nvPr/>
          </p:nvSpPr>
          <p:spPr>
            <a:xfrm>
              <a:off x="1232" y="1762"/>
              <a:ext cx="771" cy="27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0400" lIns="100800" spcFirstLastPara="1" rIns="100800" wrap="square" tIns="504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CC"/>
                </a:buClr>
                <a:buSzPts val="2200"/>
                <a:buFont typeface="Times New Roman"/>
                <a:buNone/>
              </a:pPr>
              <a:r>
                <a:rPr b="0" i="0" lang="en-US" sz="2200" u="none">
                  <a:solidFill>
                    <a:srgbClr val="0000CC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10..300</a:t>
              </a:r>
              <a:endParaRPr/>
            </a:p>
          </p:txBody>
        </p:sp>
        <p:sp>
          <p:nvSpPr>
            <p:cNvPr id="465" name="Google Shape;465;p21"/>
            <p:cNvSpPr txBox="1"/>
            <p:nvPr/>
          </p:nvSpPr>
          <p:spPr>
            <a:xfrm>
              <a:off x="3008" y="1378"/>
              <a:ext cx="896" cy="28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66" name="Google Shape;466;p21"/>
            <p:cNvSpPr txBox="1"/>
            <p:nvPr/>
          </p:nvSpPr>
          <p:spPr>
            <a:xfrm>
              <a:off x="3594" y="1744"/>
              <a:ext cx="391" cy="27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0400" lIns="100800" spcFirstLastPara="1" rIns="100800" wrap="square" tIns="504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CC"/>
                </a:buClr>
                <a:buSzPts val="2200"/>
                <a:buFont typeface="Times New Roman"/>
                <a:buNone/>
              </a:pPr>
              <a:r>
                <a:rPr b="0" i="0" lang="en-US" sz="2200" u="none">
                  <a:solidFill>
                    <a:srgbClr val="0000CC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1..5</a:t>
              </a:r>
              <a:endParaRPr/>
            </a:p>
          </p:txBody>
        </p:sp>
        <p:sp>
          <p:nvSpPr>
            <p:cNvPr id="467" name="Google Shape;467;p21"/>
            <p:cNvSpPr txBox="1"/>
            <p:nvPr/>
          </p:nvSpPr>
          <p:spPr>
            <a:xfrm>
              <a:off x="2401" y="1420"/>
              <a:ext cx="1609" cy="3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0400" lIns="100800" spcFirstLastPara="1" rIns="100800" wrap="square" tIns="504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CC"/>
                </a:buClr>
                <a:buSzPts val="2600"/>
                <a:buFont typeface="Times New Roman"/>
                <a:buNone/>
              </a:pPr>
              <a:r>
                <a:rPr b="0" i="0" lang="en-US" sz="2600" u="none">
                  <a:solidFill>
                    <a:srgbClr val="0000CC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hasEnrolmentOf</a:t>
              </a:r>
              <a:endParaRPr/>
            </a:p>
          </p:txBody>
        </p:sp>
        <p:sp>
          <p:nvSpPr>
            <p:cNvPr id="468" name="Google Shape;468;p21"/>
            <p:cNvSpPr txBox="1"/>
            <p:nvPr/>
          </p:nvSpPr>
          <p:spPr>
            <a:xfrm>
              <a:off x="2183" y="1726"/>
              <a:ext cx="1609" cy="3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0400" lIns="100800" spcFirstLastPara="1" rIns="100800" wrap="square" tIns="504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CC"/>
                </a:buClr>
                <a:buSzPts val="2600"/>
                <a:buFont typeface="Times New Roman"/>
                <a:buNone/>
              </a:pPr>
              <a:r>
                <a:rPr b="0" i="0" lang="en-US" sz="2600" u="none">
                  <a:solidFill>
                    <a:srgbClr val="0000CC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Enrols in</a:t>
              </a:r>
              <a:endParaRPr/>
            </a:p>
          </p:txBody>
        </p:sp>
      </p:grpSp>
      <p:grpSp>
        <p:nvGrpSpPr>
          <p:cNvPr id="469" name="Google Shape;469;p21"/>
          <p:cNvGrpSpPr/>
          <p:nvPr/>
        </p:nvGrpSpPr>
        <p:grpSpPr>
          <a:xfrm>
            <a:off x="4362449" y="249237"/>
            <a:ext cx="1243013" cy="1517650"/>
            <a:chOff x="2748" y="157"/>
            <a:chExt cx="783" cy="956"/>
          </a:xfrm>
        </p:grpSpPr>
        <p:cxnSp>
          <p:nvCxnSpPr>
            <p:cNvPr id="470" name="Google Shape;470;p21"/>
            <p:cNvCxnSpPr/>
            <p:nvPr/>
          </p:nvCxnSpPr>
          <p:spPr>
            <a:xfrm>
              <a:off x="2749" y="157"/>
              <a:ext cx="782" cy="956"/>
            </a:xfrm>
            <a:prstGeom prst="straightConnector1">
              <a:avLst/>
            </a:prstGeom>
            <a:noFill/>
            <a:ln cap="sq" cmpd="sng" w="38150">
              <a:solidFill>
                <a:srgbClr val="FF0000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471" name="Google Shape;471;p21"/>
            <p:cNvCxnSpPr/>
            <p:nvPr/>
          </p:nvCxnSpPr>
          <p:spPr>
            <a:xfrm flipH="1">
              <a:off x="2748" y="157"/>
              <a:ext cx="742" cy="956"/>
            </a:xfrm>
            <a:prstGeom prst="straightConnector1">
              <a:avLst/>
            </a:prstGeom>
            <a:noFill/>
            <a:ln cap="sq" cmpd="sng" w="38150">
              <a:solidFill>
                <a:srgbClr val="FF0000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</p:grpSp>
      <p:grpSp>
        <p:nvGrpSpPr>
          <p:cNvPr id="472" name="Google Shape;472;p21"/>
          <p:cNvGrpSpPr/>
          <p:nvPr/>
        </p:nvGrpSpPr>
        <p:grpSpPr>
          <a:xfrm>
            <a:off x="493712" y="5534025"/>
            <a:ext cx="7770812" cy="1047750"/>
            <a:chOff x="311" y="3486"/>
            <a:chExt cx="4895" cy="660"/>
          </a:xfrm>
        </p:grpSpPr>
        <p:sp>
          <p:nvSpPr>
            <p:cNvPr id="473" name="Google Shape;473;p21"/>
            <p:cNvSpPr txBox="1"/>
            <p:nvPr/>
          </p:nvSpPr>
          <p:spPr>
            <a:xfrm>
              <a:off x="311" y="3508"/>
              <a:ext cx="1102" cy="479"/>
            </a:xfrm>
            <a:prstGeom prst="rect">
              <a:avLst/>
            </a:prstGeom>
            <a:solidFill>
              <a:srgbClr val="FFCCFF"/>
            </a:solidFill>
            <a:ln cap="sq" cmpd="sng" w="284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50400" lIns="100800" spcFirstLastPara="1" rIns="100800" wrap="square" tIns="504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CC"/>
                </a:buClr>
                <a:buSzPts val="3100"/>
                <a:buFont typeface="Times New Roman"/>
                <a:buNone/>
              </a:pPr>
              <a:r>
                <a:rPr b="0" i="0" lang="en-US" sz="3100" u="none">
                  <a:solidFill>
                    <a:srgbClr val="0000CC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Student</a:t>
              </a:r>
              <a:endParaRPr/>
            </a:p>
          </p:txBody>
        </p:sp>
        <p:sp>
          <p:nvSpPr>
            <p:cNvPr id="474" name="Google Shape;474;p21"/>
            <p:cNvSpPr txBox="1"/>
            <p:nvPr/>
          </p:nvSpPr>
          <p:spPr>
            <a:xfrm>
              <a:off x="4056" y="3556"/>
              <a:ext cx="1150" cy="431"/>
            </a:xfrm>
            <a:prstGeom prst="rect">
              <a:avLst/>
            </a:prstGeom>
            <a:solidFill>
              <a:srgbClr val="00CC99"/>
            </a:solidFill>
            <a:ln cap="sq" cmpd="sng" w="284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50400" lIns="100800" spcFirstLastPara="1" rIns="100800" wrap="square" tIns="504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CC"/>
                </a:buClr>
                <a:buSzPts val="3100"/>
                <a:buFont typeface="Times New Roman"/>
                <a:buNone/>
              </a:pPr>
              <a:r>
                <a:rPr b="0" i="0" lang="en-US" sz="3100" u="none">
                  <a:solidFill>
                    <a:srgbClr val="0000CC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Course</a:t>
              </a:r>
              <a:endParaRPr/>
            </a:p>
          </p:txBody>
        </p:sp>
        <p:cxnSp>
          <p:nvCxnSpPr>
            <p:cNvPr id="475" name="Google Shape;475;p21"/>
            <p:cNvCxnSpPr/>
            <p:nvPr/>
          </p:nvCxnSpPr>
          <p:spPr>
            <a:xfrm>
              <a:off x="1415" y="3796"/>
              <a:ext cx="2639" cy="0"/>
            </a:xfrm>
            <a:prstGeom prst="straightConnector1">
              <a:avLst/>
            </a:prstGeom>
            <a:noFill/>
            <a:ln cap="sq" cmpd="sng" w="57225">
              <a:solidFill>
                <a:srgbClr val="000000"/>
              </a:solidFill>
              <a:prstDash val="solid"/>
              <a:miter lim="800000"/>
              <a:headEnd len="med" w="med" type="triangle"/>
              <a:tailEnd len="med" w="med" type="triangle"/>
            </a:ln>
          </p:spPr>
        </p:cxnSp>
        <p:sp>
          <p:nvSpPr>
            <p:cNvPr id="476" name="Google Shape;476;p21"/>
            <p:cNvSpPr txBox="1"/>
            <p:nvPr/>
          </p:nvSpPr>
          <p:spPr>
            <a:xfrm>
              <a:off x="1453" y="3491"/>
              <a:ext cx="112" cy="28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77" name="Google Shape;477;p21"/>
            <p:cNvSpPr txBox="1"/>
            <p:nvPr/>
          </p:nvSpPr>
          <p:spPr>
            <a:xfrm>
              <a:off x="1400" y="3528"/>
              <a:ext cx="782" cy="3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0400" lIns="100800" spcFirstLastPara="1" rIns="100800" wrap="square" tIns="504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CC"/>
                </a:buClr>
                <a:buSzPts val="2600"/>
                <a:buFont typeface="Times New Roman"/>
                <a:buNone/>
              </a:pPr>
              <a:r>
                <a:rPr b="0" i="0" lang="en-US" sz="2600" u="none">
                  <a:solidFill>
                    <a:srgbClr val="0000CC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credits</a:t>
              </a:r>
              <a:endParaRPr/>
            </a:p>
          </p:txBody>
        </p:sp>
        <p:sp>
          <p:nvSpPr>
            <p:cNvPr id="478" name="Google Shape;478;p21"/>
            <p:cNvSpPr/>
            <p:nvPr/>
          </p:nvSpPr>
          <p:spPr>
            <a:xfrm>
              <a:off x="3242" y="3989"/>
              <a:ext cx="28" cy="0"/>
            </a:xfrm>
            <a:custGeom>
              <a:rect b="b" l="l" r="r" t="t"/>
              <a:pathLst>
                <a:path extrusionOk="0" h="1" w="30">
                  <a:moveTo>
                    <a:pt x="0" y="0"/>
                  </a:moveTo>
                  <a:lnTo>
                    <a:pt x="30" y="0"/>
                  </a:lnTo>
                </a:path>
              </a:pathLst>
            </a:custGeom>
            <a:noFill/>
            <a:ln cap="sq" cmpd="sng" w="763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79" name="Google Shape;479;p21"/>
            <p:cNvSpPr txBox="1"/>
            <p:nvPr/>
          </p:nvSpPr>
          <p:spPr>
            <a:xfrm>
              <a:off x="1319" y="3870"/>
              <a:ext cx="771" cy="27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0400" lIns="100800" spcFirstLastPara="1" rIns="100800" wrap="square" tIns="504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CC"/>
                </a:buClr>
                <a:buSzPts val="2200"/>
                <a:buFont typeface="Times New Roman"/>
                <a:buNone/>
              </a:pPr>
              <a:r>
                <a:rPr b="0" i="0" lang="en-US" sz="2200" u="none">
                  <a:solidFill>
                    <a:srgbClr val="0000CC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10..300</a:t>
              </a:r>
              <a:endParaRPr/>
            </a:p>
          </p:txBody>
        </p:sp>
        <p:sp>
          <p:nvSpPr>
            <p:cNvPr id="480" name="Google Shape;480;p21"/>
            <p:cNvSpPr txBox="1"/>
            <p:nvPr/>
          </p:nvSpPr>
          <p:spPr>
            <a:xfrm>
              <a:off x="3095" y="3486"/>
              <a:ext cx="896" cy="28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81" name="Google Shape;481;p21"/>
            <p:cNvSpPr txBox="1"/>
            <p:nvPr/>
          </p:nvSpPr>
          <p:spPr>
            <a:xfrm>
              <a:off x="3682" y="3853"/>
              <a:ext cx="391" cy="27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0400" lIns="100800" spcFirstLastPara="1" rIns="100800" wrap="square" tIns="504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CC"/>
                </a:buClr>
                <a:buSzPts val="2200"/>
                <a:buFont typeface="Times New Roman"/>
                <a:buNone/>
              </a:pPr>
              <a:r>
                <a:rPr b="0" i="0" lang="en-US" sz="2200" u="none">
                  <a:solidFill>
                    <a:srgbClr val="0000CC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1..5</a:t>
              </a:r>
              <a:endParaRPr/>
            </a:p>
          </p:txBody>
        </p:sp>
        <p:sp>
          <p:nvSpPr>
            <p:cNvPr id="482" name="Google Shape;482;p21"/>
            <p:cNvSpPr txBox="1"/>
            <p:nvPr/>
          </p:nvSpPr>
          <p:spPr>
            <a:xfrm>
              <a:off x="2488" y="3528"/>
              <a:ext cx="1609" cy="3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0400" lIns="100800" spcFirstLastPara="1" rIns="100800" wrap="square" tIns="504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CC"/>
                </a:buClr>
                <a:buSzPts val="2600"/>
                <a:buFont typeface="Times New Roman"/>
                <a:buNone/>
              </a:pPr>
              <a:r>
                <a:rPr b="0" i="0" lang="en-US" sz="2600" u="none">
                  <a:solidFill>
                    <a:srgbClr val="0000CC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hasEnrolmentOf</a:t>
              </a:r>
              <a:endParaRPr/>
            </a:p>
          </p:txBody>
        </p:sp>
        <p:sp>
          <p:nvSpPr>
            <p:cNvPr id="483" name="Google Shape;483;p21"/>
            <p:cNvSpPr txBox="1"/>
            <p:nvPr/>
          </p:nvSpPr>
          <p:spPr>
            <a:xfrm>
              <a:off x="2271" y="3834"/>
              <a:ext cx="1609" cy="3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0400" lIns="100800" spcFirstLastPara="1" rIns="100800" wrap="square" tIns="504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CC"/>
                </a:buClr>
                <a:buSzPts val="2600"/>
                <a:buFont typeface="Times New Roman"/>
                <a:buNone/>
              </a:pPr>
              <a:r>
                <a:rPr b="0" i="0" lang="en-US" sz="2600" u="none">
                  <a:solidFill>
                    <a:srgbClr val="0000CC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Enrols in</a:t>
              </a:r>
              <a:endParaRPr/>
            </a:p>
          </p:txBody>
        </p:sp>
      </p:grpSp>
      <p:grpSp>
        <p:nvGrpSpPr>
          <p:cNvPr id="484" name="Google Shape;484;p21"/>
          <p:cNvGrpSpPr/>
          <p:nvPr/>
        </p:nvGrpSpPr>
        <p:grpSpPr>
          <a:xfrm>
            <a:off x="4362449" y="1976437"/>
            <a:ext cx="1243013" cy="1517650"/>
            <a:chOff x="2748" y="1245"/>
            <a:chExt cx="783" cy="956"/>
          </a:xfrm>
        </p:grpSpPr>
        <p:cxnSp>
          <p:nvCxnSpPr>
            <p:cNvPr id="485" name="Google Shape;485;p21"/>
            <p:cNvCxnSpPr/>
            <p:nvPr/>
          </p:nvCxnSpPr>
          <p:spPr>
            <a:xfrm>
              <a:off x="2749" y="1245"/>
              <a:ext cx="782" cy="956"/>
            </a:xfrm>
            <a:prstGeom prst="straightConnector1">
              <a:avLst/>
            </a:prstGeom>
            <a:noFill/>
            <a:ln cap="sq" cmpd="sng" w="38150">
              <a:solidFill>
                <a:srgbClr val="FF0000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486" name="Google Shape;486;p21"/>
            <p:cNvCxnSpPr/>
            <p:nvPr/>
          </p:nvCxnSpPr>
          <p:spPr>
            <a:xfrm flipH="1">
              <a:off x="2748" y="1245"/>
              <a:ext cx="742" cy="956"/>
            </a:xfrm>
            <a:prstGeom prst="straightConnector1">
              <a:avLst/>
            </a:prstGeom>
            <a:noFill/>
            <a:ln cap="sq" cmpd="sng" w="38150">
              <a:solidFill>
                <a:srgbClr val="FF0000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</p:grpSp>
      <p:grpSp>
        <p:nvGrpSpPr>
          <p:cNvPr id="487" name="Google Shape;487;p21"/>
          <p:cNvGrpSpPr/>
          <p:nvPr/>
        </p:nvGrpSpPr>
        <p:grpSpPr>
          <a:xfrm>
            <a:off x="3397250" y="5224463"/>
            <a:ext cx="1447800" cy="1312862"/>
            <a:chOff x="2140" y="3291"/>
            <a:chExt cx="912" cy="827"/>
          </a:xfrm>
        </p:grpSpPr>
        <p:cxnSp>
          <p:nvCxnSpPr>
            <p:cNvPr id="488" name="Google Shape;488;p21"/>
            <p:cNvCxnSpPr/>
            <p:nvPr/>
          </p:nvCxnSpPr>
          <p:spPr>
            <a:xfrm>
              <a:off x="2140" y="3944"/>
              <a:ext cx="259" cy="171"/>
            </a:xfrm>
            <a:prstGeom prst="straightConnector1">
              <a:avLst/>
            </a:prstGeom>
            <a:noFill/>
            <a:ln cap="sq" cmpd="sng" w="57225">
              <a:solidFill>
                <a:srgbClr val="FF0000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489" name="Google Shape;489;p21"/>
            <p:cNvCxnSpPr/>
            <p:nvPr/>
          </p:nvCxnSpPr>
          <p:spPr>
            <a:xfrm flipH="1" rot="10800000">
              <a:off x="2401" y="3291"/>
              <a:ext cx="651" cy="827"/>
            </a:xfrm>
            <a:prstGeom prst="straightConnector1">
              <a:avLst/>
            </a:prstGeom>
            <a:noFill/>
            <a:ln cap="sq" cmpd="sng" w="57225">
              <a:solidFill>
                <a:srgbClr val="FF0000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22"/>
          <p:cNvSpPr txBox="1"/>
          <p:nvPr/>
        </p:nvSpPr>
        <p:spPr>
          <a:xfrm>
            <a:off x="669925" y="325437"/>
            <a:ext cx="7797800" cy="1139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Quiz: Read the Diagram?</a:t>
            </a:r>
            <a:endParaRPr/>
          </a:p>
        </p:txBody>
      </p:sp>
      <p:sp>
        <p:nvSpPr>
          <p:cNvPr id="497" name="Google Shape;497;p22"/>
          <p:cNvSpPr txBox="1"/>
          <p:nvPr/>
        </p:nvSpPr>
        <p:spPr>
          <a:xfrm>
            <a:off x="631825" y="2428875"/>
            <a:ext cx="1851025" cy="1022350"/>
          </a:xfrm>
          <a:prstGeom prst="rect">
            <a:avLst/>
          </a:prstGeom>
          <a:solidFill>
            <a:srgbClr val="FFCCFF"/>
          </a:solidFill>
          <a:ln cap="sq" cmpd="sng" w="284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50400" lIns="100800" spcFirstLastPara="1" rIns="100800" wrap="square" tIns="50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Times New Roman"/>
              <a:buNone/>
            </a:pPr>
            <a:r>
              <a:rPr b="0" i="0" lang="en-US" sz="35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Teacher</a:t>
            </a:r>
            <a:endParaRPr/>
          </a:p>
        </p:txBody>
      </p:sp>
      <p:sp>
        <p:nvSpPr>
          <p:cNvPr id="498" name="Google Shape;498;p22"/>
          <p:cNvSpPr txBox="1"/>
          <p:nvPr/>
        </p:nvSpPr>
        <p:spPr>
          <a:xfrm>
            <a:off x="6907212" y="2530475"/>
            <a:ext cx="1931987" cy="920750"/>
          </a:xfrm>
          <a:prstGeom prst="rect">
            <a:avLst/>
          </a:prstGeom>
          <a:solidFill>
            <a:srgbClr val="CCFF99"/>
          </a:solidFill>
          <a:ln cap="sq" cmpd="sng" w="284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50400" lIns="100800" spcFirstLastPara="1" rIns="100800" wrap="square" tIns="50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Times New Roman"/>
              <a:buNone/>
            </a:pPr>
            <a:r>
              <a:rPr b="0" i="0" lang="en-US" sz="39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Course</a:t>
            </a:r>
            <a:endParaRPr/>
          </a:p>
        </p:txBody>
      </p:sp>
      <p:cxnSp>
        <p:nvCxnSpPr>
          <p:cNvPr id="499" name="Google Shape;499;p22"/>
          <p:cNvCxnSpPr/>
          <p:nvPr/>
        </p:nvCxnSpPr>
        <p:spPr>
          <a:xfrm>
            <a:off x="2482850" y="3041650"/>
            <a:ext cx="4425950" cy="1587"/>
          </a:xfrm>
          <a:prstGeom prst="straightConnector1">
            <a:avLst/>
          </a:prstGeom>
          <a:noFill/>
          <a:ln cap="sq" cmpd="sng" w="28425">
            <a:solidFill>
              <a:srgbClr val="000000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500" name="Google Shape;500;p22"/>
          <p:cNvSpPr txBox="1"/>
          <p:nvPr/>
        </p:nvSpPr>
        <p:spPr>
          <a:xfrm>
            <a:off x="3673475" y="2530475"/>
            <a:ext cx="1173162" cy="496887"/>
          </a:xfrm>
          <a:prstGeom prst="rect">
            <a:avLst/>
          </a:prstGeom>
          <a:noFill/>
          <a:ln>
            <a:noFill/>
          </a:ln>
        </p:spPr>
        <p:txBody>
          <a:bodyPr anchorCtr="0" anchor="t" bIns="50400" lIns="100800" spcFirstLastPara="1" rIns="100800" wrap="square" tIns="504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Times New Roman"/>
              <a:buNone/>
            </a:pPr>
            <a:r>
              <a:rPr b="0" i="0" lang="en-US" sz="26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teaches</a:t>
            </a:r>
            <a:endParaRPr/>
          </a:p>
        </p:txBody>
      </p:sp>
      <p:sp>
        <p:nvSpPr>
          <p:cNvPr id="501" name="Google Shape;501;p22"/>
          <p:cNvSpPr/>
          <p:nvPr/>
        </p:nvSpPr>
        <p:spPr>
          <a:xfrm>
            <a:off x="5218112" y="2746375"/>
            <a:ext cx="50800" cy="1587"/>
          </a:xfrm>
          <a:custGeom>
            <a:rect b="b" l="l" r="r" t="t"/>
            <a:pathLst>
              <a:path extrusionOk="0" h="1" w="30">
                <a:moveTo>
                  <a:pt x="0" y="0"/>
                </a:moveTo>
                <a:lnTo>
                  <a:pt x="30" y="0"/>
                </a:lnTo>
              </a:path>
            </a:pathLst>
          </a:custGeom>
          <a:noFill/>
          <a:ln cap="sq" cmpd="sng" w="763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02" name="Google Shape;502;p22"/>
          <p:cNvSpPr txBox="1"/>
          <p:nvPr/>
        </p:nvSpPr>
        <p:spPr>
          <a:xfrm>
            <a:off x="2794000" y="2401887"/>
            <a:ext cx="180975" cy="3952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03" name="Google Shape;503;p22"/>
          <p:cNvSpPr txBox="1"/>
          <p:nvPr/>
        </p:nvSpPr>
        <p:spPr>
          <a:xfrm>
            <a:off x="6203950" y="2397125"/>
            <a:ext cx="698500" cy="496887"/>
          </a:xfrm>
          <a:prstGeom prst="rect">
            <a:avLst/>
          </a:prstGeom>
          <a:noFill/>
          <a:ln>
            <a:noFill/>
          </a:ln>
        </p:spPr>
        <p:txBody>
          <a:bodyPr anchorCtr="0" anchor="t" bIns="50400" lIns="100800" spcFirstLastPara="1" rIns="100800" wrap="square" tIns="504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C0128"/>
              </a:buClr>
              <a:buSzPts val="2600"/>
              <a:buFont typeface="Times New Roman"/>
              <a:buNone/>
            </a:pPr>
            <a:r>
              <a:rPr b="0" i="0" lang="en-US" sz="2600" u="none">
                <a:solidFill>
                  <a:srgbClr val="FC01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0..3</a:t>
            </a:r>
            <a:endParaRPr/>
          </a:p>
        </p:txBody>
      </p:sp>
      <p:sp>
        <p:nvSpPr>
          <p:cNvPr id="504" name="Google Shape;504;p22"/>
          <p:cNvSpPr txBox="1"/>
          <p:nvPr/>
        </p:nvSpPr>
        <p:spPr>
          <a:xfrm>
            <a:off x="2609850" y="2460625"/>
            <a:ext cx="622300" cy="436562"/>
          </a:xfrm>
          <a:prstGeom prst="rect">
            <a:avLst/>
          </a:prstGeom>
          <a:noFill/>
          <a:ln>
            <a:noFill/>
          </a:ln>
        </p:spPr>
        <p:txBody>
          <a:bodyPr anchorCtr="0" anchor="t" bIns="50400" lIns="100800" spcFirstLastPara="1" rIns="100800" wrap="square" tIns="504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2200"/>
              <a:buFont typeface="Times New Roman"/>
              <a:buNone/>
            </a:pPr>
            <a:r>
              <a:rPr b="0" i="0" lang="en-US" sz="2200" u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1..2</a:t>
            </a:r>
            <a:endParaRPr/>
          </a:p>
        </p:txBody>
      </p:sp>
      <p:sp>
        <p:nvSpPr>
          <p:cNvPr id="505" name="Google Shape;505;p22"/>
          <p:cNvSpPr txBox="1"/>
          <p:nvPr/>
        </p:nvSpPr>
        <p:spPr>
          <a:xfrm>
            <a:off x="839787" y="4535487"/>
            <a:ext cx="1957387" cy="1243012"/>
          </a:xfrm>
          <a:prstGeom prst="rect">
            <a:avLst/>
          </a:prstGeom>
          <a:solidFill>
            <a:srgbClr val="FFCCFF"/>
          </a:solidFill>
          <a:ln cap="sq" cmpd="sng" w="284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50400" lIns="100800" spcFirstLastPara="1" rIns="100800" wrap="square" tIns="50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</a:t>
            </a:r>
            <a:r>
              <a:rPr b="0" i="0" lang="en-US" sz="40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</a:t>
            </a:r>
            <a:endParaRPr/>
          </a:p>
        </p:txBody>
      </p:sp>
      <p:sp>
        <p:nvSpPr>
          <p:cNvPr id="506" name="Google Shape;506;p22"/>
          <p:cNvSpPr txBox="1"/>
          <p:nvPr/>
        </p:nvSpPr>
        <p:spPr>
          <a:xfrm>
            <a:off x="7196137" y="4395787"/>
            <a:ext cx="1454150" cy="1382712"/>
          </a:xfrm>
          <a:prstGeom prst="rect">
            <a:avLst/>
          </a:prstGeom>
          <a:solidFill>
            <a:srgbClr val="FFCCFF"/>
          </a:solidFill>
          <a:ln cap="sq" cmpd="sng" w="284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50400" lIns="100800" spcFirstLastPara="1" rIns="100800" wrap="square" tIns="50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Times New Roman"/>
              <a:buNone/>
            </a:pPr>
            <a:r>
              <a:rPr b="0" i="0" lang="en-US" sz="3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Door</a:t>
            </a:r>
            <a:endParaRPr/>
          </a:p>
        </p:txBody>
      </p:sp>
      <p:cxnSp>
        <p:nvCxnSpPr>
          <p:cNvPr id="507" name="Google Shape;507;p22"/>
          <p:cNvCxnSpPr/>
          <p:nvPr/>
        </p:nvCxnSpPr>
        <p:spPr>
          <a:xfrm flipH="1" rot="10800000">
            <a:off x="2797175" y="5018087"/>
            <a:ext cx="4398962" cy="30162"/>
          </a:xfrm>
          <a:prstGeom prst="straightConnector1">
            <a:avLst/>
          </a:prstGeom>
          <a:noFill/>
          <a:ln cap="sq" cmpd="sng" w="38150">
            <a:solidFill>
              <a:srgbClr val="000000"/>
            </a:solidFill>
            <a:prstDash val="solid"/>
            <a:miter lim="800000"/>
            <a:headEnd len="med" w="med" type="none"/>
            <a:tailEnd len="lg" w="lg" type="stealth"/>
          </a:ln>
        </p:spPr>
      </p:cxnSp>
      <p:sp>
        <p:nvSpPr>
          <p:cNvPr id="508" name="Google Shape;508;p22"/>
          <p:cNvSpPr/>
          <p:nvPr/>
        </p:nvSpPr>
        <p:spPr>
          <a:xfrm rot="5400000">
            <a:off x="4960937" y="4635500"/>
            <a:ext cx="568325" cy="228600"/>
          </a:xfrm>
          <a:prstGeom prst="triangle">
            <a:avLst>
              <a:gd fmla="val 50000" name="adj"/>
            </a:avLst>
          </a:prstGeom>
          <a:solidFill>
            <a:srgbClr val="000000"/>
          </a:solidFill>
          <a:ln cap="sq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09" name="Google Shape;509;p22"/>
          <p:cNvSpPr txBox="1"/>
          <p:nvPr/>
        </p:nvSpPr>
        <p:spPr>
          <a:xfrm>
            <a:off x="6191250" y="4395787"/>
            <a:ext cx="631825" cy="5032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Times New Roman"/>
              <a:buNone/>
            </a:pPr>
            <a:r>
              <a:rPr b="0" i="0" lang="en-US" sz="3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0..5</a:t>
            </a:r>
            <a:endParaRPr/>
          </a:p>
        </p:txBody>
      </p:sp>
      <p:sp>
        <p:nvSpPr>
          <p:cNvPr id="510" name="Google Shape;510;p22"/>
          <p:cNvSpPr txBox="1"/>
          <p:nvPr/>
        </p:nvSpPr>
        <p:spPr>
          <a:xfrm>
            <a:off x="2906712" y="4397375"/>
            <a:ext cx="200025" cy="936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Times New Roman"/>
              <a:buNone/>
            </a:pPr>
            <a:r>
              <a:rPr b="0" baseline="-25000" i="0" lang="en-US" sz="5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/>
          </a:p>
        </p:txBody>
      </p:sp>
      <p:sp>
        <p:nvSpPr>
          <p:cNvPr id="511" name="Google Shape;511;p22"/>
          <p:cNvSpPr txBox="1"/>
          <p:nvPr/>
        </p:nvSpPr>
        <p:spPr>
          <a:xfrm>
            <a:off x="3743325" y="4492625"/>
            <a:ext cx="1489075" cy="5032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Times New Roman"/>
              <a:buNone/>
            </a:pPr>
            <a:r>
              <a:rPr b="0" i="0" lang="en-US" sz="3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opens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23"/>
          <p:cNvSpPr txBox="1"/>
          <p:nvPr/>
        </p:nvSpPr>
        <p:spPr>
          <a:xfrm>
            <a:off x="631825" y="-303212"/>
            <a:ext cx="7802562" cy="152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1" i="0" lang="en-US" sz="5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Association and Link</a:t>
            </a:r>
            <a:endParaRPr/>
          </a:p>
        </p:txBody>
      </p:sp>
      <p:sp>
        <p:nvSpPr>
          <p:cNvPr id="520" name="Google Shape;520;p23"/>
          <p:cNvSpPr txBox="1"/>
          <p:nvPr/>
        </p:nvSpPr>
        <p:spPr>
          <a:xfrm>
            <a:off x="147637" y="733425"/>
            <a:ext cx="8778875" cy="5314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39725" lvl="0" marL="339725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4000"/>
              <a:buFont typeface="Arial"/>
              <a:buChar char="•"/>
            </a:pPr>
            <a:r>
              <a:rPr b="1" i="0" lang="en-US" sz="4000" u="non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A link:</a:t>
            </a:r>
            <a:endParaRPr/>
          </a:p>
          <a:p>
            <a:pPr indent="-282575" lvl="1" marL="739775" marR="0" rtl="0" algn="l">
              <a:lnSpc>
                <a:spcPct val="105000"/>
              </a:lnSpc>
              <a:spcBef>
                <a:spcPts val="1900"/>
              </a:spcBef>
              <a:spcAft>
                <a:spcPts val="0"/>
              </a:spcAft>
              <a:buClr>
                <a:srgbClr val="0000FF"/>
              </a:buClr>
              <a:buSzPts val="3600"/>
              <a:buFont typeface="Arial"/>
              <a:buChar char="•"/>
            </a:pPr>
            <a:r>
              <a:rPr b="1" i="0" lang="en-US" sz="36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An instance of an association</a:t>
            </a:r>
            <a:endParaRPr/>
          </a:p>
          <a:p>
            <a:pPr indent="-282575" lvl="1" marL="739775" marR="0" rtl="0" algn="l">
              <a:lnSpc>
                <a:spcPct val="105000"/>
              </a:lnSpc>
              <a:spcBef>
                <a:spcPts val="1600"/>
              </a:spcBef>
              <a:spcAft>
                <a:spcPts val="0"/>
              </a:spcAft>
              <a:buClr>
                <a:srgbClr val="0000CC"/>
              </a:buClr>
              <a:buSzPts val="3600"/>
              <a:buFont typeface="Arial"/>
              <a:buChar char="•"/>
            </a:pPr>
            <a:r>
              <a:rPr b="1" i="0" lang="en-US" sz="3600" u="none" cap="none" strike="noStrik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Exists between two or more objects</a:t>
            </a:r>
            <a:endParaRPr/>
          </a:p>
          <a:p>
            <a:pPr indent="-282575" lvl="1" marL="739775" marR="0" rtl="0" algn="l">
              <a:lnSpc>
                <a:spcPct val="105000"/>
              </a:lnSpc>
              <a:spcBef>
                <a:spcPts val="1600"/>
              </a:spcBef>
              <a:spcAft>
                <a:spcPts val="0"/>
              </a:spcAft>
              <a:buClr>
                <a:srgbClr val="0000FF"/>
              </a:buClr>
              <a:buSzPts val="3600"/>
              <a:buFont typeface="Arial"/>
              <a:buChar char="•"/>
            </a:pPr>
            <a:r>
              <a:rPr b="1" i="0" lang="en-US" sz="36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Dynamically created and destroyed as the run of a system proceeds</a:t>
            </a:r>
            <a:endParaRPr/>
          </a:p>
          <a:p>
            <a:pPr indent="-339725" lvl="0" marL="339725" marR="0" rtl="0" algn="l">
              <a:lnSpc>
                <a:spcPct val="10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Char char="•"/>
            </a:pPr>
            <a:r>
              <a:rPr b="1" i="0" lang="en-US" sz="40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For example: </a:t>
            </a:r>
            <a:endParaRPr/>
          </a:p>
          <a:p>
            <a:pPr indent="-282575" lvl="1" marL="739775" marR="0" rtl="0" algn="l">
              <a:lnSpc>
                <a:spcPct val="105000"/>
              </a:lnSpc>
              <a:spcBef>
                <a:spcPts val="1900"/>
              </a:spcBef>
              <a:spcAft>
                <a:spcPts val="0"/>
              </a:spcAft>
              <a:buClr>
                <a:srgbClr val="0000CC"/>
              </a:buClr>
              <a:buSzPts val="2800"/>
              <a:buFont typeface="Arial"/>
              <a:buChar char="•"/>
            </a:pPr>
            <a:r>
              <a:rPr b="1" i="0" lang="en-US" sz="2800" u="none" cap="none" strike="noStrik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An employee joins an organization. </a:t>
            </a:r>
            <a:endParaRPr/>
          </a:p>
          <a:p>
            <a:pPr indent="-282575" lvl="1" marL="739775" marR="0" rtl="0" algn="l">
              <a:lnSpc>
                <a:spcPct val="105000"/>
              </a:lnSpc>
              <a:spcBef>
                <a:spcPts val="1600"/>
              </a:spcBef>
              <a:spcAft>
                <a:spcPts val="0"/>
              </a:spcAft>
              <a:buClr>
                <a:srgbClr val="0000CC"/>
              </a:buClr>
              <a:buSzPts val="2800"/>
              <a:buFont typeface="Arial"/>
              <a:buChar char="•"/>
            </a:pPr>
            <a:r>
              <a:rPr b="1" i="0" lang="en-US" sz="2800" u="none" cap="none" strike="noStrik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Leaves that organization and joins a new organization etc.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24"/>
          <p:cNvSpPr txBox="1"/>
          <p:nvPr/>
        </p:nvSpPr>
        <p:spPr>
          <a:xfrm>
            <a:off x="561975" y="-234950"/>
            <a:ext cx="7802562" cy="1139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1" i="0" lang="en-US" sz="4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Association Relationship</a:t>
            </a:r>
            <a:endParaRPr/>
          </a:p>
        </p:txBody>
      </p:sp>
      <p:sp>
        <p:nvSpPr>
          <p:cNvPr id="529" name="Google Shape;529;p24"/>
          <p:cNvSpPr txBox="1"/>
          <p:nvPr/>
        </p:nvSpPr>
        <p:spPr>
          <a:xfrm>
            <a:off x="0" y="663575"/>
            <a:ext cx="9144000" cy="60150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69887" lvl="0" marL="369887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b="1" i="0" lang="en-US" sz="2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class can be associated with itself (</a:t>
            </a:r>
            <a:r>
              <a:rPr b="1" i="0" lang="en-US" sz="2800" u="none">
                <a:solidFill>
                  <a:srgbClr val="4C38E2"/>
                </a:solidFill>
                <a:latin typeface="Arial"/>
                <a:ea typeface="Arial"/>
                <a:cs typeface="Arial"/>
                <a:sym typeface="Arial"/>
              </a:rPr>
              <a:t>recursive </a:t>
            </a:r>
            <a:r>
              <a:rPr b="1" i="0" lang="en-US" sz="2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association). 	</a:t>
            </a:r>
            <a:endParaRPr/>
          </a:p>
          <a:p>
            <a:pPr indent="-311149" lvl="1" marL="811212" marR="0" rtl="0" algn="l">
              <a:lnSpc>
                <a:spcPct val="120000"/>
              </a:lnSpc>
              <a:spcBef>
                <a:spcPts val="25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Noto Sans Symbols"/>
              <a:buChar char="−"/>
            </a:pPr>
            <a:r>
              <a:rPr b="1" i="0" lang="en-US" sz="2800" u="none" cap="none" strike="noStrik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Give an example?</a:t>
            </a:r>
            <a:endParaRPr/>
          </a:p>
          <a:p>
            <a:pPr indent="-369887" lvl="0" marL="369887" marR="0" rtl="0" algn="l">
              <a:lnSpc>
                <a:spcPct val="120000"/>
              </a:lnSpc>
              <a:spcBef>
                <a:spcPts val="250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b="1" i="0" lang="en-US" sz="2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 arrowhead used along with name:</a:t>
            </a:r>
            <a:endParaRPr/>
          </a:p>
          <a:p>
            <a:pPr indent="-311149" lvl="1" marL="811212" marR="0" rtl="0" algn="l">
              <a:lnSpc>
                <a:spcPct val="120000"/>
              </a:lnSpc>
              <a:spcBef>
                <a:spcPts val="25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Noto Sans Symbols"/>
              <a:buChar char="−"/>
            </a:pPr>
            <a:r>
              <a:rPr b="1" i="0" lang="en-US" sz="2800" u="none" cap="none" strike="noStrik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Indicates direction of association.</a:t>
            </a:r>
            <a:endParaRPr/>
          </a:p>
          <a:p>
            <a:pPr indent="-369887" lvl="0" marL="369887" marR="0" rtl="0" algn="l">
              <a:lnSpc>
                <a:spcPct val="120000"/>
              </a:lnSpc>
              <a:spcBef>
                <a:spcPts val="250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b="1" i="0" lang="en-US" sz="2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Multiplicity indicates # of instances taking part in the association.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i="0" sz="28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25"/>
          <p:cNvSpPr txBox="1"/>
          <p:nvPr/>
        </p:nvSpPr>
        <p:spPr>
          <a:xfrm>
            <a:off x="669925" y="325437"/>
            <a:ext cx="7797800" cy="1139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1" i="0" lang="en-US" sz="4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Self Association: Example 0</a:t>
            </a:r>
            <a:endParaRPr/>
          </a:p>
        </p:txBody>
      </p:sp>
      <p:grpSp>
        <p:nvGrpSpPr>
          <p:cNvPr id="537" name="Google Shape;537;p25"/>
          <p:cNvGrpSpPr/>
          <p:nvPr/>
        </p:nvGrpSpPr>
        <p:grpSpPr>
          <a:xfrm>
            <a:off x="355600" y="2309812"/>
            <a:ext cx="7253287" cy="2555875"/>
            <a:chOff x="224" y="1455"/>
            <a:chExt cx="4569" cy="1610"/>
          </a:xfrm>
        </p:grpSpPr>
        <p:sp>
          <p:nvSpPr>
            <p:cNvPr id="538" name="Google Shape;538;p25"/>
            <p:cNvSpPr txBox="1"/>
            <p:nvPr/>
          </p:nvSpPr>
          <p:spPr>
            <a:xfrm>
              <a:off x="2013" y="1455"/>
              <a:ext cx="2681" cy="1321"/>
            </a:xfrm>
            <a:prstGeom prst="rect">
              <a:avLst/>
            </a:prstGeom>
            <a:solidFill>
              <a:srgbClr val="FFFFFF"/>
            </a:solidFill>
            <a:ln cap="sq" cmpd="sng" w="57225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39" name="Google Shape;539;p25"/>
            <p:cNvSpPr txBox="1"/>
            <p:nvPr/>
          </p:nvSpPr>
          <p:spPr>
            <a:xfrm>
              <a:off x="224" y="2311"/>
              <a:ext cx="3300" cy="600"/>
            </a:xfrm>
            <a:prstGeom prst="rect">
              <a:avLst/>
            </a:prstGeom>
            <a:solidFill>
              <a:srgbClr val="003300"/>
            </a:solidFill>
            <a:ln cap="sq" cmpd="sng" w="9525">
              <a:solidFill>
                <a:srgbClr val="0033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6800" lIns="90000" spcFirstLastPara="1" rIns="90000" wrap="square" tIns="46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00"/>
                </a:buClr>
                <a:buSzPts val="5400"/>
                <a:buFont typeface="Times New Roman"/>
                <a:buNone/>
              </a:pPr>
              <a:r>
                <a:rPr b="0" i="0" lang="en-US" sz="5400" u="none">
                  <a:solidFill>
                    <a:srgbClr val="FFFF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Person</a:t>
              </a:r>
              <a:endParaRPr/>
            </a:p>
          </p:txBody>
        </p:sp>
        <p:sp>
          <p:nvSpPr>
            <p:cNvPr id="540" name="Google Shape;540;p25"/>
            <p:cNvSpPr txBox="1"/>
            <p:nvPr/>
          </p:nvSpPr>
          <p:spPr>
            <a:xfrm>
              <a:off x="1317" y="1921"/>
              <a:ext cx="793" cy="32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41" name="Google Shape;541;p25"/>
            <p:cNvSpPr txBox="1"/>
            <p:nvPr/>
          </p:nvSpPr>
          <p:spPr>
            <a:xfrm>
              <a:off x="3404" y="2700"/>
              <a:ext cx="1389" cy="3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800" lIns="90000" spcFirstLastPara="1" rIns="90000" wrap="square" tIns="468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CC"/>
                </a:buClr>
                <a:buSzPts val="3200"/>
                <a:buFont typeface="Times New Roman"/>
                <a:buNone/>
              </a:pPr>
              <a:r>
                <a:rPr b="0" i="0" lang="en-US" sz="3200" u="none">
                  <a:solidFill>
                    <a:srgbClr val="0000CC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Friend of</a:t>
              </a:r>
              <a:endParaRPr/>
            </a:p>
          </p:txBody>
        </p:sp>
      </p:grpSp>
      <p:sp>
        <p:nvSpPr>
          <p:cNvPr id="542" name="Google Shape;542;p25"/>
          <p:cNvSpPr/>
          <p:nvPr/>
        </p:nvSpPr>
        <p:spPr>
          <a:xfrm>
            <a:off x="7337425" y="4602162"/>
            <a:ext cx="50800" cy="1587"/>
          </a:xfrm>
          <a:custGeom>
            <a:rect b="b" l="l" r="r" t="t"/>
            <a:pathLst>
              <a:path extrusionOk="0" h="1" w="30">
                <a:moveTo>
                  <a:pt x="0" y="0"/>
                </a:moveTo>
                <a:lnTo>
                  <a:pt x="30" y="0"/>
                </a:lnTo>
              </a:path>
            </a:pathLst>
          </a:custGeom>
          <a:noFill/>
          <a:ln cap="sq" cmpd="sng" w="763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26"/>
          <p:cNvSpPr txBox="1"/>
          <p:nvPr/>
        </p:nvSpPr>
        <p:spPr>
          <a:xfrm>
            <a:off x="631825" y="457200"/>
            <a:ext cx="7797800" cy="1139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1" i="0" lang="en-US" sz="4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Self Association: Example 0</a:t>
            </a:r>
            <a:br>
              <a:rPr b="1" i="0" lang="en-US" sz="4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4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Computer Network</a:t>
            </a:r>
            <a:endParaRPr/>
          </a:p>
        </p:txBody>
      </p:sp>
      <p:sp>
        <p:nvSpPr>
          <p:cNvPr id="550" name="Google Shape;550;p26"/>
          <p:cNvSpPr txBox="1"/>
          <p:nvPr/>
        </p:nvSpPr>
        <p:spPr>
          <a:xfrm>
            <a:off x="-903287" y="1758950"/>
            <a:ext cx="166687" cy="4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51" name="Google Shape;551;p26"/>
          <p:cNvSpPr txBox="1"/>
          <p:nvPr/>
        </p:nvSpPr>
        <p:spPr>
          <a:xfrm>
            <a:off x="3890962" y="3308350"/>
            <a:ext cx="4259262" cy="2100262"/>
          </a:xfrm>
          <a:prstGeom prst="rect">
            <a:avLst/>
          </a:prstGeom>
          <a:solidFill>
            <a:srgbClr val="FFFFFF"/>
          </a:solidFill>
          <a:ln cap="sq" cmpd="sng" w="5722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52" name="Google Shape;552;p26"/>
          <p:cNvSpPr txBox="1"/>
          <p:nvPr/>
        </p:nvSpPr>
        <p:spPr>
          <a:xfrm>
            <a:off x="849312" y="4737100"/>
            <a:ext cx="5048250" cy="1111250"/>
          </a:xfrm>
          <a:prstGeom prst="rect">
            <a:avLst/>
          </a:prstGeom>
          <a:solidFill>
            <a:srgbClr val="003300"/>
          </a:solidFill>
          <a:ln cap="sq" cmpd="sng" w="9525">
            <a:solidFill>
              <a:srgbClr val="0033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5400"/>
              <a:buFont typeface="Times New Roman"/>
              <a:buNone/>
            </a:pPr>
            <a:r>
              <a:rPr b="0" i="0" lang="en-US" sz="5400" u="none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Computer</a:t>
            </a:r>
            <a:endParaRPr/>
          </a:p>
        </p:txBody>
      </p:sp>
      <p:sp>
        <p:nvSpPr>
          <p:cNvPr id="553" name="Google Shape;553;p26"/>
          <p:cNvSpPr txBox="1"/>
          <p:nvPr/>
        </p:nvSpPr>
        <p:spPr>
          <a:xfrm>
            <a:off x="2584450" y="4119562"/>
            <a:ext cx="12636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54" name="Google Shape;554;p26"/>
          <p:cNvSpPr txBox="1"/>
          <p:nvPr/>
        </p:nvSpPr>
        <p:spPr>
          <a:xfrm>
            <a:off x="4710112" y="3448050"/>
            <a:ext cx="269240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3200"/>
              <a:buFont typeface="Times New Roman"/>
              <a:buNone/>
            </a:pPr>
            <a:r>
              <a:rPr b="0" i="0" lang="en-US" sz="3200" u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Connects to</a:t>
            </a:r>
            <a:endParaRPr/>
          </a:p>
        </p:txBody>
      </p:sp>
      <p:sp>
        <p:nvSpPr>
          <p:cNvPr id="555" name="Google Shape;555;p26"/>
          <p:cNvSpPr txBox="1"/>
          <p:nvPr/>
        </p:nvSpPr>
        <p:spPr>
          <a:xfrm>
            <a:off x="3406775" y="4208462"/>
            <a:ext cx="177800" cy="8334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Times New Roman"/>
              <a:buNone/>
            </a:pPr>
            <a:r>
              <a:rPr b="0" baseline="-25000" i="0" lang="en-US" sz="4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/>
          </a:p>
        </p:txBody>
      </p:sp>
      <p:sp>
        <p:nvSpPr>
          <p:cNvPr id="556" name="Google Shape;556;p26"/>
          <p:cNvSpPr txBox="1"/>
          <p:nvPr/>
        </p:nvSpPr>
        <p:spPr>
          <a:xfrm>
            <a:off x="6045200" y="4872037"/>
            <a:ext cx="177800" cy="8334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Times New Roman"/>
              <a:buNone/>
            </a:pPr>
            <a:r>
              <a:rPr b="0" baseline="-25000" i="0" lang="en-US" sz="4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/>
          </a:p>
        </p:txBody>
      </p:sp>
      <p:sp>
        <p:nvSpPr>
          <p:cNvPr id="557" name="Google Shape;557;p26"/>
          <p:cNvSpPr/>
          <p:nvPr/>
        </p:nvSpPr>
        <p:spPr>
          <a:xfrm>
            <a:off x="6577012" y="3101975"/>
            <a:ext cx="182562" cy="79375"/>
          </a:xfrm>
          <a:custGeom>
            <a:rect b="b" l="l" r="r" t="t"/>
            <a:pathLst>
              <a:path extrusionOk="0" h="1" w="30">
                <a:moveTo>
                  <a:pt x="0" y="0"/>
                </a:moveTo>
                <a:lnTo>
                  <a:pt x="30" y="0"/>
                </a:lnTo>
              </a:path>
            </a:pathLst>
          </a:custGeom>
          <a:noFill/>
          <a:ln cap="sq" cmpd="sng" w="763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27"/>
          <p:cNvSpPr txBox="1"/>
          <p:nvPr/>
        </p:nvSpPr>
        <p:spPr>
          <a:xfrm>
            <a:off x="701675" y="0"/>
            <a:ext cx="7797800" cy="1139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Computer Network: Object Diagram</a:t>
            </a:r>
            <a:endParaRPr/>
          </a:p>
        </p:txBody>
      </p:sp>
      <p:sp>
        <p:nvSpPr>
          <p:cNvPr id="565" name="Google Shape;565;p27"/>
          <p:cNvSpPr txBox="1"/>
          <p:nvPr/>
        </p:nvSpPr>
        <p:spPr>
          <a:xfrm>
            <a:off x="990600" y="1600200"/>
            <a:ext cx="2133600" cy="914400"/>
          </a:xfrm>
          <a:prstGeom prst="rect">
            <a:avLst/>
          </a:prstGeom>
          <a:solidFill>
            <a:srgbClr val="00CC99"/>
          </a:solidFill>
          <a:ln cap="sq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66" name="Google Shape;566;p27"/>
          <p:cNvSpPr txBox="1"/>
          <p:nvPr/>
        </p:nvSpPr>
        <p:spPr>
          <a:xfrm>
            <a:off x="3733800" y="1600200"/>
            <a:ext cx="2135187" cy="914400"/>
          </a:xfrm>
          <a:prstGeom prst="rect">
            <a:avLst/>
          </a:prstGeom>
          <a:solidFill>
            <a:srgbClr val="00CC99"/>
          </a:solidFill>
          <a:ln cap="sq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67" name="Google Shape;567;p27"/>
          <p:cNvSpPr txBox="1"/>
          <p:nvPr/>
        </p:nvSpPr>
        <p:spPr>
          <a:xfrm>
            <a:off x="6553200" y="1600200"/>
            <a:ext cx="2133600" cy="914400"/>
          </a:xfrm>
          <a:prstGeom prst="rect">
            <a:avLst/>
          </a:prstGeom>
          <a:solidFill>
            <a:srgbClr val="00CC99"/>
          </a:solidFill>
          <a:ln cap="sq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68" name="Google Shape;568;p27"/>
          <p:cNvSpPr txBox="1"/>
          <p:nvPr/>
        </p:nvSpPr>
        <p:spPr>
          <a:xfrm>
            <a:off x="3810000" y="2895600"/>
            <a:ext cx="2132012" cy="914400"/>
          </a:xfrm>
          <a:prstGeom prst="rect">
            <a:avLst/>
          </a:prstGeom>
          <a:solidFill>
            <a:srgbClr val="00CC99"/>
          </a:solidFill>
          <a:ln cap="sq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69" name="Google Shape;569;p27"/>
          <p:cNvSpPr txBox="1"/>
          <p:nvPr/>
        </p:nvSpPr>
        <p:spPr>
          <a:xfrm>
            <a:off x="1219200" y="3960812"/>
            <a:ext cx="2132012" cy="914400"/>
          </a:xfrm>
          <a:prstGeom prst="rect">
            <a:avLst/>
          </a:prstGeom>
          <a:solidFill>
            <a:srgbClr val="00CC99"/>
          </a:solidFill>
          <a:ln cap="sq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70" name="Google Shape;570;p27"/>
          <p:cNvSpPr txBox="1"/>
          <p:nvPr/>
        </p:nvSpPr>
        <p:spPr>
          <a:xfrm>
            <a:off x="1219200" y="5334000"/>
            <a:ext cx="2132012" cy="914400"/>
          </a:xfrm>
          <a:prstGeom prst="rect">
            <a:avLst/>
          </a:prstGeom>
          <a:solidFill>
            <a:srgbClr val="00CC99"/>
          </a:solidFill>
          <a:ln cap="sq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71" name="Google Shape;571;p27"/>
          <p:cNvSpPr txBox="1"/>
          <p:nvPr/>
        </p:nvSpPr>
        <p:spPr>
          <a:xfrm>
            <a:off x="4114800" y="5334000"/>
            <a:ext cx="2133600" cy="914400"/>
          </a:xfrm>
          <a:prstGeom prst="rect">
            <a:avLst/>
          </a:prstGeom>
          <a:solidFill>
            <a:srgbClr val="00CC99"/>
          </a:solidFill>
          <a:ln cap="sq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72" name="Google Shape;572;p27"/>
          <p:cNvSpPr txBox="1"/>
          <p:nvPr/>
        </p:nvSpPr>
        <p:spPr>
          <a:xfrm>
            <a:off x="6707187" y="5334000"/>
            <a:ext cx="2132012" cy="914400"/>
          </a:xfrm>
          <a:prstGeom prst="rect">
            <a:avLst/>
          </a:prstGeom>
          <a:solidFill>
            <a:srgbClr val="00CC99"/>
          </a:solidFill>
          <a:ln cap="sq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573" name="Google Shape;573;p27"/>
          <p:cNvCxnSpPr/>
          <p:nvPr/>
        </p:nvCxnSpPr>
        <p:spPr>
          <a:xfrm flipH="1">
            <a:off x="2281237" y="3276600"/>
            <a:ext cx="1531937" cy="1587"/>
          </a:xfrm>
          <a:prstGeom prst="straightConnector1">
            <a:avLst/>
          </a:prstGeom>
          <a:noFill/>
          <a:ln cap="sq" cmpd="sng" w="38150">
            <a:solidFill>
              <a:srgbClr val="0000CC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574" name="Google Shape;574;p27"/>
          <p:cNvCxnSpPr/>
          <p:nvPr/>
        </p:nvCxnSpPr>
        <p:spPr>
          <a:xfrm>
            <a:off x="2286000" y="3276600"/>
            <a:ext cx="1587" cy="685800"/>
          </a:xfrm>
          <a:prstGeom prst="straightConnector1">
            <a:avLst/>
          </a:prstGeom>
          <a:noFill/>
          <a:ln cap="sq" cmpd="sng" w="38150">
            <a:solidFill>
              <a:srgbClr val="0000CC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575" name="Google Shape;575;p27"/>
          <p:cNvCxnSpPr/>
          <p:nvPr/>
        </p:nvCxnSpPr>
        <p:spPr>
          <a:xfrm>
            <a:off x="1905000" y="2514600"/>
            <a:ext cx="1587" cy="685800"/>
          </a:xfrm>
          <a:prstGeom prst="straightConnector1">
            <a:avLst/>
          </a:prstGeom>
          <a:noFill/>
          <a:ln cap="sq" cmpd="sng" w="38150">
            <a:solidFill>
              <a:srgbClr val="0000CC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576" name="Google Shape;576;p27"/>
          <p:cNvCxnSpPr/>
          <p:nvPr/>
        </p:nvCxnSpPr>
        <p:spPr>
          <a:xfrm>
            <a:off x="1905000" y="3200400"/>
            <a:ext cx="1905000" cy="1587"/>
          </a:xfrm>
          <a:prstGeom prst="straightConnector1">
            <a:avLst/>
          </a:prstGeom>
          <a:noFill/>
          <a:ln cap="sq" cmpd="sng" w="38150">
            <a:solidFill>
              <a:srgbClr val="0000CC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577" name="Google Shape;577;p27"/>
          <p:cNvCxnSpPr/>
          <p:nvPr/>
        </p:nvCxnSpPr>
        <p:spPr>
          <a:xfrm>
            <a:off x="4724400" y="2514600"/>
            <a:ext cx="1587" cy="382587"/>
          </a:xfrm>
          <a:prstGeom prst="straightConnector1">
            <a:avLst/>
          </a:prstGeom>
          <a:noFill/>
          <a:ln cap="sq" cmpd="sng" w="38150">
            <a:solidFill>
              <a:srgbClr val="0000CC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578" name="Google Shape;578;p27"/>
          <p:cNvCxnSpPr/>
          <p:nvPr/>
        </p:nvCxnSpPr>
        <p:spPr>
          <a:xfrm>
            <a:off x="7621587" y="2514600"/>
            <a:ext cx="1587" cy="762000"/>
          </a:xfrm>
          <a:prstGeom prst="straightConnector1">
            <a:avLst/>
          </a:prstGeom>
          <a:noFill/>
          <a:ln cap="sq" cmpd="sng" w="38150">
            <a:solidFill>
              <a:srgbClr val="0000CC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579" name="Google Shape;579;p27"/>
          <p:cNvCxnSpPr/>
          <p:nvPr/>
        </p:nvCxnSpPr>
        <p:spPr>
          <a:xfrm flipH="1">
            <a:off x="5938837" y="3276600"/>
            <a:ext cx="1684337" cy="1587"/>
          </a:xfrm>
          <a:prstGeom prst="straightConnector1">
            <a:avLst/>
          </a:prstGeom>
          <a:noFill/>
          <a:ln cap="sq" cmpd="sng" w="38150">
            <a:solidFill>
              <a:srgbClr val="0000CC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580" name="Google Shape;580;p27"/>
          <p:cNvCxnSpPr/>
          <p:nvPr/>
        </p:nvCxnSpPr>
        <p:spPr>
          <a:xfrm>
            <a:off x="3352800" y="4419600"/>
            <a:ext cx="1828800" cy="1587"/>
          </a:xfrm>
          <a:prstGeom prst="straightConnector1">
            <a:avLst/>
          </a:prstGeom>
          <a:noFill/>
          <a:ln cap="sq" cmpd="sng" w="38150">
            <a:solidFill>
              <a:srgbClr val="0000CC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581" name="Google Shape;581;p27"/>
          <p:cNvCxnSpPr/>
          <p:nvPr/>
        </p:nvCxnSpPr>
        <p:spPr>
          <a:xfrm>
            <a:off x="5181600" y="4419600"/>
            <a:ext cx="1587" cy="914400"/>
          </a:xfrm>
          <a:prstGeom prst="straightConnector1">
            <a:avLst/>
          </a:prstGeom>
          <a:noFill/>
          <a:ln cap="sq" cmpd="sng" w="38150">
            <a:solidFill>
              <a:srgbClr val="0000CC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582" name="Google Shape;582;p27"/>
          <p:cNvCxnSpPr/>
          <p:nvPr/>
        </p:nvCxnSpPr>
        <p:spPr>
          <a:xfrm>
            <a:off x="3352800" y="5865812"/>
            <a:ext cx="762000" cy="1587"/>
          </a:xfrm>
          <a:prstGeom prst="straightConnector1">
            <a:avLst/>
          </a:prstGeom>
          <a:noFill/>
          <a:ln cap="sq" cmpd="sng" w="38150">
            <a:solidFill>
              <a:srgbClr val="0000CC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583" name="Google Shape;583;p27"/>
          <p:cNvCxnSpPr/>
          <p:nvPr/>
        </p:nvCxnSpPr>
        <p:spPr>
          <a:xfrm>
            <a:off x="6248400" y="5789612"/>
            <a:ext cx="457200" cy="1587"/>
          </a:xfrm>
          <a:prstGeom prst="straightConnector1">
            <a:avLst/>
          </a:prstGeom>
          <a:noFill/>
          <a:ln cap="sq" cmpd="sng" w="38150">
            <a:solidFill>
              <a:srgbClr val="0000CC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584" name="Google Shape;584;p27"/>
          <p:cNvSpPr txBox="1"/>
          <p:nvPr/>
        </p:nvSpPr>
        <p:spPr>
          <a:xfrm>
            <a:off x="4267200" y="5562600"/>
            <a:ext cx="1905000" cy="603250"/>
          </a:xfrm>
          <a:prstGeom prst="rect">
            <a:avLst/>
          </a:prstGeom>
          <a:noFill/>
          <a:ln>
            <a:noFill/>
          </a:ln>
        </p:spPr>
        <p:txBody>
          <a:bodyPr anchorCtr="0" anchor="t" bIns="50400" lIns="100800" spcFirstLastPara="1" rIns="100800" wrap="square" tIns="504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300"/>
              <a:buFont typeface="Times New Roman"/>
              <a:buNone/>
            </a:pPr>
            <a:r>
              <a:rPr b="0" i="0" lang="en-US" sz="3300" u="sng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Node7</a:t>
            </a:r>
            <a:endParaRPr/>
          </a:p>
        </p:txBody>
      </p:sp>
      <p:sp>
        <p:nvSpPr>
          <p:cNvPr id="585" name="Google Shape;585;p27"/>
          <p:cNvSpPr txBox="1"/>
          <p:nvPr/>
        </p:nvSpPr>
        <p:spPr>
          <a:xfrm>
            <a:off x="3886200" y="1828800"/>
            <a:ext cx="1905000" cy="603250"/>
          </a:xfrm>
          <a:prstGeom prst="rect">
            <a:avLst/>
          </a:prstGeom>
          <a:noFill/>
          <a:ln>
            <a:noFill/>
          </a:ln>
        </p:spPr>
        <p:txBody>
          <a:bodyPr anchorCtr="0" anchor="t" bIns="50400" lIns="100800" spcFirstLastPara="1" rIns="100800" wrap="square" tIns="504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300"/>
              <a:buFont typeface="Times New Roman"/>
              <a:buNone/>
            </a:pPr>
            <a:r>
              <a:rPr b="0" i="0" lang="en-US" sz="3300" u="sng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Node2</a:t>
            </a:r>
            <a:endParaRPr/>
          </a:p>
        </p:txBody>
      </p:sp>
      <p:sp>
        <p:nvSpPr>
          <p:cNvPr id="586" name="Google Shape;586;p27"/>
          <p:cNvSpPr txBox="1"/>
          <p:nvPr/>
        </p:nvSpPr>
        <p:spPr>
          <a:xfrm>
            <a:off x="6629400" y="1828800"/>
            <a:ext cx="1905000" cy="603250"/>
          </a:xfrm>
          <a:prstGeom prst="rect">
            <a:avLst/>
          </a:prstGeom>
          <a:noFill/>
          <a:ln>
            <a:noFill/>
          </a:ln>
        </p:spPr>
        <p:txBody>
          <a:bodyPr anchorCtr="0" anchor="t" bIns="50400" lIns="100800" spcFirstLastPara="1" rIns="100800" wrap="square" tIns="504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300"/>
              <a:buFont typeface="Times New Roman"/>
              <a:buNone/>
            </a:pPr>
            <a:r>
              <a:rPr b="0" i="0" lang="en-US" sz="3300" u="sng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Node3</a:t>
            </a:r>
            <a:endParaRPr/>
          </a:p>
        </p:txBody>
      </p:sp>
      <p:sp>
        <p:nvSpPr>
          <p:cNvPr id="587" name="Google Shape;587;p27"/>
          <p:cNvSpPr txBox="1"/>
          <p:nvPr/>
        </p:nvSpPr>
        <p:spPr>
          <a:xfrm>
            <a:off x="3886200" y="3122612"/>
            <a:ext cx="1905000" cy="603250"/>
          </a:xfrm>
          <a:prstGeom prst="rect">
            <a:avLst/>
          </a:prstGeom>
          <a:noFill/>
          <a:ln>
            <a:noFill/>
          </a:ln>
        </p:spPr>
        <p:txBody>
          <a:bodyPr anchorCtr="0" anchor="t" bIns="50400" lIns="100800" spcFirstLastPara="1" rIns="100800" wrap="square" tIns="504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300"/>
              <a:buFont typeface="Times New Roman"/>
              <a:buNone/>
            </a:pPr>
            <a:r>
              <a:rPr b="0" i="0" lang="en-US" sz="3300" u="sng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Node4</a:t>
            </a:r>
            <a:endParaRPr/>
          </a:p>
        </p:txBody>
      </p:sp>
      <p:sp>
        <p:nvSpPr>
          <p:cNvPr id="588" name="Google Shape;588;p27"/>
          <p:cNvSpPr txBox="1"/>
          <p:nvPr/>
        </p:nvSpPr>
        <p:spPr>
          <a:xfrm>
            <a:off x="1295400" y="4191000"/>
            <a:ext cx="1905000" cy="603250"/>
          </a:xfrm>
          <a:prstGeom prst="rect">
            <a:avLst/>
          </a:prstGeom>
          <a:noFill/>
          <a:ln>
            <a:noFill/>
          </a:ln>
        </p:spPr>
        <p:txBody>
          <a:bodyPr anchorCtr="0" anchor="t" bIns="50400" lIns="100800" spcFirstLastPara="1" rIns="100800" wrap="square" tIns="504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300"/>
              <a:buFont typeface="Times New Roman"/>
              <a:buNone/>
            </a:pPr>
            <a:r>
              <a:rPr b="0" i="0" lang="en-US" sz="3300" u="sng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Node5</a:t>
            </a:r>
            <a:endParaRPr/>
          </a:p>
        </p:txBody>
      </p:sp>
      <p:sp>
        <p:nvSpPr>
          <p:cNvPr id="589" name="Google Shape;589;p27"/>
          <p:cNvSpPr txBox="1"/>
          <p:nvPr/>
        </p:nvSpPr>
        <p:spPr>
          <a:xfrm>
            <a:off x="1295400" y="5575300"/>
            <a:ext cx="1905000" cy="603250"/>
          </a:xfrm>
          <a:prstGeom prst="rect">
            <a:avLst/>
          </a:prstGeom>
          <a:noFill/>
          <a:ln>
            <a:noFill/>
          </a:ln>
        </p:spPr>
        <p:txBody>
          <a:bodyPr anchorCtr="0" anchor="t" bIns="50400" lIns="100800" spcFirstLastPara="1" rIns="100800" wrap="square" tIns="504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300"/>
              <a:buFont typeface="Times New Roman"/>
              <a:buNone/>
            </a:pPr>
            <a:r>
              <a:rPr b="0" i="0" lang="en-US" sz="3300" u="sng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Node6</a:t>
            </a:r>
            <a:endParaRPr/>
          </a:p>
        </p:txBody>
      </p:sp>
      <p:sp>
        <p:nvSpPr>
          <p:cNvPr id="590" name="Google Shape;590;p27"/>
          <p:cNvSpPr txBox="1"/>
          <p:nvPr/>
        </p:nvSpPr>
        <p:spPr>
          <a:xfrm>
            <a:off x="1143000" y="1828800"/>
            <a:ext cx="1905000" cy="603250"/>
          </a:xfrm>
          <a:prstGeom prst="rect">
            <a:avLst/>
          </a:prstGeom>
          <a:noFill/>
          <a:ln>
            <a:noFill/>
          </a:ln>
        </p:spPr>
        <p:txBody>
          <a:bodyPr anchorCtr="0" anchor="t" bIns="50400" lIns="100800" spcFirstLastPara="1" rIns="100800" wrap="square" tIns="504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300"/>
              <a:buFont typeface="Times New Roman"/>
              <a:buNone/>
            </a:pPr>
            <a:r>
              <a:rPr b="0" i="0" lang="en-US" sz="3300" u="sng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Node1</a:t>
            </a:r>
            <a:endParaRPr/>
          </a:p>
        </p:txBody>
      </p:sp>
      <p:sp>
        <p:nvSpPr>
          <p:cNvPr id="591" name="Google Shape;591;p27"/>
          <p:cNvSpPr txBox="1"/>
          <p:nvPr/>
        </p:nvSpPr>
        <p:spPr>
          <a:xfrm>
            <a:off x="6859587" y="5562600"/>
            <a:ext cx="1903412" cy="603250"/>
          </a:xfrm>
          <a:prstGeom prst="rect">
            <a:avLst/>
          </a:prstGeom>
          <a:noFill/>
          <a:ln>
            <a:noFill/>
          </a:ln>
        </p:spPr>
        <p:txBody>
          <a:bodyPr anchorCtr="0" anchor="t" bIns="50400" lIns="100800" spcFirstLastPara="1" rIns="100800" wrap="square" tIns="504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300"/>
              <a:buFont typeface="Times New Roman"/>
              <a:buNone/>
            </a:pPr>
            <a:r>
              <a:rPr b="0" i="0" lang="en-US" sz="3300" u="sng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Node8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p28"/>
          <p:cNvSpPr txBox="1"/>
          <p:nvPr/>
        </p:nvSpPr>
        <p:spPr>
          <a:xfrm>
            <a:off x="669925" y="325437"/>
            <a:ext cx="7797800" cy="1139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1" i="0" lang="en-US" sz="4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Self Association: Example 1</a:t>
            </a:r>
            <a:endParaRPr/>
          </a:p>
        </p:txBody>
      </p:sp>
      <p:sp>
        <p:nvSpPr>
          <p:cNvPr id="599" name="Google Shape;599;p28"/>
          <p:cNvSpPr txBox="1"/>
          <p:nvPr/>
        </p:nvSpPr>
        <p:spPr>
          <a:xfrm>
            <a:off x="3649662" y="2114550"/>
            <a:ext cx="4422775" cy="2786062"/>
          </a:xfrm>
          <a:prstGeom prst="rect">
            <a:avLst/>
          </a:prstGeom>
          <a:solidFill>
            <a:srgbClr val="FFFFFF"/>
          </a:solidFill>
          <a:ln cap="sq" cmpd="sng" w="5722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00" name="Google Shape;600;p28"/>
          <p:cNvSpPr txBox="1"/>
          <p:nvPr/>
        </p:nvSpPr>
        <p:spPr>
          <a:xfrm>
            <a:off x="701675" y="3917950"/>
            <a:ext cx="5241925" cy="1474787"/>
          </a:xfrm>
          <a:prstGeom prst="rect">
            <a:avLst/>
          </a:prstGeom>
          <a:solidFill>
            <a:srgbClr val="003300"/>
          </a:solidFill>
          <a:ln cap="sq" cmpd="sng" w="9525">
            <a:solidFill>
              <a:srgbClr val="0033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4800"/>
              <a:buFont typeface="Times New Roman"/>
              <a:buNone/>
            </a:pPr>
            <a:r>
              <a:rPr b="0" i="0" lang="en-US" sz="4800" u="none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LinkedListNode</a:t>
            </a:r>
            <a:endParaRPr/>
          </a:p>
        </p:txBody>
      </p:sp>
      <p:sp>
        <p:nvSpPr>
          <p:cNvPr id="601" name="Google Shape;601;p28"/>
          <p:cNvSpPr txBox="1"/>
          <p:nvPr/>
        </p:nvSpPr>
        <p:spPr>
          <a:xfrm>
            <a:off x="2708275" y="3098800"/>
            <a:ext cx="1311275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next</a:t>
            </a:r>
            <a:endParaRPr/>
          </a:p>
        </p:txBody>
      </p:sp>
      <p:sp>
        <p:nvSpPr>
          <p:cNvPr id="602" name="Google Shape;602;p28"/>
          <p:cNvSpPr txBox="1"/>
          <p:nvPr/>
        </p:nvSpPr>
        <p:spPr>
          <a:xfrm>
            <a:off x="5943600" y="4737100"/>
            <a:ext cx="229235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previous</a:t>
            </a:r>
            <a:endParaRPr/>
          </a:p>
        </p:txBody>
      </p:sp>
      <p:sp>
        <p:nvSpPr>
          <p:cNvPr id="603" name="Google Shape;603;p28"/>
          <p:cNvSpPr/>
          <p:nvPr/>
        </p:nvSpPr>
        <p:spPr>
          <a:xfrm flipH="1" rot="-8160000">
            <a:off x="3316287" y="2733675"/>
            <a:ext cx="293687" cy="284162"/>
          </a:xfrm>
          <a:prstGeom prst="rtTriangle">
            <a:avLst/>
          </a:prstGeom>
          <a:solidFill>
            <a:srgbClr val="3333CC"/>
          </a:solidFill>
          <a:ln cap="sq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604" name="Google Shape;604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1650" y="4357687"/>
            <a:ext cx="258762" cy="454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29"/>
          <p:cNvSpPr txBox="1"/>
          <p:nvPr/>
        </p:nvSpPr>
        <p:spPr>
          <a:xfrm>
            <a:off x="2339975" y="5746750"/>
            <a:ext cx="2927350" cy="5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2800"/>
              <a:buFont typeface="Times New Roman"/>
              <a:buNone/>
            </a:pPr>
            <a:r>
              <a:rPr b="0" i="0" lang="en-US" sz="2800" u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has pre-requisite of</a:t>
            </a:r>
            <a:endParaRPr/>
          </a:p>
        </p:txBody>
      </p:sp>
      <p:sp>
        <p:nvSpPr>
          <p:cNvPr id="612" name="Google Shape;612;p29"/>
          <p:cNvSpPr txBox="1"/>
          <p:nvPr/>
        </p:nvSpPr>
        <p:spPr>
          <a:xfrm>
            <a:off x="398462" y="179387"/>
            <a:ext cx="8321675" cy="1139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Reflexive Association: Example 2</a:t>
            </a:r>
            <a:endParaRPr/>
          </a:p>
        </p:txBody>
      </p:sp>
      <p:sp>
        <p:nvSpPr>
          <p:cNvPr id="613" name="Google Shape;613;p29"/>
          <p:cNvSpPr txBox="1"/>
          <p:nvPr/>
        </p:nvSpPr>
        <p:spPr>
          <a:xfrm>
            <a:off x="701675" y="2046287"/>
            <a:ext cx="3575050" cy="2952750"/>
          </a:xfrm>
          <a:prstGeom prst="rect">
            <a:avLst/>
          </a:prstGeom>
          <a:solidFill>
            <a:srgbClr val="FFFFCC"/>
          </a:solidFill>
          <a:ln cap="sq" cmpd="sng" w="38150">
            <a:solidFill>
              <a:srgbClr val="FF669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614" name="Google Shape;614;p29"/>
          <p:cNvCxnSpPr/>
          <p:nvPr/>
        </p:nvCxnSpPr>
        <p:spPr>
          <a:xfrm>
            <a:off x="715962" y="3787775"/>
            <a:ext cx="3575050" cy="1587"/>
          </a:xfrm>
          <a:prstGeom prst="straightConnector1">
            <a:avLst/>
          </a:prstGeom>
          <a:noFill/>
          <a:ln cap="sq" cmpd="sng" w="38150">
            <a:solidFill>
              <a:srgbClr val="FF6699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615" name="Google Shape;615;p29"/>
          <p:cNvSpPr txBox="1"/>
          <p:nvPr/>
        </p:nvSpPr>
        <p:spPr>
          <a:xfrm>
            <a:off x="1600200" y="2136775"/>
            <a:ext cx="1766887" cy="763587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00"/>
              </a:buClr>
              <a:buSzPts val="4400"/>
              <a:buFont typeface="Times New Roman"/>
              <a:buNone/>
            </a:pPr>
            <a:r>
              <a:rPr b="0" i="0" lang="en-US" sz="4400" u="non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Course</a:t>
            </a:r>
            <a:endParaRPr/>
          </a:p>
        </p:txBody>
      </p:sp>
      <p:cxnSp>
        <p:nvCxnSpPr>
          <p:cNvPr id="616" name="Google Shape;616;p29"/>
          <p:cNvCxnSpPr/>
          <p:nvPr/>
        </p:nvCxnSpPr>
        <p:spPr>
          <a:xfrm>
            <a:off x="2543175" y="4994275"/>
            <a:ext cx="1587" cy="744537"/>
          </a:xfrm>
          <a:prstGeom prst="straightConnector1">
            <a:avLst/>
          </a:prstGeom>
          <a:noFill/>
          <a:ln cap="sq" cmpd="sng" w="38150">
            <a:solidFill>
              <a:srgbClr val="00B050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617" name="Google Shape;617;p29"/>
          <p:cNvCxnSpPr/>
          <p:nvPr/>
        </p:nvCxnSpPr>
        <p:spPr>
          <a:xfrm>
            <a:off x="2543175" y="5738812"/>
            <a:ext cx="2420937" cy="1587"/>
          </a:xfrm>
          <a:prstGeom prst="straightConnector1">
            <a:avLst/>
          </a:prstGeom>
          <a:noFill/>
          <a:ln cap="sq" cmpd="sng" w="38150">
            <a:solidFill>
              <a:srgbClr val="00B050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618" name="Google Shape;618;p29"/>
          <p:cNvCxnSpPr/>
          <p:nvPr/>
        </p:nvCxnSpPr>
        <p:spPr>
          <a:xfrm flipH="1" rot="10800000">
            <a:off x="4941887" y="3289300"/>
            <a:ext cx="1587" cy="2452687"/>
          </a:xfrm>
          <a:prstGeom prst="straightConnector1">
            <a:avLst/>
          </a:prstGeom>
          <a:noFill/>
          <a:ln cap="sq" cmpd="sng" w="57225">
            <a:solidFill>
              <a:srgbClr val="00B050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619" name="Google Shape;619;p29"/>
          <p:cNvCxnSpPr/>
          <p:nvPr/>
        </p:nvCxnSpPr>
        <p:spPr>
          <a:xfrm flipH="1">
            <a:off x="4273550" y="3292475"/>
            <a:ext cx="671512" cy="1587"/>
          </a:xfrm>
          <a:prstGeom prst="straightConnector1">
            <a:avLst/>
          </a:prstGeom>
          <a:noFill/>
          <a:ln cap="sq" cmpd="sng" w="38150">
            <a:solidFill>
              <a:srgbClr val="00B050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620" name="Google Shape;620;p29"/>
          <p:cNvSpPr txBox="1"/>
          <p:nvPr/>
        </p:nvSpPr>
        <p:spPr>
          <a:xfrm>
            <a:off x="4410075" y="3071812"/>
            <a:ext cx="388937" cy="579437"/>
          </a:xfrm>
          <a:prstGeom prst="rect">
            <a:avLst/>
          </a:prstGeom>
          <a:noFill/>
          <a:ln>
            <a:noFill/>
          </a:ln>
        </p:spPr>
        <p:txBody>
          <a:bodyPr anchorCtr="0" anchor="t" bIns="46075" lIns="92150" spcFirstLastPara="1" rIns="92150" wrap="square" tIns="460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3200"/>
              <a:buFont typeface="Times New Roman"/>
              <a:buNone/>
            </a:pPr>
            <a:r>
              <a:rPr b="0" i="0" lang="en-US" sz="3200" u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/>
          </a:p>
        </p:txBody>
      </p:sp>
      <p:sp>
        <p:nvSpPr>
          <p:cNvPr id="621" name="Google Shape;621;p29"/>
          <p:cNvSpPr txBox="1"/>
          <p:nvPr/>
        </p:nvSpPr>
        <p:spPr>
          <a:xfrm flipH="1">
            <a:off x="2152650" y="5156200"/>
            <a:ext cx="415925" cy="701675"/>
          </a:xfrm>
          <a:prstGeom prst="rect">
            <a:avLst/>
          </a:prstGeom>
          <a:noFill/>
          <a:ln>
            <a:noFill/>
          </a:ln>
        </p:spPr>
        <p:txBody>
          <a:bodyPr anchorCtr="0" anchor="t" bIns="46075" lIns="92150" spcFirstLastPara="1" rIns="92150" wrap="square" tIns="460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4000"/>
              <a:buFont typeface="Times New Roman"/>
              <a:buNone/>
            </a:pPr>
            <a:r>
              <a:rPr b="0" i="0" lang="en-US" sz="4000" u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/>
          </a:p>
        </p:txBody>
      </p:sp>
      <p:sp>
        <p:nvSpPr>
          <p:cNvPr id="622" name="Google Shape;622;p29"/>
          <p:cNvSpPr txBox="1"/>
          <p:nvPr/>
        </p:nvSpPr>
        <p:spPr>
          <a:xfrm>
            <a:off x="4865687" y="3730625"/>
            <a:ext cx="2809875" cy="5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2800"/>
              <a:buFont typeface="Times New Roman"/>
              <a:buNone/>
            </a:pPr>
            <a:r>
              <a:rPr b="0" i="0" lang="en-US" sz="2800" u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 pre-requisite for</a:t>
            </a:r>
            <a:endParaRPr/>
          </a:p>
        </p:txBody>
      </p:sp>
      <p:sp>
        <p:nvSpPr>
          <p:cNvPr id="623" name="Google Shape;623;p29"/>
          <p:cNvSpPr/>
          <p:nvPr/>
        </p:nvSpPr>
        <p:spPr>
          <a:xfrm flipH="1" rot="-8160000">
            <a:off x="5119687" y="3494087"/>
            <a:ext cx="293687" cy="284162"/>
          </a:xfrm>
          <a:prstGeom prst="rtTriangle">
            <a:avLst/>
          </a:prstGeom>
          <a:solidFill>
            <a:srgbClr val="3333CC"/>
          </a:solidFill>
          <a:ln cap="sq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24" name="Google Shape;624;p29"/>
          <p:cNvSpPr/>
          <p:nvPr/>
        </p:nvSpPr>
        <p:spPr>
          <a:xfrm flipH="1" rot="-8160000">
            <a:off x="2209800" y="5499100"/>
            <a:ext cx="293687" cy="284162"/>
          </a:xfrm>
          <a:prstGeom prst="rtTriangle">
            <a:avLst/>
          </a:prstGeom>
          <a:solidFill>
            <a:srgbClr val="3333CC"/>
          </a:solidFill>
          <a:ln cap="sq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625" name="Google Shape;625;p29"/>
          <p:cNvCxnSpPr/>
          <p:nvPr/>
        </p:nvCxnSpPr>
        <p:spPr>
          <a:xfrm>
            <a:off x="701675" y="2678112"/>
            <a:ext cx="3575050" cy="1587"/>
          </a:xfrm>
          <a:prstGeom prst="straightConnector1">
            <a:avLst/>
          </a:prstGeom>
          <a:noFill/>
          <a:ln cap="sq" cmpd="sng" w="38150">
            <a:solidFill>
              <a:srgbClr val="FF6699"/>
            </a:solidFill>
            <a:prstDash val="solid"/>
            <a:miter lim="800000"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p30"/>
          <p:cNvSpPr txBox="1"/>
          <p:nvPr/>
        </p:nvSpPr>
        <p:spPr>
          <a:xfrm>
            <a:off x="304800" y="152400"/>
            <a:ext cx="86106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b" bIns="46075" lIns="92150" spcFirstLastPara="1" rIns="92150" wrap="square" tIns="460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Multiplicity of Associations</a:t>
            </a:r>
            <a:endParaRPr/>
          </a:p>
        </p:txBody>
      </p:sp>
      <p:sp>
        <p:nvSpPr>
          <p:cNvPr id="633" name="Google Shape;633;p30"/>
          <p:cNvSpPr txBox="1"/>
          <p:nvPr/>
        </p:nvSpPr>
        <p:spPr>
          <a:xfrm>
            <a:off x="304800" y="1143000"/>
            <a:ext cx="8610600" cy="53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75" lIns="92150" spcFirstLastPara="1" rIns="92150" wrap="square" tIns="46075">
            <a:noAutofit/>
          </a:bodyPr>
          <a:lstStyle/>
          <a:p>
            <a:pPr indent="-339725" lvl="0" marL="339725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1" i="0" lang="en-US" sz="2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Some relationships may be quantified</a:t>
            </a:r>
            <a:endParaRPr/>
          </a:p>
          <a:p>
            <a:pPr indent="-339725" lvl="0" marL="339725" marR="0" rtl="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1" i="0" lang="en-US" sz="2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Multiplicity denotes how many objects the source object can legitimately reference</a:t>
            </a:r>
            <a:endParaRPr/>
          </a:p>
          <a:p>
            <a:pPr indent="-339725" lvl="0" marL="339725" marR="0" rtl="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1" i="0" lang="en-US" sz="2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Notation</a:t>
            </a:r>
            <a:endParaRPr/>
          </a:p>
          <a:p>
            <a:pPr indent="-282575" lvl="1" marL="739775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CC"/>
              </a:buClr>
              <a:buSzPts val="2400"/>
              <a:buFont typeface="Arial"/>
              <a:buChar char="•"/>
            </a:pPr>
            <a:r>
              <a:rPr b="1" i="0" lang="en-US" sz="2400" u="none" cap="none" strike="noStrik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*		</a:t>
            </a:r>
            <a:r>
              <a:rPr b="1" i="0" lang="en-US" sz="2400" u="none" cap="none" strike="noStrike">
                <a:solidFill>
                  <a:srgbClr val="0000CC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⇒</a:t>
            </a:r>
            <a:r>
              <a:rPr b="1" i="0" lang="en-US" sz="2400" u="none" cap="none" strike="noStrik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 0, 1, or more</a:t>
            </a:r>
            <a:endParaRPr/>
          </a:p>
          <a:p>
            <a:pPr indent="-282575" lvl="1" marL="739775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CC"/>
              </a:buClr>
              <a:buSzPts val="2400"/>
              <a:buFont typeface="Arial"/>
              <a:buChar char="•"/>
            </a:pPr>
            <a:r>
              <a:rPr b="1" i="0" lang="en-US" sz="2400" u="none" cap="none" strike="noStrik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5		</a:t>
            </a:r>
            <a:r>
              <a:rPr b="1" i="0" lang="en-US" sz="2400" u="none" cap="none" strike="noStrike">
                <a:solidFill>
                  <a:srgbClr val="0000CC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⇒</a:t>
            </a:r>
            <a:r>
              <a:rPr b="1" i="0" lang="en-US" sz="2400" u="none" cap="none" strike="noStrik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 5 exactly</a:t>
            </a:r>
            <a:endParaRPr/>
          </a:p>
          <a:p>
            <a:pPr indent="-282575" lvl="1" marL="739775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CC"/>
              </a:buClr>
              <a:buSzPts val="2400"/>
              <a:buFont typeface="Arial"/>
              <a:buChar char="•"/>
            </a:pPr>
            <a:r>
              <a:rPr b="1" i="0" lang="en-US" sz="2400" u="none" cap="none" strike="noStrik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5..8	</a:t>
            </a:r>
            <a:r>
              <a:rPr b="1" i="0" lang="en-US" sz="2400" u="none" cap="none" strike="noStrike">
                <a:solidFill>
                  <a:srgbClr val="0000CC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⇒</a:t>
            </a:r>
            <a:r>
              <a:rPr b="1" i="0" lang="en-US" sz="2400" u="none" cap="none" strike="noStrik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 between 5 and 8, inclusive</a:t>
            </a:r>
            <a:endParaRPr/>
          </a:p>
          <a:p>
            <a:pPr indent="-282575" lvl="1" marL="739775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CC"/>
              </a:buClr>
              <a:buSzPts val="2400"/>
              <a:buFont typeface="Arial"/>
              <a:buChar char="•"/>
            </a:pPr>
            <a:r>
              <a:rPr b="1" i="0" lang="en-US" sz="2400" u="none" cap="none" strike="noStrik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5..*	</a:t>
            </a:r>
            <a:r>
              <a:rPr b="1" i="0" lang="en-US" sz="2400" u="none" cap="none" strike="noStrike">
                <a:solidFill>
                  <a:srgbClr val="0000CC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⇒</a:t>
            </a:r>
            <a:r>
              <a:rPr b="1" i="0" lang="en-US" sz="2400" u="none" cap="none" strike="noStrik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 5 or more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39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p31"/>
          <p:cNvSpPr txBox="1"/>
          <p:nvPr/>
        </p:nvSpPr>
        <p:spPr>
          <a:xfrm>
            <a:off x="304800" y="152400"/>
            <a:ext cx="86106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b" bIns="46075" lIns="92150" spcFirstLastPara="1" rIns="92150" wrap="square" tIns="460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Multiplicity of Associations</a:t>
            </a:r>
            <a:endParaRPr/>
          </a:p>
        </p:txBody>
      </p:sp>
      <p:sp>
        <p:nvSpPr>
          <p:cNvPr id="641" name="Google Shape;641;p31"/>
          <p:cNvSpPr txBox="1"/>
          <p:nvPr/>
        </p:nvSpPr>
        <p:spPr>
          <a:xfrm>
            <a:off x="304800" y="914400"/>
            <a:ext cx="86106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75" lIns="92150" spcFirstLastPara="1" rIns="92150" wrap="square" tIns="46075">
            <a:noAutofit/>
          </a:bodyPr>
          <a:lstStyle/>
          <a:p>
            <a:pPr indent="-339725" lvl="0" marL="339725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1" i="0" lang="en-US" sz="2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Many-to-one</a:t>
            </a:r>
            <a:endParaRPr/>
          </a:p>
          <a:p>
            <a:pPr indent="-282575" lvl="1" marL="739775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CC"/>
              </a:buClr>
              <a:buSzPts val="2400"/>
              <a:buFont typeface="Arial"/>
              <a:buChar char="•"/>
            </a:pPr>
            <a:r>
              <a:rPr b="1" i="0" lang="en-US" sz="2400" u="none" cap="none" strike="noStrik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Bank has many ATMs, ATM knows only 1 bank</a:t>
            </a:r>
            <a:endParaRPr/>
          </a:p>
          <a:p>
            <a:pPr indent="-339725" lvl="0" marL="339725" marR="0" rtl="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Times New Roman"/>
              <a:buNone/>
            </a:pPr>
            <a:r>
              <a:t/>
            </a:r>
            <a:endParaRPr b="1" i="0" sz="28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9725" lvl="0" marL="339725" marR="0" rtl="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Times New Roman"/>
              <a:buNone/>
            </a:pPr>
            <a:r>
              <a:t/>
            </a:r>
            <a:endParaRPr b="1" i="0" sz="28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9725" lvl="0" marL="339725" marR="0" rtl="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1" i="0" lang="en-US" sz="2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One-to-many</a:t>
            </a:r>
            <a:endParaRPr/>
          </a:p>
          <a:p>
            <a:pPr indent="-282575" lvl="1" marL="739775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CC"/>
              </a:buClr>
              <a:buSzPts val="2400"/>
              <a:buFont typeface="Arial"/>
              <a:buChar char="•"/>
            </a:pPr>
            <a:r>
              <a:rPr b="1" i="0" lang="en-US" sz="2400" u="none" cap="none" strike="noStrik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Inventory has many items, items know 1 inventory</a:t>
            </a:r>
            <a:endParaRPr/>
          </a:p>
        </p:txBody>
      </p:sp>
      <p:graphicFrame>
        <p:nvGraphicFramePr>
          <p:cNvPr id="642" name="Google Shape;642;p31"/>
          <p:cNvGraphicFramePr/>
          <p:nvPr/>
        </p:nvGraphicFramePr>
        <p:xfrm>
          <a:off x="838200" y="4191000"/>
          <a:ext cx="7621587" cy="2495550"/>
        </p:xfrm>
        <a:graphic>
          <a:graphicData uri="http://schemas.openxmlformats.org/presentationml/2006/ole">
            <mc:AlternateContent>
              <mc:Choice Requires="v">
                <p:oleObj r:id="rId4" imgH="2495550" imgW="7621587" spid="_x0000_s1">
                  <p:embed/>
                </p:oleObj>
              </mc:Choice>
              <mc:Fallback>
                <p:oleObj r:id="rId5" imgH="2495550" imgW="7621587">
                  <p:embed/>
                  <p:pic>
                    <p:nvPicPr>
                      <p:cNvPr id="642" name="Google Shape;642;p31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838200" y="4191000"/>
                        <a:ext cx="7621587" cy="2495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3" name="Google Shape;643;p31"/>
          <p:cNvGraphicFramePr/>
          <p:nvPr/>
        </p:nvGraphicFramePr>
        <p:xfrm>
          <a:off x="838200" y="1905000"/>
          <a:ext cx="7621587" cy="1114425"/>
        </p:xfrm>
        <a:graphic>
          <a:graphicData uri="http://schemas.openxmlformats.org/presentationml/2006/ole">
            <mc:AlternateContent>
              <mc:Choice Requires="v">
                <p:oleObj r:id="rId7" imgH="1114425" imgW="7621587" spid="_x0000_s2">
                  <p:embed/>
                </p:oleObj>
              </mc:Choice>
              <mc:Fallback>
                <p:oleObj r:id="rId8" imgH="1114425" imgW="7621587">
                  <p:embed/>
                  <p:pic>
                    <p:nvPicPr>
                      <p:cNvPr id="643" name="Google Shape;643;p31"/>
                      <p:cNvPicPr preferRelativeResize="0"/>
                      <p:nvPr/>
                    </p:nvPicPr>
                    <p:blipFill rotWithShape="1">
                      <a:blip r:embed="rId9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838200" y="1905000"/>
                        <a:ext cx="7621587" cy="1114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p32"/>
          <p:cNvSpPr txBox="1"/>
          <p:nvPr/>
        </p:nvSpPr>
        <p:spPr>
          <a:xfrm>
            <a:off x="304800" y="152400"/>
            <a:ext cx="86106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b" bIns="46075" lIns="92150" spcFirstLastPara="1" rIns="92150" wrap="square" tIns="460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Aggregation and Composition</a:t>
            </a:r>
            <a:endParaRPr/>
          </a:p>
        </p:txBody>
      </p:sp>
      <p:sp>
        <p:nvSpPr>
          <p:cNvPr id="651" name="Google Shape;651;p32"/>
          <p:cNvSpPr txBox="1"/>
          <p:nvPr/>
        </p:nvSpPr>
        <p:spPr>
          <a:xfrm>
            <a:off x="304800" y="1143000"/>
            <a:ext cx="8610600" cy="53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75" lIns="92150" spcFirstLastPara="1" rIns="92150" wrap="square" tIns="46075">
            <a:noAutofit/>
          </a:bodyPr>
          <a:lstStyle/>
          <a:p>
            <a:pPr indent="-339725" lvl="0" marL="339725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1" i="0" lang="en-US" sz="2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special kind of association</a:t>
            </a:r>
            <a:endParaRPr/>
          </a:p>
          <a:p>
            <a:pPr indent="-339725" lvl="0" marL="339725" marR="0" rtl="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1" i="0" lang="en-US" sz="2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Models whole-part relationship between things</a:t>
            </a:r>
            <a:endParaRPr/>
          </a:p>
          <a:p>
            <a:pPr indent="-339725" lvl="0" marL="339725" marR="0" rtl="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1" i="0" lang="en-US" sz="2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Whole is usually referred to as </a:t>
            </a:r>
            <a:r>
              <a:rPr b="1" i="1" lang="en-US" sz="2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composite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28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57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p33"/>
          <p:cNvSpPr txBox="1"/>
          <p:nvPr/>
        </p:nvSpPr>
        <p:spPr>
          <a:xfrm>
            <a:off x="304800" y="152400"/>
            <a:ext cx="86106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b" bIns="46075" lIns="92150" spcFirstLastPara="1" rIns="92150" wrap="square" tIns="460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Composite aggregation</a:t>
            </a:r>
            <a:endParaRPr/>
          </a:p>
        </p:txBody>
      </p:sp>
      <p:sp>
        <p:nvSpPr>
          <p:cNvPr id="659" name="Google Shape;659;p33"/>
          <p:cNvSpPr txBox="1"/>
          <p:nvPr/>
        </p:nvSpPr>
        <p:spPr>
          <a:xfrm>
            <a:off x="304800" y="1143000"/>
            <a:ext cx="8610600" cy="294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6075" lIns="92150" spcFirstLastPara="1" rIns="92150" wrap="square" tIns="46075">
            <a:noAutofit/>
          </a:bodyPr>
          <a:lstStyle/>
          <a:p>
            <a:pPr indent="-301625" lvl="0" marL="301625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1" i="0" lang="en-US" sz="2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Also referred to as composition</a:t>
            </a:r>
            <a:endParaRPr/>
          </a:p>
          <a:p>
            <a:pPr indent="-301625" lvl="0" marL="301625" marR="0" rtl="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1" i="0" lang="en-US" sz="2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Composite solely owns the part and they are in a tree structure parts hierarchy</a:t>
            </a:r>
            <a:endParaRPr/>
          </a:p>
          <a:p>
            <a:pPr indent="-301625" lvl="0" marL="301625" marR="0" rtl="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1" i="0" lang="en-US" sz="2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Most common form of aggregation</a:t>
            </a:r>
            <a:endParaRPr/>
          </a:p>
          <a:p>
            <a:pPr indent="-301625" lvl="0" marL="301625" marR="0" rtl="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1" i="0" lang="en-US" sz="2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 UML, represented by filled diamond</a:t>
            </a:r>
            <a:endParaRPr/>
          </a:p>
        </p:txBody>
      </p:sp>
      <p:sp>
        <p:nvSpPr>
          <p:cNvPr id="660" name="Google Shape;660;p33"/>
          <p:cNvSpPr txBox="1"/>
          <p:nvPr/>
        </p:nvSpPr>
        <p:spPr>
          <a:xfrm>
            <a:off x="3119437" y="5057775"/>
            <a:ext cx="423862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51475" lIns="102950" spcFirstLastPara="1" rIns="102950" wrap="square" tIns="514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Tahoma"/>
              <a:buNone/>
            </a:pPr>
            <a:r>
              <a:rPr b="0" i="0" lang="en-US" sz="27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1</a:t>
            </a:r>
            <a:endParaRPr/>
          </a:p>
        </p:txBody>
      </p:sp>
      <p:sp>
        <p:nvSpPr>
          <p:cNvPr id="661" name="Google Shape;661;p33"/>
          <p:cNvSpPr txBox="1"/>
          <p:nvPr/>
        </p:nvSpPr>
        <p:spPr>
          <a:xfrm>
            <a:off x="4200525" y="5057775"/>
            <a:ext cx="862012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51475" lIns="102950" spcFirstLastPara="1" rIns="102950" wrap="square" tIns="514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Tahoma"/>
              <a:buNone/>
            </a:pPr>
            <a:r>
              <a:rPr b="0" i="0" lang="en-US" sz="27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0..7</a:t>
            </a:r>
            <a:endParaRPr/>
          </a:p>
        </p:txBody>
      </p:sp>
      <p:cxnSp>
        <p:nvCxnSpPr>
          <p:cNvPr id="662" name="Google Shape;662;p33"/>
          <p:cNvCxnSpPr/>
          <p:nvPr/>
        </p:nvCxnSpPr>
        <p:spPr>
          <a:xfrm>
            <a:off x="3000375" y="5143500"/>
            <a:ext cx="1971675" cy="1587"/>
          </a:xfrm>
          <a:prstGeom prst="straightConnector1">
            <a:avLst/>
          </a:prstGeom>
          <a:noFill/>
          <a:ln cap="sq" cmpd="sng" w="9525">
            <a:solidFill>
              <a:srgbClr val="000000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663" name="Google Shape;663;p33"/>
          <p:cNvSpPr txBox="1"/>
          <p:nvPr/>
        </p:nvSpPr>
        <p:spPr>
          <a:xfrm>
            <a:off x="1628775" y="4800600"/>
            <a:ext cx="1371600" cy="600075"/>
          </a:xfrm>
          <a:prstGeom prst="rect">
            <a:avLst/>
          </a:prstGeom>
          <a:noFill/>
          <a:ln cap="sq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51475" lIns="102950" spcFirstLastPara="1" rIns="102950" wrap="square" tIns="51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Tahoma"/>
              <a:buNone/>
            </a:pPr>
            <a:r>
              <a:rPr b="0" i="0" lang="en-US" sz="27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Hand</a:t>
            </a:r>
            <a:endParaRPr/>
          </a:p>
        </p:txBody>
      </p:sp>
      <p:sp>
        <p:nvSpPr>
          <p:cNvPr id="664" name="Google Shape;664;p33"/>
          <p:cNvSpPr txBox="1"/>
          <p:nvPr/>
        </p:nvSpPr>
        <p:spPr>
          <a:xfrm>
            <a:off x="4972050" y="4800600"/>
            <a:ext cx="1457325" cy="685800"/>
          </a:xfrm>
          <a:prstGeom prst="rect">
            <a:avLst/>
          </a:prstGeom>
          <a:noFill/>
          <a:ln cap="sq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51475" lIns="102950" spcFirstLastPara="1" rIns="102950" wrap="square" tIns="51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Tahoma"/>
              <a:buNone/>
            </a:pPr>
            <a:r>
              <a:rPr b="0" i="0" lang="en-US" sz="27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Finger</a:t>
            </a:r>
            <a:endParaRPr/>
          </a:p>
        </p:txBody>
      </p:sp>
      <p:sp>
        <p:nvSpPr>
          <p:cNvPr id="665" name="Google Shape;665;p33"/>
          <p:cNvSpPr/>
          <p:nvPr/>
        </p:nvSpPr>
        <p:spPr>
          <a:xfrm rot="5400000">
            <a:off x="3043237" y="5018087"/>
            <a:ext cx="171450" cy="257175"/>
          </a:xfrm>
          <a:prstGeom prst="diamond">
            <a:avLst/>
          </a:prstGeom>
          <a:solidFill>
            <a:srgbClr val="000000"/>
          </a:solidFill>
          <a:ln cap="sq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7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Google Shape;672;p34"/>
          <p:cNvSpPr txBox="1"/>
          <p:nvPr/>
        </p:nvSpPr>
        <p:spPr>
          <a:xfrm>
            <a:off x="304800" y="152400"/>
            <a:ext cx="86106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b" bIns="46075" lIns="92150" spcFirstLastPara="1" rIns="92150" wrap="square" tIns="460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Shared Aggregation</a:t>
            </a:r>
            <a:endParaRPr/>
          </a:p>
        </p:txBody>
      </p:sp>
      <p:sp>
        <p:nvSpPr>
          <p:cNvPr id="673" name="Google Shape;673;p34"/>
          <p:cNvSpPr txBox="1"/>
          <p:nvPr/>
        </p:nvSpPr>
        <p:spPr>
          <a:xfrm>
            <a:off x="304800" y="1143000"/>
            <a:ext cx="8610600" cy="1939925"/>
          </a:xfrm>
          <a:prstGeom prst="rect">
            <a:avLst/>
          </a:prstGeom>
          <a:noFill/>
          <a:ln>
            <a:noFill/>
          </a:ln>
        </p:spPr>
        <p:txBody>
          <a:bodyPr anchorCtr="0" anchor="t" bIns="46075" lIns="92150" spcFirstLastPara="1" rIns="92150" wrap="square" tIns="46075">
            <a:noAutofit/>
          </a:bodyPr>
          <a:lstStyle/>
          <a:p>
            <a:pPr indent="-301625" lvl="0" marL="301625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1" i="0" lang="en-US" sz="2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Part may be in many composite instances</a:t>
            </a:r>
            <a:endParaRPr/>
          </a:p>
          <a:p>
            <a:pPr indent="-301625" lvl="0" marL="301625" marR="0" rtl="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1" i="0" lang="en-US" sz="2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 UML, represented as hollow diamond</a:t>
            </a:r>
            <a:endParaRPr/>
          </a:p>
        </p:txBody>
      </p:sp>
      <p:sp>
        <p:nvSpPr>
          <p:cNvPr id="674" name="Google Shape;674;p34"/>
          <p:cNvSpPr txBox="1"/>
          <p:nvPr/>
        </p:nvSpPr>
        <p:spPr>
          <a:xfrm>
            <a:off x="3171825" y="3943350"/>
            <a:ext cx="1885950" cy="685800"/>
          </a:xfrm>
          <a:prstGeom prst="rect">
            <a:avLst/>
          </a:prstGeom>
          <a:noFill/>
          <a:ln cap="sq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75" name="Google Shape;675;p34"/>
          <p:cNvSpPr txBox="1"/>
          <p:nvPr/>
        </p:nvSpPr>
        <p:spPr>
          <a:xfrm>
            <a:off x="3429000" y="3989387"/>
            <a:ext cx="1408112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51475" lIns="102950" spcFirstLastPara="1" rIns="102950" wrap="square" tIns="514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Times New Roman"/>
              <a:buNone/>
            </a:pPr>
            <a:r>
              <a:rPr b="0" i="0" lang="en-US" sz="27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Network</a:t>
            </a:r>
            <a:endParaRPr/>
          </a:p>
        </p:txBody>
      </p:sp>
      <p:sp>
        <p:nvSpPr>
          <p:cNvPr id="676" name="Google Shape;676;p34"/>
          <p:cNvSpPr txBox="1"/>
          <p:nvPr/>
        </p:nvSpPr>
        <p:spPr>
          <a:xfrm>
            <a:off x="1885950" y="5486400"/>
            <a:ext cx="1885950" cy="685800"/>
          </a:xfrm>
          <a:prstGeom prst="rect">
            <a:avLst/>
          </a:prstGeom>
          <a:noFill/>
          <a:ln cap="sq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77" name="Google Shape;677;p34"/>
          <p:cNvSpPr txBox="1"/>
          <p:nvPr/>
        </p:nvSpPr>
        <p:spPr>
          <a:xfrm>
            <a:off x="2393950" y="5532437"/>
            <a:ext cx="950912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51475" lIns="102950" spcFirstLastPara="1" rIns="102950" wrap="square" tIns="514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Times New Roman"/>
              <a:buNone/>
            </a:pPr>
            <a:r>
              <a:rPr b="0" i="0" lang="en-US" sz="27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Node</a:t>
            </a:r>
            <a:endParaRPr/>
          </a:p>
        </p:txBody>
      </p:sp>
      <p:sp>
        <p:nvSpPr>
          <p:cNvPr id="678" name="Google Shape;678;p34"/>
          <p:cNvSpPr txBox="1"/>
          <p:nvPr/>
        </p:nvSpPr>
        <p:spPr>
          <a:xfrm>
            <a:off x="4543425" y="5486400"/>
            <a:ext cx="1885950" cy="685800"/>
          </a:xfrm>
          <a:prstGeom prst="rect">
            <a:avLst/>
          </a:prstGeom>
          <a:noFill/>
          <a:ln cap="sq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79" name="Google Shape;679;p34"/>
          <p:cNvSpPr txBox="1"/>
          <p:nvPr/>
        </p:nvSpPr>
        <p:spPr>
          <a:xfrm>
            <a:off x="5108575" y="5532437"/>
            <a:ext cx="72072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51475" lIns="102950" spcFirstLastPara="1" rIns="102950" wrap="square" tIns="514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Times New Roman"/>
              <a:buNone/>
            </a:pPr>
            <a:r>
              <a:rPr b="0" i="0" lang="en-US" sz="27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Arc</a:t>
            </a:r>
            <a:endParaRPr/>
          </a:p>
        </p:txBody>
      </p:sp>
      <p:sp>
        <p:nvSpPr>
          <p:cNvPr id="680" name="Google Shape;680;p34"/>
          <p:cNvSpPr/>
          <p:nvPr/>
        </p:nvSpPr>
        <p:spPr>
          <a:xfrm>
            <a:off x="3171825" y="4629150"/>
            <a:ext cx="342900" cy="428625"/>
          </a:xfrm>
          <a:prstGeom prst="diamond">
            <a:avLst/>
          </a:prstGeom>
          <a:noFill/>
          <a:ln cap="sq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81" name="Google Shape;681;p34"/>
          <p:cNvSpPr/>
          <p:nvPr/>
        </p:nvSpPr>
        <p:spPr>
          <a:xfrm>
            <a:off x="4629150" y="4629150"/>
            <a:ext cx="342900" cy="428625"/>
          </a:xfrm>
          <a:prstGeom prst="diamond">
            <a:avLst/>
          </a:prstGeom>
          <a:noFill/>
          <a:ln cap="sq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682" name="Google Shape;682;p34"/>
          <p:cNvCxnSpPr/>
          <p:nvPr/>
        </p:nvCxnSpPr>
        <p:spPr>
          <a:xfrm>
            <a:off x="3343275" y="5057775"/>
            <a:ext cx="1587" cy="428625"/>
          </a:xfrm>
          <a:prstGeom prst="straightConnector1">
            <a:avLst/>
          </a:prstGeom>
          <a:noFill/>
          <a:ln cap="sq" cmpd="sng" w="9525">
            <a:solidFill>
              <a:srgbClr val="000000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683" name="Google Shape;683;p34"/>
          <p:cNvCxnSpPr/>
          <p:nvPr/>
        </p:nvCxnSpPr>
        <p:spPr>
          <a:xfrm>
            <a:off x="4800600" y="5057775"/>
            <a:ext cx="1587" cy="428625"/>
          </a:xfrm>
          <a:prstGeom prst="straightConnector1">
            <a:avLst/>
          </a:prstGeom>
          <a:noFill/>
          <a:ln cap="sq" cmpd="sng" w="9525">
            <a:solidFill>
              <a:srgbClr val="000000"/>
            </a:solidFill>
            <a:prstDash val="solid"/>
            <a:miter lim="800000"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p35"/>
          <p:cNvSpPr txBox="1"/>
          <p:nvPr/>
        </p:nvSpPr>
        <p:spPr>
          <a:xfrm>
            <a:off x="304800" y="152400"/>
            <a:ext cx="86106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b" bIns="46075" lIns="92150" spcFirstLastPara="1" rIns="92150" wrap="square" tIns="460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How to identify aggregation</a:t>
            </a:r>
            <a:endParaRPr/>
          </a:p>
        </p:txBody>
      </p:sp>
      <p:sp>
        <p:nvSpPr>
          <p:cNvPr id="691" name="Google Shape;691;p35"/>
          <p:cNvSpPr txBox="1"/>
          <p:nvPr/>
        </p:nvSpPr>
        <p:spPr>
          <a:xfrm>
            <a:off x="304800" y="1143000"/>
            <a:ext cx="8610600" cy="53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75" lIns="92150" spcFirstLastPara="1" rIns="92150" wrap="square" tIns="46075">
            <a:noAutofit/>
          </a:bodyPr>
          <a:lstStyle/>
          <a:p>
            <a:pPr indent="-301625" lvl="0" marL="301625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1" i="0" lang="en-US" sz="2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Lifetime of part is bound within lifetime of composite</a:t>
            </a:r>
            <a:endParaRPr/>
          </a:p>
          <a:p>
            <a:pPr indent="-254000" lvl="1" marL="657225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CC"/>
              </a:buClr>
              <a:buSzPts val="2400"/>
              <a:buFont typeface="Arial"/>
              <a:buChar char="•"/>
            </a:pPr>
            <a:r>
              <a:rPr b="1" i="0" lang="en-US" sz="2400" u="none" cap="none" strike="noStrik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There is a create-delete dependency</a:t>
            </a:r>
            <a:endParaRPr/>
          </a:p>
          <a:p>
            <a:pPr indent="-301625" lvl="0" marL="301625" marR="0" rtl="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1" i="0" lang="en-US" sz="2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There is an obvious whole-part physical or logical assembly</a:t>
            </a:r>
            <a:endParaRPr/>
          </a:p>
          <a:p>
            <a:pPr indent="-301625" lvl="0" marL="301625" marR="0" rtl="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1" i="0" lang="en-US" sz="2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Some properties of composite propagate to parts (e.g., location)</a:t>
            </a:r>
            <a:endParaRPr/>
          </a:p>
          <a:p>
            <a:pPr indent="-301625" lvl="0" marL="301625" marR="0" rtl="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1" i="0" lang="en-US" sz="2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Operations applied to composite propagate to parts (e.g., destruction, movement, recording)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8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97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p36"/>
          <p:cNvSpPr txBox="1"/>
          <p:nvPr/>
        </p:nvSpPr>
        <p:spPr>
          <a:xfrm>
            <a:off x="304800" y="152400"/>
            <a:ext cx="86106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b" bIns="46075" lIns="92150" spcFirstLastPara="1" rIns="92150" wrap="square" tIns="460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Why show aggregation</a:t>
            </a:r>
            <a:endParaRPr/>
          </a:p>
        </p:txBody>
      </p:sp>
      <p:sp>
        <p:nvSpPr>
          <p:cNvPr id="699" name="Google Shape;699;p36"/>
          <p:cNvSpPr txBox="1"/>
          <p:nvPr/>
        </p:nvSpPr>
        <p:spPr>
          <a:xfrm>
            <a:off x="304800" y="1143000"/>
            <a:ext cx="8610600" cy="53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75" lIns="92150" spcFirstLastPara="1" rIns="92150" wrap="square" tIns="46075">
            <a:noAutofit/>
          </a:bodyPr>
          <a:lstStyle/>
          <a:p>
            <a:pPr indent="-339725" lvl="0" marL="339725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1" i="0" lang="en-US" sz="2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Clarifies domain constraints regarding part- whole relationship</a:t>
            </a:r>
            <a:endParaRPr/>
          </a:p>
          <a:p>
            <a:pPr indent="-339725" lvl="0" marL="339725" marR="0" rtl="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1" i="0" lang="en-US" sz="2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Assists in identification of a </a:t>
            </a:r>
            <a:r>
              <a:rPr b="1" i="1" lang="en-US" sz="2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creator</a:t>
            </a:r>
            <a:endParaRPr/>
          </a:p>
          <a:p>
            <a:pPr indent="-339725" lvl="0" marL="339725" marR="0" rtl="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1" i="0" lang="en-US" sz="2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Operations applied to whole should usually propagate to parts</a:t>
            </a:r>
            <a:endParaRPr/>
          </a:p>
          <a:p>
            <a:pPr indent="-339725" lvl="0" marL="339725" marR="0" rtl="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1" i="0" lang="en-US" sz="2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Identifying whole wrt a part supports encapsulation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05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Google Shape;706;p37"/>
          <p:cNvSpPr txBox="1"/>
          <p:nvPr/>
        </p:nvSpPr>
        <p:spPr>
          <a:xfrm>
            <a:off x="304800" y="152400"/>
            <a:ext cx="86106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b" bIns="46075" lIns="92150" spcFirstLastPara="1" rIns="92150" wrap="square" tIns="460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Dependency</a:t>
            </a:r>
            <a:endParaRPr/>
          </a:p>
        </p:txBody>
      </p:sp>
      <p:sp>
        <p:nvSpPr>
          <p:cNvPr id="707" name="Google Shape;707;p37"/>
          <p:cNvSpPr txBox="1"/>
          <p:nvPr/>
        </p:nvSpPr>
        <p:spPr>
          <a:xfrm>
            <a:off x="304800" y="1143000"/>
            <a:ext cx="8610600" cy="297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75" lIns="92150" spcFirstLastPara="1" rIns="92150" wrap="square" tIns="46075">
            <a:noAutofit/>
          </a:bodyPr>
          <a:lstStyle/>
          <a:p>
            <a:pPr indent="-339725" lvl="0" marL="339725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1" i="0" lang="en-US" sz="2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Denotes </a:t>
            </a:r>
            <a:r>
              <a:rPr b="1" i="0" lang="en-US" sz="2800" u="none">
                <a:solidFill>
                  <a:srgbClr val="FF3300"/>
                </a:solidFill>
                <a:latin typeface="Arial"/>
                <a:ea typeface="Arial"/>
                <a:cs typeface="Arial"/>
                <a:sym typeface="Arial"/>
              </a:rPr>
              <a:t>dependence</a:t>
            </a:r>
            <a:r>
              <a:rPr b="1" i="0" lang="en-US" sz="2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between classes</a:t>
            </a:r>
            <a:endParaRPr/>
          </a:p>
          <a:p>
            <a:pPr indent="-339725" lvl="0" marL="339725" marR="0" rtl="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1" i="0" lang="en-US" sz="2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Always directed (Class </a:t>
            </a:r>
            <a:r>
              <a:rPr b="1" i="0" lang="en-US" sz="2800" u="non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b="1" i="0" lang="en-US" sz="2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depends on </a:t>
            </a:r>
            <a:r>
              <a:rPr b="1" i="0" lang="en-US" sz="2800" u="non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r>
              <a:rPr b="1" i="0" lang="en-US" sz="2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/>
          </a:p>
          <a:p>
            <a:pPr indent="-339725" lvl="0" marL="339725" marR="0" rtl="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1" i="0" lang="en-US" sz="2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Represented by dotted line with arrowhead</a:t>
            </a:r>
            <a:endParaRPr/>
          </a:p>
        </p:txBody>
      </p:sp>
      <p:sp>
        <p:nvSpPr>
          <p:cNvPr id="708" name="Google Shape;708;p37"/>
          <p:cNvSpPr txBox="1"/>
          <p:nvPr/>
        </p:nvSpPr>
        <p:spPr>
          <a:xfrm>
            <a:off x="2057400" y="5638800"/>
            <a:ext cx="5029200" cy="460375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Arial"/>
              <a:buNone/>
            </a:pPr>
            <a:r>
              <a:rPr b="1" i="0" lang="en-US" sz="2400" u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A depends on B </a:t>
            </a:r>
            <a:endParaRPr/>
          </a:p>
        </p:txBody>
      </p:sp>
      <p:grpSp>
        <p:nvGrpSpPr>
          <p:cNvPr id="709" name="Google Shape;709;p37"/>
          <p:cNvGrpSpPr/>
          <p:nvPr/>
        </p:nvGrpSpPr>
        <p:grpSpPr>
          <a:xfrm>
            <a:off x="2286000" y="4114800"/>
            <a:ext cx="4492625" cy="1292225"/>
            <a:chOff x="1440" y="2592"/>
            <a:chExt cx="2830" cy="814"/>
          </a:xfrm>
        </p:grpSpPr>
        <p:sp>
          <p:nvSpPr>
            <p:cNvPr id="710" name="Google Shape;710;p37"/>
            <p:cNvSpPr txBox="1"/>
            <p:nvPr/>
          </p:nvSpPr>
          <p:spPr>
            <a:xfrm>
              <a:off x="1440" y="2592"/>
              <a:ext cx="814" cy="814"/>
            </a:xfrm>
            <a:prstGeom prst="rect">
              <a:avLst/>
            </a:prstGeom>
            <a:noFill/>
            <a:ln cap="sq" cmpd="sng" w="572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11" name="Google Shape;711;p37"/>
            <p:cNvSpPr txBox="1"/>
            <p:nvPr/>
          </p:nvSpPr>
          <p:spPr>
            <a:xfrm>
              <a:off x="3456" y="2592"/>
              <a:ext cx="814" cy="814"/>
            </a:xfrm>
            <a:prstGeom prst="rect">
              <a:avLst/>
            </a:prstGeom>
            <a:noFill/>
            <a:ln cap="sq" cmpd="sng" w="572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712" name="Google Shape;712;p37"/>
            <p:cNvCxnSpPr/>
            <p:nvPr/>
          </p:nvCxnSpPr>
          <p:spPr>
            <a:xfrm>
              <a:off x="2256" y="2976"/>
              <a:ext cx="1198" cy="0"/>
            </a:xfrm>
            <a:prstGeom prst="straightConnector1">
              <a:avLst/>
            </a:prstGeom>
            <a:noFill/>
            <a:ln cap="sq" cmpd="sng" w="57225">
              <a:solidFill>
                <a:srgbClr val="0000FF"/>
              </a:solidFill>
              <a:prstDash val="solid"/>
              <a:miter lim="800000"/>
              <a:headEnd len="med" w="med" type="none"/>
              <a:tailEnd len="med" w="med" type="triangle"/>
            </a:ln>
          </p:spPr>
        </p:cxnSp>
        <p:sp>
          <p:nvSpPr>
            <p:cNvPr id="713" name="Google Shape;713;p37"/>
            <p:cNvSpPr txBox="1"/>
            <p:nvPr/>
          </p:nvSpPr>
          <p:spPr>
            <a:xfrm>
              <a:off x="1728" y="2784"/>
              <a:ext cx="382" cy="3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800" lIns="90000" spcFirstLastPara="1" rIns="90000" wrap="square" tIns="468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CC"/>
                </a:buClr>
                <a:buSzPts val="2800"/>
                <a:buFont typeface="Arial"/>
                <a:buNone/>
              </a:pPr>
              <a:r>
                <a:rPr b="1" i="0" lang="en-US" sz="2800" u="none">
                  <a:solidFill>
                    <a:srgbClr val="0000CC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/>
            </a:p>
          </p:txBody>
        </p:sp>
        <p:sp>
          <p:nvSpPr>
            <p:cNvPr id="714" name="Google Shape;714;p37"/>
            <p:cNvSpPr txBox="1"/>
            <p:nvPr/>
          </p:nvSpPr>
          <p:spPr>
            <a:xfrm>
              <a:off x="3696" y="2784"/>
              <a:ext cx="382" cy="3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800" lIns="90000" spcFirstLastPara="1" rIns="90000" wrap="square" tIns="468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CC"/>
                </a:buClr>
                <a:buSzPts val="2800"/>
                <a:buFont typeface="Arial"/>
                <a:buNone/>
              </a:pPr>
              <a:r>
                <a:rPr b="1" i="0" lang="en-US" sz="2800" u="none">
                  <a:solidFill>
                    <a:srgbClr val="0000CC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endParaRPr/>
            </a:p>
          </p:txBody>
        </p:sp>
      </p:grp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20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" name="Google Shape;721;p38"/>
          <p:cNvSpPr txBox="1"/>
          <p:nvPr/>
        </p:nvSpPr>
        <p:spPr>
          <a:xfrm>
            <a:off x="304800" y="152400"/>
            <a:ext cx="86106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b" bIns="46075" lIns="92150" spcFirstLastPara="1" rIns="92150" wrap="square" tIns="460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Dependency</a:t>
            </a:r>
            <a:endParaRPr/>
          </a:p>
        </p:txBody>
      </p:sp>
      <p:sp>
        <p:nvSpPr>
          <p:cNvPr id="722" name="Google Shape;722;p38"/>
          <p:cNvSpPr txBox="1"/>
          <p:nvPr/>
        </p:nvSpPr>
        <p:spPr>
          <a:xfrm>
            <a:off x="304800" y="1143000"/>
            <a:ext cx="8610600" cy="297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75" lIns="92150" spcFirstLastPara="1" rIns="92150" wrap="square" tIns="46075">
            <a:noAutofit/>
          </a:bodyPr>
          <a:lstStyle/>
          <a:p>
            <a:pPr indent="-339725" lvl="0" marL="339725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1" i="0" lang="en-US" sz="2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Caused by class methods</a:t>
            </a:r>
            <a:endParaRPr/>
          </a:p>
          <a:p>
            <a:pPr indent="-339725" lvl="0" marL="339725" marR="0" rtl="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1" i="0" lang="en-US" sz="2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Method in Class </a:t>
            </a:r>
            <a:r>
              <a:rPr b="1" i="0" lang="en-US" sz="2800" u="non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b="1" i="0" lang="en-US" sz="2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temporarily “</a:t>
            </a:r>
            <a:r>
              <a:rPr b="1" i="0" lang="en-US" sz="2800" u="none">
                <a:solidFill>
                  <a:srgbClr val="FF3300"/>
                </a:solidFill>
                <a:latin typeface="Arial"/>
                <a:ea typeface="Arial"/>
                <a:cs typeface="Arial"/>
                <a:sym typeface="Arial"/>
              </a:rPr>
              <a:t>uses a</a:t>
            </a:r>
            <a:r>
              <a:rPr b="1" i="0" lang="en-US" sz="2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” object of type Class </a:t>
            </a:r>
            <a:r>
              <a:rPr b="1" i="0" lang="en-US" sz="2800" u="non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/>
          </a:p>
          <a:p>
            <a:pPr indent="-339725" lvl="0" marL="339725" marR="0" rtl="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1" i="0" lang="en-US" sz="2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Change in Class </a:t>
            </a:r>
            <a:r>
              <a:rPr b="1" i="0" lang="en-US" sz="2800" u="non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r>
              <a:rPr b="1" i="0" lang="en-US" sz="2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may affect class </a:t>
            </a:r>
            <a:r>
              <a:rPr b="1" i="0" lang="en-US" sz="2800" u="non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/>
          </a:p>
        </p:txBody>
      </p:sp>
      <p:sp>
        <p:nvSpPr>
          <p:cNvPr id="723" name="Google Shape;723;p38"/>
          <p:cNvSpPr txBox="1"/>
          <p:nvPr/>
        </p:nvSpPr>
        <p:spPr>
          <a:xfrm>
            <a:off x="2057400" y="5334000"/>
            <a:ext cx="5029200" cy="460375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Arial"/>
              <a:buNone/>
            </a:pPr>
            <a:r>
              <a:rPr b="1" i="0" lang="en-US" sz="2400" u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A uses object of class B </a:t>
            </a:r>
            <a:endParaRPr/>
          </a:p>
        </p:txBody>
      </p:sp>
      <p:grpSp>
        <p:nvGrpSpPr>
          <p:cNvPr id="724" name="Google Shape;724;p38"/>
          <p:cNvGrpSpPr/>
          <p:nvPr/>
        </p:nvGrpSpPr>
        <p:grpSpPr>
          <a:xfrm>
            <a:off x="2286000" y="3810000"/>
            <a:ext cx="4492625" cy="1292225"/>
            <a:chOff x="1440" y="2400"/>
            <a:chExt cx="2830" cy="814"/>
          </a:xfrm>
        </p:grpSpPr>
        <p:sp>
          <p:nvSpPr>
            <p:cNvPr id="725" name="Google Shape;725;p38"/>
            <p:cNvSpPr txBox="1"/>
            <p:nvPr/>
          </p:nvSpPr>
          <p:spPr>
            <a:xfrm>
              <a:off x="1440" y="2400"/>
              <a:ext cx="814" cy="814"/>
            </a:xfrm>
            <a:prstGeom prst="rect">
              <a:avLst/>
            </a:prstGeom>
            <a:noFill/>
            <a:ln cap="sq" cmpd="sng" w="572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26" name="Google Shape;726;p38"/>
            <p:cNvSpPr txBox="1"/>
            <p:nvPr/>
          </p:nvSpPr>
          <p:spPr>
            <a:xfrm>
              <a:off x="3456" y="2400"/>
              <a:ext cx="814" cy="814"/>
            </a:xfrm>
            <a:prstGeom prst="rect">
              <a:avLst/>
            </a:prstGeom>
            <a:noFill/>
            <a:ln cap="sq" cmpd="sng" w="572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727" name="Google Shape;727;p38"/>
            <p:cNvCxnSpPr/>
            <p:nvPr/>
          </p:nvCxnSpPr>
          <p:spPr>
            <a:xfrm>
              <a:off x="2256" y="2784"/>
              <a:ext cx="1198" cy="0"/>
            </a:xfrm>
            <a:prstGeom prst="straightConnector1">
              <a:avLst/>
            </a:prstGeom>
            <a:noFill/>
            <a:ln cap="sq" cmpd="sng" w="57225">
              <a:solidFill>
                <a:srgbClr val="0000FF"/>
              </a:solidFill>
              <a:prstDash val="solid"/>
              <a:miter lim="800000"/>
              <a:headEnd len="med" w="med" type="none"/>
              <a:tailEnd len="med" w="med" type="triangle"/>
            </a:ln>
          </p:spPr>
        </p:cxnSp>
        <p:sp>
          <p:nvSpPr>
            <p:cNvPr id="728" name="Google Shape;728;p38"/>
            <p:cNvSpPr txBox="1"/>
            <p:nvPr/>
          </p:nvSpPr>
          <p:spPr>
            <a:xfrm>
              <a:off x="1728" y="2592"/>
              <a:ext cx="382" cy="3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800" lIns="90000" spcFirstLastPara="1" rIns="90000" wrap="square" tIns="468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CC"/>
                </a:buClr>
                <a:buSzPts val="2800"/>
                <a:buFont typeface="Arial"/>
                <a:buNone/>
              </a:pPr>
              <a:r>
                <a:rPr b="1" i="0" lang="en-US" sz="2800" u="none">
                  <a:solidFill>
                    <a:srgbClr val="0000CC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/>
            </a:p>
          </p:txBody>
        </p:sp>
        <p:sp>
          <p:nvSpPr>
            <p:cNvPr id="729" name="Google Shape;729;p38"/>
            <p:cNvSpPr txBox="1"/>
            <p:nvPr/>
          </p:nvSpPr>
          <p:spPr>
            <a:xfrm>
              <a:off x="3696" y="2592"/>
              <a:ext cx="382" cy="3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800" lIns="90000" spcFirstLastPara="1" rIns="90000" wrap="square" tIns="468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CC"/>
                </a:buClr>
                <a:buSzPts val="2800"/>
                <a:buFont typeface="Arial"/>
                <a:buNone/>
              </a:pPr>
              <a:r>
                <a:rPr b="1" i="0" lang="en-US" sz="2800" u="none">
                  <a:solidFill>
                    <a:srgbClr val="0000CC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endParaRPr/>
            </a:p>
          </p:txBody>
        </p:sp>
      </p:grp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35" name="Shape 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Google Shape;736;p39"/>
          <p:cNvSpPr txBox="1"/>
          <p:nvPr/>
        </p:nvSpPr>
        <p:spPr>
          <a:xfrm>
            <a:off x="304800" y="152400"/>
            <a:ext cx="86106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b" bIns="46075" lIns="92150" spcFirstLastPara="1" rIns="92150" wrap="square" tIns="460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Dependency</a:t>
            </a:r>
            <a:endParaRPr/>
          </a:p>
        </p:txBody>
      </p:sp>
      <p:sp>
        <p:nvSpPr>
          <p:cNvPr id="737" name="Google Shape;737;p39"/>
          <p:cNvSpPr txBox="1"/>
          <p:nvPr/>
        </p:nvSpPr>
        <p:spPr>
          <a:xfrm>
            <a:off x="304800" y="1143000"/>
            <a:ext cx="8610600" cy="53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75" lIns="92150" spcFirstLastPara="1" rIns="92150" wrap="square" tIns="46075">
            <a:noAutofit/>
          </a:bodyPr>
          <a:lstStyle/>
          <a:p>
            <a:pPr indent="-339725" lvl="0" marL="339725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1" i="0" lang="en-US" sz="2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Dependence may be caused by</a:t>
            </a:r>
            <a:endParaRPr/>
          </a:p>
          <a:p>
            <a:pPr indent="-282575" lvl="1" marL="739775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CC"/>
              </a:buClr>
              <a:buSzPts val="2400"/>
              <a:buFont typeface="Arial"/>
              <a:buChar char="•"/>
            </a:pPr>
            <a:r>
              <a:rPr b="1" i="0" lang="en-US" sz="2400" u="none" cap="none" strike="noStrik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Local variable</a:t>
            </a:r>
            <a:endParaRPr/>
          </a:p>
          <a:p>
            <a:pPr indent="-282575" lvl="1" marL="739775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CC"/>
              </a:buClr>
              <a:buSzPts val="2400"/>
              <a:buFont typeface="Arial"/>
              <a:buChar char="•"/>
            </a:pPr>
            <a:r>
              <a:rPr b="1" i="0" lang="en-US" sz="2400" u="none" cap="none" strike="noStrik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Parameter</a:t>
            </a:r>
            <a:endParaRPr/>
          </a:p>
          <a:p>
            <a:pPr indent="-282575" lvl="1" marL="739775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CC"/>
              </a:buClr>
              <a:buSzPts val="2400"/>
              <a:buFont typeface="Arial"/>
              <a:buChar char="•"/>
            </a:pPr>
            <a:r>
              <a:rPr b="1" i="0" lang="en-US" sz="2400" u="none" cap="none" strike="noStrik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Return value</a:t>
            </a:r>
            <a:endParaRPr/>
          </a:p>
          <a:p>
            <a:pPr indent="-339725" lvl="0" marL="339725" marR="0" rtl="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1" i="0" lang="en-US" sz="2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Example</a:t>
            </a:r>
            <a:endParaRPr/>
          </a:p>
          <a:p>
            <a:pPr indent="-282575" lvl="1" marL="739775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imes New Roman"/>
              <a:buNone/>
            </a:pPr>
            <a:r>
              <a:t/>
            </a:r>
            <a:endParaRPr b="1" i="0" sz="2400" u="none" cap="none" strike="noStrike">
              <a:solidFill>
                <a:srgbClr val="0000C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2575" lvl="1" marL="739775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Class A {				Class B {</a:t>
            </a:r>
            <a:endParaRPr/>
          </a:p>
          <a:p>
            <a:pPr indent="-282575" lvl="1" marL="739775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	</a:t>
            </a:r>
            <a:r>
              <a:rPr b="1" i="0" lang="en-US" sz="2400" u="none" cap="none" strike="noStrike">
                <a:solidFill>
                  <a:srgbClr val="FF3300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r>
              <a:rPr b="1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Foo(</a:t>
            </a:r>
            <a:r>
              <a:rPr b="1" i="0" lang="en-US" sz="2400" u="none" cap="none" strike="noStrike">
                <a:solidFill>
                  <a:srgbClr val="FF3300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r>
              <a:rPr b="1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x) {				…</a:t>
            </a:r>
            <a:endParaRPr/>
          </a:p>
          <a:p>
            <a:pPr indent="-282575" lvl="1" marL="739775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	     </a:t>
            </a:r>
            <a:r>
              <a:rPr b="1" i="0" lang="en-US" sz="2400" u="none" cap="none" strike="noStrike">
                <a:solidFill>
                  <a:srgbClr val="FF3300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r>
              <a:rPr b="1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y = new B();			…</a:t>
            </a:r>
            <a:endParaRPr/>
          </a:p>
          <a:p>
            <a:pPr indent="-225425" lvl="2" marL="11430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  return y;				…</a:t>
            </a:r>
            <a:endParaRPr/>
          </a:p>
          <a:p>
            <a:pPr indent="-282575" lvl="1" marL="739775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}	}			 		}</a:t>
            </a:r>
            <a:endParaRPr/>
          </a:p>
        </p:txBody>
      </p:sp>
      <p:sp>
        <p:nvSpPr>
          <p:cNvPr id="738" name="Google Shape;738;p39"/>
          <p:cNvSpPr txBox="1"/>
          <p:nvPr/>
        </p:nvSpPr>
        <p:spPr>
          <a:xfrm>
            <a:off x="533400" y="3810000"/>
            <a:ext cx="3505200" cy="2743200"/>
          </a:xfrm>
          <a:prstGeom prst="rect">
            <a:avLst/>
          </a:prstGeom>
          <a:noFill/>
          <a:ln cap="sq" cmpd="sng" w="572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39" name="Google Shape;739;p39"/>
          <p:cNvSpPr txBox="1"/>
          <p:nvPr/>
        </p:nvSpPr>
        <p:spPr>
          <a:xfrm>
            <a:off x="4876800" y="3810000"/>
            <a:ext cx="2057400" cy="2743200"/>
          </a:xfrm>
          <a:prstGeom prst="rect">
            <a:avLst/>
          </a:prstGeom>
          <a:noFill/>
          <a:ln cap="sq" cmpd="sng" w="572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740" name="Google Shape;740;p39"/>
          <p:cNvCxnSpPr/>
          <p:nvPr/>
        </p:nvCxnSpPr>
        <p:spPr>
          <a:xfrm>
            <a:off x="3810000" y="5181600"/>
            <a:ext cx="1066800" cy="1587"/>
          </a:xfrm>
          <a:prstGeom prst="straightConnector1">
            <a:avLst/>
          </a:prstGeom>
          <a:noFill/>
          <a:ln cap="sq" cmpd="sng" w="57225">
            <a:solidFill>
              <a:srgbClr val="0000FF"/>
            </a:solidFill>
            <a:prstDash val="solid"/>
            <a:miter lim="800000"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p40"/>
          <p:cNvSpPr txBox="1"/>
          <p:nvPr/>
        </p:nvSpPr>
        <p:spPr>
          <a:xfrm>
            <a:off x="304800" y="152400"/>
            <a:ext cx="86106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b" bIns="46075" lIns="92150" spcFirstLastPara="1" rIns="92150" wrap="square" tIns="460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Dependency Example</a:t>
            </a:r>
            <a:endParaRPr/>
          </a:p>
        </p:txBody>
      </p:sp>
      <p:sp>
        <p:nvSpPr>
          <p:cNvPr id="748" name="Google Shape;748;p40"/>
          <p:cNvSpPr txBox="1"/>
          <p:nvPr/>
        </p:nvSpPr>
        <p:spPr>
          <a:xfrm>
            <a:off x="1752600" y="5638800"/>
            <a:ext cx="5791200" cy="460375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Arial"/>
              <a:buNone/>
            </a:pPr>
            <a:r>
              <a:rPr b="1" i="0" lang="en-US" sz="2400" u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Class Driver depends on Class Car </a:t>
            </a:r>
            <a:endParaRPr/>
          </a:p>
        </p:txBody>
      </p:sp>
      <p:graphicFrame>
        <p:nvGraphicFramePr>
          <p:cNvPr id="749" name="Google Shape;749;p40"/>
          <p:cNvGraphicFramePr/>
          <p:nvPr/>
        </p:nvGraphicFramePr>
        <p:xfrm>
          <a:off x="762000" y="1857375"/>
          <a:ext cx="7621587" cy="3143250"/>
        </p:xfrm>
        <a:graphic>
          <a:graphicData uri="http://schemas.openxmlformats.org/presentationml/2006/ole">
            <mc:AlternateContent>
              <mc:Choice Requires="v">
                <p:oleObj r:id="rId4" imgH="3143250" imgW="7621587" spid="_x0000_s1">
                  <p:embed/>
                </p:oleObj>
              </mc:Choice>
              <mc:Fallback>
                <p:oleObj r:id="rId5" imgH="3143250" imgW="7621587">
                  <p:embed/>
                  <p:pic>
                    <p:nvPicPr>
                      <p:cNvPr id="749" name="Google Shape;749;p40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762000" y="1857375"/>
                        <a:ext cx="7621587" cy="3143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750" name="Google Shape;750;p40"/>
          <p:cNvCxnSpPr/>
          <p:nvPr/>
        </p:nvCxnSpPr>
        <p:spPr>
          <a:xfrm flipH="1" rot="10800000">
            <a:off x="2743200" y="3883025"/>
            <a:ext cx="1587" cy="463550"/>
          </a:xfrm>
          <a:prstGeom prst="straightConnector1">
            <a:avLst/>
          </a:prstGeom>
          <a:noFill/>
          <a:ln cap="sq" cmpd="sng" w="57225">
            <a:solidFill>
              <a:srgbClr val="FF0000"/>
            </a:solidFill>
            <a:prstDash val="solid"/>
            <a:miter lim="800000"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56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p41"/>
          <p:cNvSpPr txBox="1"/>
          <p:nvPr/>
        </p:nvSpPr>
        <p:spPr>
          <a:xfrm>
            <a:off x="304800" y="152400"/>
            <a:ext cx="86106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b" bIns="46075" lIns="92150" spcFirstLastPara="1" rIns="92150" wrap="square" tIns="460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Generalization</a:t>
            </a:r>
            <a:endParaRPr/>
          </a:p>
        </p:txBody>
      </p:sp>
      <p:sp>
        <p:nvSpPr>
          <p:cNvPr id="758" name="Google Shape;758;p41"/>
          <p:cNvSpPr txBox="1"/>
          <p:nvPr/>
        </p:nvSpPr>
        <p:spPr>
          <a:xfrm>
            <a:off x="304800" y="1143000"/>
            <a:ext cx="8610600" cy="25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75" lIns="92150" spcFirstLastPara="1" rIns="92150" wrap="square" tIns="46075">
            <a:noAutofit/>
          </a:bodyPr>
          <a:lstStyle/>
          <a:p>
            <a:pPr indent="-339725" lvl="0" marL="339725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1" i="0" lang="en-US" sz="2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Denotes </a:t>
            </a:r>
            <a:r>
              <a:rPr b="1" i="0" lang="en-US" sz="2800" u="none">
                <a:solidFill>
                  <a:srgbClr val="FF3300"/>
                </a:solidFill>
                <a:latin typeface="Arial"/>
                <a:ea typeface="Arial"/>
                <a:cs typeface="Arial"/>
                <a:sym typeface="Arial"/>
              </a:rPr>
              <a:t>inheritance</a:t>
            </a:r>
            <a:r>
              <a:rPr b="1" i="0" lang="en-US" sz="2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between classes</a:t>
            </a:r>
            <a:endParaRPr/>
          </a:p>
          <a:p>
            <a:pPr indent="-339725" lvl="0" marL="339725" marR="0" rtl="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1" i="0" lang="en-US" sz="2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Can view as “</a:t>
            </a:r>
            <a:r>
              <a:rPr b="1" i="0" lang="en-US" sz="2800" u="none">
                <a:solidFill>
                  <a:srgbClr val="FF3300"/>
                </a:solidFill>
                <a:latin typeface="Arial"/>
                <a:ea typeface="Arial"/>
                <a:cs typeface="Arial"/>
                <a:sym typeface="Arial"/>
              </a:rPr>
              <a:t>is-a</a:t>
            </a:r>
            <a:r>
              <a:rPr b="1" i="0" lang="en-US" sz="2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” relationship</a:t>
            </a:r>
            <a:endParaRPr/>
          </a:p>
          <a:p>
            <a:pPr indent="-339725" lvl="0" marL="339725" marR="0" rtl="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1" i="0" lang="en-US" sz="2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Represented by line ending in (open) triangle</a:t>
            </a:r>
            <a:endParaRPr/>
          </a:p>
        </p:txBody>
      </p:sp>
      <p:graphicFrame>
        <p:nvGraphicFramePr>
          <p:cNvPr id="759" name="Google Shape;759;p41"/>
          <p:cNvGraphicFramePr/>
          <p:nvPr/>
        </p:nvGraphicFramePr>
        <p:xfrm>
          <a:off x="762000" y="2895600"/>
          <a:ext cx="7621587" cy="2590800"/>
        </p:xfrm>
        <a:graphic>
          <a:graphicData uri="http://schemas.openxmlformats.org/presentationml/2006/ole">
            <mc:AlternateContent>
              <mc:Choice Requires="v">
                <p:oleObj r:id="rId4" imgH="2590800" imgW="7621587" spid="_x0000_s1">
                  <p:embed/>
                </p:oleObj>
              </mc:Choice>
              <mc:Fallback>
                <p:oleObj r:id="rId5" imgH="2590800" imgW="7621587">
                  <p:embed/>
                  <p:pic>
                    <p:nvPicPr>
                      <p:cNvPr id="759" name="Google Shape;759;p41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762000" y="2895600"/>
                        <a:ext cx="7621587" cy="2590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60" name="Google Shape;760;p41"/>
          <p:cNvSpPr txBox="1"/>
          <p:nvPr/>
        </p:nvSpPr>
        <p:spPr>
          <a:xfrm>
            <a:off x="2057400" y="5638800"/>
            <a:ext cx="5029200" cy="8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Arial"/>
              <a:buNone/>
            </a:pPr>
            <a:r>
              <a:rPr b="1" i="0" lang="en-US" sz="2400" u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Laptop, Desktop, PDA inherit state &amp; behavior from Computers </a:t>
            </a:r>
            <a:endParaRPr/>
          </a:p>
        </p:txBody>
      </p:sp>
      <p:sp>
        <p:nvSpPr>
          <p:cNvPr id="761" name="Google Shape;761;p41"/>
          <p:cNvSpPr/>
          <p:nvPr/>
        </p:nvSpPr>
        <p:spPr>
          <a:xfrm>
            <a:off x="4419600" y="3581400"/>
            <a:ext cx="304800" cy="304800"/>
          </a:xfrm>
          <a:prstGeom prst="triangle">
            <a:avLst>
              <a:gd fmla="val 50000" name="adj"/>
            </a:avLst>
          </a:prstGeom>
          <a:noFill/>
          <a:ln cap="sq" cmpd="sng" w="5722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762" name="Google Shape;762;p41"/>
          <p:cNvCxnSpPr/>
          <p:nvPr/>
        </p:nvCxnSpPr>
        <p:spPr>
          <a:xfrm>
            <a:off x="2209800" y="4343400"/>
            <a:ext cx="4724400" cy="1587"/>
          </a:xfrm>
          <a:prstGeom prst="straightConnector1">
            <a:avLst/>
          </a:prstGeom>
          <a:noFill/>
          <a:ln cap="sq" cmpd="sng" w="57225">
            <a:solidFill>
              <a:srgbClr val="FF0000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763" name="Google Shape;763;p41"/>
          <p:cNvCxnSpPr/>
          <p:nvPr/>
        </p:nvCxnSpPr>
        <p:spPr>
          <a:xfrm flipH="1" rot="10800000">
            <a:off x="4572000" y="3883025"/>
            <a:ext cx="1587" cy="920750"/>
          </a:xfrm>
          <a:prstGeom prst="straightConnector1">
            <a:avLst/>
          </a:prstGeom>
          <a:noFill/>
          <a:ln cap="sq" cmpd="sng" w="57225">
            <a:solidFill>
              <a:srgbClr val="FF0000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764" name="Google Shape;764;p41"/>
          <p:cNvCxnSpPr/>
          <p:nvPr/>
        </p:nvCxnSpPr>
        <p:spPr>
          <a:xfrm flipH="1" rot="10800000">
            <a:off x="6934200" y="4340225"/>
            <a:ext cx="1587" cy="463550"/>
          </a:xfrm>
          <a:prstGeom prst="straightConnector1">
            <a:avLst/>
          </a:prstGeom>
          <a:noFill/>
          <a:ln cap="sq" cmpd="sng" w="57225">
            <a:solidFill>
              <a:srgbClr val="FF0000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765" name="Google Shape;765;p41"/>
          <p:cNvCxnSpPr/>
          <p:nvPr/>
        </p:nvCxnSpPr>
        <p:spPr>
          <a:xfrm flipH="1" rot="10800000">
            <a:off x="2209800" y="4340225"/>
            <a:ext cx="1587" cy="463550"/>
          </a:xfrm>
          <a:prstGeom prst="straightConnector1">
            <a:avLst/>
          </a:prstGeom>
          <a:noFill/>
          <a:ln cap="sq" cmpd="sng" w="57225">
            <a:solidFill>
              <a:srgbClr val="FF0000"/>
            </a:solidFill>
            <a:prstDash val="solid"/>
            <a:miter lim="800000"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7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Google Shape;772;p42"/>
          <p:cNvSpPr txBox="1"/>
          <p:nvPr/>
        </p:nvSpPr>
        <p:spPr>
          <a:xfrm>
            <a:off x="304800" y="152400"/>
            <a:ext cx="86106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b" bIns="46075" lIns="92150" spcFirstLastPara="1" rIns="92150" wrap="square" tIns="460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Implementation</a:t>
            </a:r>
            <a:endParaRPr/>
          </a:p>
        </p:txBody>
      </p:sp>
      <p:sp>
        <p:nvSpPr>
          <p:cNvPr id="773" name="Google Shape;773;p42"/>
          <p:cNvSpPr txBox="1"/>
          <p:nvPr/>
        </p:nvSpPr>
        <p:spPr>
          <a:xfrm>
            <a:off x="304800" y="1143000"/>
            <a:ext cx="8610600" cy="25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75" lIns="92150" spcFirstLastPara="1" rIns="92150" wrap="square" tIns="46075">
            <a:noAutofit/>
          </a:bodyPr>
          <a:lstStyle/>
          <a:p>
            <a:pPr indent="-339725" lvl="0" marL="339725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1" i="0" lang="en-US" sz="2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Denotes class </a:t>
            </a:r>
            <a:r>
              <a:rPr b="1" i="0" lang="en-US" sz="2800" u="none">
                <a:solidFill>
                  <a:srgbClr val="FF3300"/>
                </a:solidFill>
                <a:latin typeface="Arial"/>
                <a:ea typeface="Arial"/>
                <a:cs typeface="Arial"/>
                <a:sym typeface="Arial"/>
              </a:rPr>
              <a:t>implements</a:t>
            </a:r>
            <a:r>
              <a:rPr b="1" i="0" lang="en-US" sz="2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Java interface </a:t>
            </a:r>
            <a:endParaRPr/>
          </a:p>
          <a:p>
            <a:pPr indent="-339725" lvl="0" marL="339725" marR="0" rtl="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1" i="0" lang="en-US" sz="2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Represented by dotted line ending in (open) triangle</a:t>
            </a:r>
            <a:endParaRPr/>
          </a:p>
        </p:txBody>
      </p:sp>
      <p:sp>
        <p:nvSpPr>
          <p:cNvPr id="774" name="Google Shape;774;p42"/>
          <p:cNvSpPr txBox="1"/>
          <p:nvPr/>
        </p:nvSpPr>
        <p:spPr>
          <a:xfrm>
            <a:off x="2057400" y="5334000"/>
            <a:ext cx="5029200" cy="460375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Arial"/>
              <a:buNone/>
            </a:pPr>
            <a:r>
              <a:rPr b="1" i="0" lang="en-US" sz="2400" u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A implements interface B </a:t>
            </a:r>
            <a:endParaRPr/>
          </a:p>
        </p:txBody>
      </p:sp>
      <p:sp>
        <p:nvSpPr>
          <p:cNvPr id="775" name="Google Shape;775;p42"/>
          <p:cNvSpPr txBox="1"/>
          <p:nvPr/>
        </p:nvSpPr>
        <p:spPr>
          <a:xfrm>
            <a:off x="2286000" y="3810000"/>
            <a:ext cx="1295400" cy="1295400"/>
          </a:xfrm>
          <a:prstGeom prst="rect">
            <a:avLst/>
          </a:prstGeom>
          <a:noFill/>
          <a:ln cap="sq" cmpd="sng" w="572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76" name="Google Shape;776;p42"/>
          <p:cNvSpPr txBox="1"/>
          <p:nvPr/>
        </p:nvSpPr>
        <p:spPr>
          <a:xfrm>
            <a:off x="5486400" y="3810000"/>
            <a:ext cx="1295400" cy="1295400"/>
          </a:xfrm>
          <a:prstGeom prst="rect">
            <a:avLst/>
          </a:prstGeom>
          <a:noFill/>
          <a:ln cap="sq" cmpd="sng" w="572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777" name="Google Shape;777;p42"/>
          <p:cNvCxnSpPr/>
          <p:nvPr/>
        </p:nvCxnSpPr>
        <p:spPr>
          <a:xfrm>
            <a:off x="3581400" y="4419600"/>
            <a:ext cx="1676400" cy="1587"/>
          </a:xfrm>
          <a:prstGeom prst="straightConnector1">
            <a:avLst/>
          </a:prstGeom>
          <a:noFill/>
          <a:ln cap="sq" cmpd="sng" w="57225">
            <a:solidFill>
              <a:srgbClr val="FF0000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778" name="Google Shape;778;p42"/>
          <p:cNvSpPr txBox="1"/>
          <p:nvPr/>
        </p:nvSpPr>
        <p:spPr>
          <a:xfrm>
            <a:off x="2743200" y="4114800"/>
            <a:ext cx="609600" cy="5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/>
          </a:p>
        </p:txBody>
      </p:sp>
      <p:sp>
        <p:nvSpPr>
          <p:cNvPr id="779" name="Google Shape;779;p42"/>
          <p:cNvSpPr txBox="1"/>
          <p:nvPr/>
        </p:nvSpPr>
        <p:spPr>
          <a:xfrm>
            <a:off x="5715000" y="4114800"/>
            <a:ext cx="838200" cy="5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2800"/>
              <a:buFont typeface="Arial"/>
              <a:buNone/>
            </a:pPr>
            <a:r>
              <a:rPr b="1" i="1" lang="en-US" sz="2800" u="non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«B»</a:t>
            </a:r>
            <a:endParaRPr/>
          </a:p>
        </p:txBody>
      </p:sp>
      <p:sp>
        <p:nvSpPr>
          <p:cNvPr id="780" name="Google Shape;780;p42"/>
          <p:cNvSpPr/>
          <p:nvPr/>
        </p:nvSpPr>
        <p:spPr>
          <a:xfrm rot="5400000">
            <a:off x="5222875" y="4305300"/>
            <a:ext cx="304800" cy="228600"/>
          </a:xfrm>
          <a:prstGeom prst="triangle">
            <a:avLst>
              <a:gd fmla="val 50000" name="adj"/>
            </a:avLst>
          </a:prstGeom>
          <a:noFill/>
          <a:ln cap="sq" cmpd="sng" w="5722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86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Google Shape;787;p43"/>
          <p:cNvSpPr txBox="1"/>
          <p:nvPr/>
        </p:nvSpPr>
        <p:spPr>
          <a:xfrm>
            <a:off x="304800" y="152400"/>
            <a:ext cx="86106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b" bIns="46075" lIns="92150" spcFirstLastPara="1" rIns="92150" wrap="square" tIns="460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UML Examples</a:t>
            </a:r>
            <a:endParaRPr/>
          </a:p>
        </p:txBody>
      </p:sp>
      <p:sp>
        <p:nvSpPr>
          <p:cNvPr id="788" name="Google Shape;788;p43"/>
          <p:cNvSpPr txBox="1"/>
          <p:nvPr/>
        </p:nvSpPr>
        <p:spPr>
          <a:xfrm>
            <a:off x="304800" y="1143000"/>
            <a:ext cx="8610600" cy="53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75" lIns="92150" spcFirstLastPara="1" rIns="92150" wrap="square" tIns="46075">
            <a:noAutofit/>
          </a:bodyPr>
          <a:lstStyle/>
          <a:p>
            <a:pPr indent="-339725" lvl="0" marL="339725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1" i="0" lang="en-US" sz="2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Read UML class diagram</a:t>
            </a:r>
            <a:endParaRPr/>
          </a:p>
          <a:p>
            <a:pPr indent="-339725" lvl="0" marL="339725" marR="0" rtl="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1" i="0" lang="en-US" sz="2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Try to understand relationships</a:t>
            </a:r>
            <a:endParaRPr/>
          </a:p>
          <a:p>
            <a:pPr indent="-339725" lvl="0" marL="339725" marR="0" rtl="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1" i="0" lang="en-US" sz="2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Examples</a:t>
            </a:r>
            <a:endParaRPr/>
          </a:p>
          <a:p>
            <a:pPr indent="-282575" lvl="1" marL="739775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CC"/>
              </a:buClr>
              <a:buSzPts val="2400"/>
              <a:buFont typeface="Arial"/>
              <a:buChar char="•"/>
            </a:pPr>
            <a:r>
              <a:rPr b="1" i="0" lang="en-US" sz="2400" u="none" cap="none" strike="noStrik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Pets &amp; owners</a:t>
            </a:r>
            <a:endParaRPr/>
          </a:p>
          <a:p>
            <a:pPr indent="-282575" lvl="1" marL="739775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CC"/>
              </a:buClr>
              <a:buSzPts val="2400"/>
              <a:buFont typeface="Arial"/>
              <a:buChar char="•"/>
            </a:pPr>
            <a:r>
              <a:rPr b="1" i="0" lang="en-US" sz="2400" u="none" cap="none" strike="noStrik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Computer disk organization</a:t>
            </a:r>
            <a:endParaRPr/>
          </a:p>
          <a:p>
            <a:pPr indent="-282575" lvl="1" marL="739775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CC"/>
              </a:buClr>
              <a:buSzPts val="2400"/>
              <a:buFont typeface="Arial"/>
              <a:buChar char="•"/>
            </a:pPr>
            <a:r>
              <a:rPr b="1" i="0" lang="en-US" sz="2400" u="none" cap="none" strike="noStrik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Banking system</a:t>
            </a:r>
            <a:endParaRPr/>
          </a:p>
          <a:p>
            <a:pPr indent="-282575" lvl="1" marL="739775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CC"/>
              </a:buClr>
              <a:buSzPts val="2400"/>
              <a:buFont typeface="Arial"/>
              <a:buChar char="•"/>
            </a:pPr>
            <a:r>
              <a:rPr b="1" i="0" lang="en-US" sz="2400" u="none" cap="none" strike="noStrik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Home heating system</a:t>
            </a:r>
            <a:endParaRPr/>
          </a:p>
          <a:p>
            <a:pPr indent="-282575" lvl="1" marL="739775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CC"/>
              </a:buClr>
              <a:buSzPts val="2400"/>
              <a:buFont typeface="Arial"/>
              <a:buChar char="•"/>
            </a:pPr>
            <a:r>
              <a:rPr b="1" i="0" lang="en-US" sz="2400" u="none" cap="none" strike="noStrik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Printing system</a:t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94" name="Shape 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5" name="Google Shape;795;p44"/>
          <p:cNvSpPr txBox="1"/>
          <p:nvPr/>
        </p:nvSpPr>
        <p:spPr>
          <a:xfrm>
            <a:off x="304800" y="152400"/>
            <a:ext cx="86106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b" bIns="46075" lIns="92150" spcFirstLastPara="1" rIns="92150" wrap="square" tIns="460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UML Example – Veterinary System</a:t>
            </a:r>
            <a:endParaRPr/>
          </a:p>
        </p:txBody>
      </p:sp>
      <p:sp>
        <p:nvSpPr>
          <p:cNvPr id="796" name="Google Shape;796;p44"/>
          <p:cNvSpPr txBox="1"/>
          <p:nvPr/>
        </p:nvSpPr>
        <p:spPr>
          <a:xfrm>
            <a:off x="304800" y="1143000"/>
            <a:ext cx="8610600" cy="25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75" lIns="92150" spcFirstLastPara="1" rIns="92150" wrap="square" tIns="46075">
            <a:noAutofit/>
          </a:bodyPr>
          <a:lstStyle/>
          <a:p>
            <a:pPr indent="-339725" lvl="0" marL="339725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1" i="0" lang="en-US" sz="2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Try to read &amp; understand UML diagram</a:t>
            </a:r>
            <a:endParaRPr/>
          </a:p>
        </p:txBody>
      </p:sp>
      <p:graphicFrame>
        <p:nvGraphicFramePr>
          <p:cNvPr id="797" name="Google Shape;797;p44"/>
          <p:cNvGraphicFramePr/>
          <p:nvPr/>
        </p:nvGraphicFramePr>
        <p:xfrm>
          <a:off x="762000" y="2057400"/>
          <a:ext cx="7621587" cy="1114425"/>
        </p:xfrm>
        <a:graphic>
          <a:graphicData uri="http://schemas.openxmlformats.org/presentationml/2006/ole">
            <mc:AlternateContent>
              <mc:Choice Requires="v">
                <p:oleObj r:id="rId4" imgH="1114425" imgW="7621587" spid="_x0000_s1">
                  <p:embed/>
                </p:oleObj>
              </mc:Choice>
              <mc:Fallback>
                <p:oleObj r:id="rId5" imgH="1114425" imgW="7621587">
                  <p:embed/>
                  <p:pic>
                    <p:nvPicPr>
                      <p:cNvPr id="797" name="Google Shape;797;p44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762000" y="2057400"/>
                        <a:ext cx="7621587" cy="1114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03" name="Shape 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" name="Google Shape;804;p45"/>
          <p:cNvSpPr txBox="1"/>
          <p:nvPr/>
        </p:nvSpPr>
        <p:spPr>
          <a:xfrm>
            <a:off x="304800" y="152400"/>
            <a:ext cx="86106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b" bIns="46075" lIns="92150" spcFirstLastPara="1" rIns="92150" wrap="square" tIns="460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UML Example – Veterinary System</a:t>
            </a:r>
            <a:endParaRPr/>
          </a:p>
        </p:txBody>
      </p:sp>
      <p:sp>
        <p:nvSpPr>
          <p:cNvPr id="805" name="Google Shape;805;p45"/>
          <p:cNvSpPr txBox="1"/>
          <p:nvPr/>
        </p:nvSpPr>
        <p:spPr>
          <a:xfrm>
            <a:off x="304800" y="1143000"/>
            <a:ext cx="8610600" cy="25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75" lIns="92150" spcFirstLastPara="1" rIns="92150" wrap="square" tIns="46075">
            <a:noAutofit/>
          </a:bodyPr>
          <a:lstStyle/>
          <a:p>
            <a:pPr indent="-339725" lvl="0" marL="339725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1" i="0" lang="en-US" sz="2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Try to read &amp; understand UML diagram</a:t>
            </a:r>
            <a:endParaRPr/>
          </a:p>
        </p:txBody>
      </p:sp>
      <p:graphicFrame>
        <p:nvGraphicFramePr>
          <p:cNvPr id="806" name="Google Shape;806;p45"/>
          <p:cNvGraphicFramePr/>
          <p:nvPr/>
        </p:nvGraphicFramePr>
        <p:xfrm>
          <a:off x="762000" y="2057400"/>
          <a:ext cx="7621587" cy="1114425"/>
        </p:xfrm>
        <a:graphic>
          <a:graphicData uri="http://schemas.openxmlformats.org/presentationml/2006/ole">
            <mc:AlternateContent>
              <mc:Choice Requires="v">
                <p:oleObj r:id="rId4" imgH="1114425" imgW="7621587" spid="_x0000_s1">
                  <p:embed/>
                </p:oleObj>
              </mc:Choice>
              <mc:Fallback>
                <p:oleObj r:id="rId5" imgH="1114425" imgW="7621587">
                  <p:embed/>
                  <p:pic>
                    <p:nvPicPr>
                      <p:cNvPr id="806" name="Google Shape;806;p45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762000" y="2057400"/>
                        <a:ext cx="7621587" cy="1114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07" name="Google Shape;807;p45"/>
          <p:cNvSpPr txBox="1"/>
          <p:nvPr/>
        </p:nvSpPr>
        <p:spPr>
          <a:xfrm>
            <a:off x="762000" y="3505200"/>
            <a:ext cx="8077200" cy="460375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-15240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Arial"/>
              <a:buChar char="•"/>
            </a:pPr>
            <a:r>
              <a:rPr b="1" i="0" lang="en-US" sz="2400" u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1 or more Pets associated with 1 PetOwner</a:t>
            </a: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13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Google Shape;814;p46"/>
          <p:cNvSpPr txBox="1"/>
          <p:nvPr/>
        </p:nvSpPr>
        <p:spPr>
          <a:xfrm>
            <a:off x="304800" y="152400"/>
            <a:ext cx="86106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b" bIns="46075" lIns="92150" spcFirstLastPara="1" rIns="92150" wrap="square" tIns="460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UML Example – Computer System</a:t>
            </a:r>
            <a:endParaRPr/>
          </a:p>
        </p:txBody>
      </p:sp>
      <p:sp>
        <p:nvSpPr>
          <p:cNvPr id="815" name="Google Shape;815;p46"/>
          <p:cNvSpPr txBox="1"/>
          <p:nvPr/>
        </p:nvSpPr>
        <p:spPr>
          <a:xfrm>
            <a:off x="304800" y="1143000"/>
            <a:ext cx="8610600" cy="25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75" lIns="92150" spcFirstLastPara="1" rIns="92150" wrap="square" tIns="46075">
            <a:noAutofit/>
          </a:bodyPr>
          <a:lstStyle/>
          <a:p>
            <a:pPr indent="-339725" lvl="0" marL="339725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1" i="0" lang="en-US" sz="2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Try to read &amp; understand UML diagram</a:t>
            </a:r>
            <a:endParaRPr/>
          </a:p>
        </p:txBody>
      </p:sp>
      <p:graphicFrame>
        <p:nvGraphicFramePr>
          <p:cNvPr id="816" name="Google Shape;816;p46"/>
          <p:cNvGraphicFramePr/>
          <p:nvPr/>
        </p:nvGraphicFramePr>
        <p:xfrm>
          <a:off x="762000" y="1981200"/>
          <a:ext cx="7621587" cy="2590800"/>
        </p:xfrm>
        <a:graphic>
          <a:graphicData uri="http://schemas.openxmlformats.org/presentationml/2006/ole">
            <mc:AlternateContent>
              <mc:Choice Requires="v">
                <p:oleObj r:id="rId4" imgH="2590800" imgW="7621587" spid="_x0000_s1">
                  <p:embed/>
                </p:oleObj>
              </mc:Choice>
              <mc:Fallback>
                <p:oleObj r:id="rId5" imgH="2590800" imgW="7621587">
                  <p:embed/>
                  <p:pic>
                    <p:nvPicPr>
                      <p:cNvPr id="816" name="Google Shape;816;p46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762000" y="1981200"/>
                        <a:ext cx="7621587" cy="2590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22" name="Shape 8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3" name="Google Shape;823;p47"/>
          <p:cNvSpPr txBox="1"/>
          <p:nvPr/>
        </p:nvSpPr>
        <p:spPr>
          <a:xfrm>
            <a:off x="304800" y="152400"/>
            <a:ext cx="86106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b" bIns="46075" lIns="92150" spcFirstLastPara="1" rIns="92150" wrap="square" tIns="460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UML Example – Computer System</a:t>
            </a:r>
            <a:endParaRPr/>
          </a:p>
        </p:txBody>
      </p:sp>
      <p:sp>
        <p:nvSpPr>
          <p:cNvPr id="824" name="Google Shape;824;p47"/>
          <p:cNvSpPr txBox="1"/>
          <p:nvPr/>
        </p:nvSpPr>
        <p:spPr>
          <a:xfrm>
            <a:off x="304800" y="1143000"/>
            <a:ext cx="8610600" cy="25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75" lIns="92150" spcFirstLastPara="1" rIns="92150" wrap="square" tIns="46075">
            <a:noAutofit/>
          </a:bodyPr>
          <a:lstStyle/>
          <a:p>
            <a:pPr indent="-339725" lvl="0" marL="339725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1" i="0" lang="en-US" sz="2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Try to read &amp; understand UML diagram</a:t>
            </a:r>
            <a:endParaRPr/>
          </a:p>
        </p:txBody>
      </p:sp>
      <p:graphicFrame>
        <p:nvGraphicFramePr>
          <p:cNvPr id="825" name="Google Shape;825;p47"/>
          <p:cNvGraphicFramePr/>
          <p:nvPr/>
        </p:nvGraphicFramePr>
        <p:xfrm>
          <a:off x="762000" y="1981200"/>
          <a:ext cx="7621587" cy="2590800"/>
        </p:xfrm>
        <a:graphic>
          <a:graphicData uri="http://schemas.openxmlformats.org/presentationml/2006/ole">
            <mc:AlternateContent>
              <mc:Choice Requires="v">
                <p:oleObj r:id="rId4" imgH="2590800" imgW="7621587" spid="_x0000_s1">
                  <p:embed/>
                </p:oleObj>
              </mc:Choice>
              <mc:Fallback>
                <p:oleObj r:id="rId5" imgH="2590800" imgW="7621587">
                  <p:embed/>
                  <p:pic>
                    <p:nvPicPr>
                      <p:cNvPr id="825" name="Google Shape;825;p47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762000" y="1981200"/>
                        <a:ext cx="7621587" cy="2590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6" name="Google Shape;826;p47"/>
          <p:cNvSpPr txBox="1"/>
          <p:nvPr/>
        </p:nvSpPr>
        <p:spPr>
          <a:xfrm>
            <a:off x="762000" y="4800600"/>
            <a:ext cx="8077200" cy="14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-15240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Arial"/>
              <a:buChar char="•"/>
            </a:pPr>
            <a:r>
              <a:rPr b="1" i="0" lang="en-US" sz="2400" u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1 CPU associated with 0 or more Controllers</a:t>
            </a:r>
            <a:endParaRPr/>
          </a:p>
          <a:p>
            <a:pPr indent="-152400" lvl="0" marL="0" marR="0" rtl="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Arial"/>
              <a:buChar char="•"/>
            </a:pPr>
            <a:r>
              <a:rPr b="1" i="0" lang="en-US" sz="2400" u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1-4 DiskDrives associated with 1 SCSIController</a:t>
            </a:r>
            <a:endParaRPr/>
          </a:p>
          <a:p>
            <a:pPr indent="-152400" lvl="0" marL="0" marR="0" rtl="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Arial"/>
              <a:buChar char="•"/>
            </a:pPr>
            <a:r>
              <a:rPr b="1" i="0" lang="en-US" sz="2400" u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SCSIController is a (specialized) Controller</a:t>
            </a:r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2" name="Shape 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Google Shape;833;p48"/>
          <p:cNvSpPr txBox="1"/>
          <p:nvPr/>
        </p:nvSpPr>
        <p:spPr>
          <a:xfrm>
            <a:off x="304800" y="152400"/>
            <a:ext cx="86106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b" bIns="46075" lIns="92150" spcFirstLastPara="1" rIns="92150" wrap="square" tIns="460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UML Example – Banking System</a:t>
            </a:r>
            <a:endParaRPr/>
          </a:p>
        </p:txBody>
      </p:sp>
      <p:sp>
        <p:nvSpPr>
          <p:cNvPr id="834" name="Google Shape;834;p48"/>
          <p:cNvSpPr txBox="1"/>
          <p:nvPr/>
        </p:nvSpPr>
        <p:spPr>
          <a:xfrm>
            <a:off x="304800" y="1143000"/>
            <a:ext cx="8610600" cy="25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75" lIns="92150" spcFirstLastPara="1" rIns="92150" wrap="square" tIns="46075">
            <a:noAutofit/>
          </a:bodyPr>
          <a:lstStyle/>
          <a:p>
            <a:pPr indent="-339725" lvl="0" marL="339725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1" i="0" lang="en-US" sz="2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Try to read &amp; understand UML diagram</a:t>
            </a:r>
            <a:endParaRPr/>
          </a:p>
        </p:txBody>
      </p:sp>
      <p:graphicFrame>
        <p:nvGraphicFramePr>
          <p:cNvPr id="835" name="Google Shape;835;p48"/>
          <p:cNvGraphicFramePr/>
          <p:nvPr/>
        </p:nvGraphicFramePr>
        <p:xfrm>
          <a:off x="762000" y="1981200"/>
          <a:ext cx="7621587" cy="4200525"/>
        </p:xfrm>
        <a:graphic>
          <a:graphicData uri="http://schemas.openxmlformats.org/presentationml/2006/ole">
            <mc:AlternateContent>
              <mc:Choice Requires="v">
                <p:oleObj r:id="rId4" imgH="4200525" imgW="7621587" spid="_x0000_s1">
                  <p:embed/>
                </p:oleObj>
              </mc:Choice>
              <mc:Fallback>
                <p:oleObj r:id="rId5" imgH="4200525" imgW="7621587">
                  <p:embed/>
                  <p:pic>
                    <p:nvPicPr>
                      <p:cNvPr id="835" name="Google Shape;835;p48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762000" y="1981200"/>
                        <a:ext cx="7621587" cy="4200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41" name="Shape 8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2" name="Google Shape;842;p49"/>
          <p:cNvSpPr txBox="1"/>
          <p:nvPr/>
        </p:nvSpPr>
        <p:spPr>
          <a:xfrm>
            <a:off x="304800" y="152400"/>
            <a:ext cx="86106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b" bIns="46075" lIns="92150" spcFirstLastPara="1" rIns="92150" wrap="square" tIns="460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UML Example – Banking System</a:t>
            </a:r>
            <a:endParaRPr/>
          </a:p>
        </p:txBody>
      </p:sp>
      <p:graphicFrame>
        <p:nvGraphicFramePr>
          <p:cNvPr id="843" name="Google Shape;843;p49"/>
          <p:cNvGraphicFramePr/>
          <p:nvPr/>
        </p:nvGraphicFramePr>
        <p:xfrm>
          <a:off x="762000" y="1143000"/>
          <a:ext cx="7621587" cy="4200525"/>
        </p:xfrm>
        <a:graphic>
          <a:graphicData uri="http://schemas.openxmlformats.org/presentationml/2006/ole">
            <mc:AlternateContent>
              <mc:Choice Requires="v">
                <p:oleObj r:id="rId4" imgH="4200525" imgW="7621587" spid="_x0000_s1">
                  <p:embed/>
                </p:oleObj>
              </mc:Choice>
              <mc:Fallback>
                <p:oleObj r:id="rId5" imgH="4200525" imgW="7621587">
                  <p:embed/>
                  <p:pic>
                    <p:nvPicPr>
                      <p:cNvPr id="843" name="Google Shape;843;p49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762000" y="1143000"/>
                        <a:ext cx="7621587" cy="4200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44" name="Google Shape;844;p49"/>
          <p:cNvSpPr txBox="1"/>
          <p:nvPr/>
        </p:nvSpPr>
        <p:spPr>
          <a:xfrm>
            <a:off x="762000" y="5562600"/>
            <a:ext cx="7391400" cy="979487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-15240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Arial"/>
              <a:buChar char="•"/>
            </a:pPr>
            <a:r>
              <a:rPr b="1" i="0" lang="en-US" sz="2400" u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1 Bank associated with 0 or more Accounts</a:t>
            </a:r>
            <a:endParaRPr/>
          </a:p>
          <a:p>
            <a:pPr indent="-152400" lvl="0" marL="0" marR="0" rtl="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Arial"/>
              <a:buChar char="•"/>
            </a:pPr>
            <a:r>
              <a:rPr b="1" i="0" lang="en-US" sz="2400" u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Checking, Savings, MoneyMarket are Accounts</a:t>
            </a:r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50" name="Shape 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1" name="Google Shape;851;p50"/>
          <p:cNvSpPr txBox="1"/>
          <p:nvPr/>
        </p:nvSpPr>
        <p:spPr>
          <a:xfrm>
            <a:off x="304800" y="152400"/>
            <a:ext cx="86106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b" bIns="46075" lIns="92150" spcFirstLastPara="1" rIns="92150" wrap="square" tIns="460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UML Example – Home Heating System</a:t>
            </a:r>
            <a:endParaRPr/>
          </a:p>
        </p:txBody>
      </p:sp>
      <p:sp>
        <p:nvSpPr>
          <p:cNvPr id="852" name="Google Shape;852;p50"/>
          <p:cNvSpPr txBox="1"/>
          <p:nvPr/>
        </p:nvSpPr>
        <p:spPr>
          <a:xfrm>
            <a:off x="304800" y="1143000"/>
            <a:ext cx="8610600" cy="25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75" lIns="92150" spcFirstLastPara="1" rIns="92150" wrap="square" tIns="46075">
            <a:noAutofit/>
          </a:bodyPr>
          <a:lstStyle/>
          <a:p>
            <a:pPr indent="-339725" lvl="0" marL="339725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1" i="0" lang="en-US" sz="2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Try to read &amp; understand UML diagram</a:t>
            </a:r>
            <a:endParaRPr/>
          </a:p>
        </p:txBody>
      </p:sp>
      <p:graphicFrame>
        <p:nvGraphicFramePr>
          <p:cNvPr id="853" name="Google Shape;853;p50"/>
          <p:cNvGraphicFramePr/>
          <p:nvPr/>
        </p:nvGraphicFramePr>
        <p:xfrm>
          <a:off x="762000" y="1905000"/>
          <a:ext cx="7621587" cy="3352800"/>
        </p:xfrm>
        <a:graphic>
          <a:graphicData uri="http://schemas.openxmlformats.org/presentationml/2006/ole">
            <mc:AlternateContent>
              <mc:Choice Requires="v">
                <p:oleObj r:id="rId4" imgH="3352800" imgW="7621587" spid="_x0000_s1">
                  <p:embed/>
                </p:oleObj>
              </mc:Choice>
              <mc:Fallback>
                <p:oleObj r:id="rId5" imgH="3352800" imgW="7621587">
                  <p:embed/>
                  <p:pic>
                    <p:nvPicPr>
                      <p:cNvPr id="853" name="Google Shape;853;p50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762000" y="1905000"/>
                        <a:ext cx="7621587" cy="3352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59" name="Shape 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" name="Google Shape;860;p51"/>
          <p:cNvSpPr txBox="1"/>
          <p:nvPr/>
        </p:nvSpPr>
        <p:spPr>
          <a:xfrm>
            <a:off x="304800" y="152400"/>
            <a:ext cx="86106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b" bIns="46075" lIns="92150" spcFirstLastPara="1" rIns="92150" wrap="square" tIns="460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UML Example – Home Heating System</a:t>
            </a:r>
            <a:endParaRPr/>
          </a:p>
        </p:txBody>
      </p:sp>
      <p:graphicFrame>
        <p:nvGraphicFramePr>
          <p:cNvPr id="861" name="Google Shape;861;p51"/>
          <p:cNvGraphicFramePr/>
          <p:nvPr/>
        </p:nvGraphicFramePr>
        <p:xfrm>
          <a:off x="762000" y="1143000"/>
          <a:ext cx="7621587" cy="3352800"/>
        </p:xfrm>
        <a:graphic>
          <a:graphicData uri="http://schemas.openxmlformats.org/presentationml/2006/ole">
            <mc:AlternateContent>
              <mc:Choice Requires="v">
                <p:oleObj r:id="rId4" imgH="3352800" imgW="7621587" spid="_x0000_s1">
                  <p:embed/>
                </p:oleObj>
              </mc:Choice>
              <mc:Fallback>
                <p:oleObj r:id="rId5" imgH="3352800" imgW="7621587">
                  <p:embed/>
                  <p:pic>
                    <p:nvPicPr>
                      <p:cNvPr id="861" name="Google Shape;861;p51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762000" y="1143000"/>
                        <a:ext cx="7621587" cy="3352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62" name="Google Shape;862;p51"/>
          <p:cNvSpPr txBox="1"/>
          <p:nvPr/>
        </p:nvSpPr>
        <p:spPr>
          <a:xfrm>
            <a:off x="762000" y="4724400"/>
            <a:ext cx="8077200" cy="2017712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-15240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Arial"/>
              <a:buChar char="•"/>
            </a:pPr>
            <a:r>
              <a:rPr b="1" i="0" lang="en-US" sz="2400" u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Each Thermostat has 1 Room </a:t>
            </a:r>
            <a:endParaRPr/>
          </a:p>
          <a:p>
            <a:pPr indent="-152400" lvl="0" marL="0" marR="0" rtl="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Arial"/>
              <a:buChar char="•"/>
            </a:pPr>
            <a:r>
              <a:rPr b="1" i="0" lang="en-US" sz="2400" u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Each Thermostat associated with 0 or more Heaters</a:t>
            </a:r>
            <a:endParaRPr/>
          </a:p>
          <a:p>
            <a:pPr indent="-152400" lvl="0" marL="0" marR="0" rtl="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Arial"/>
              <a:buChar char="•"/>
            </a:pPr>
            <a:r>
              <a:rPr b="1" i="0" lang="en-US" sz="2400" u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ElectricHeater is a specialized Heater</a:t>
            </a:r>
            <a:endParaRPr/>
          </a:p>
          <a:p>
            <a:pPr indent="-152400" lvl="0" marL="0" marR="0" rtl="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Arial"/>
              <a:buChar char="•"/>
            </a:pPr>
            <a:r>
              <a:rPr b="1" i="0" lang="en-US" sz="2400" u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AubeTH101D is a specialized Thermostat</a:t>
            </a:r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68" name="Shape 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9" name="Google Shape;869;p52"/>
          <p:cNvSpPr txBox="1"/>
          <p:nvPr/>
        </p:nvSpPr>
        <p:spPr>
          <a:xfrm>
            <a:off x="304800" y="152400"/>
            <a:ext cx="86106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b" bIns="46075" lIns="92150" spcFirstLastPara="1" rIns="92150" wrap="square" tIns="460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UML Class Diagrams </a:t>
            </a:r>
            <a:r>
              <a:rPr b="1" i="0" lang="en-US" sz="3600" u="non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↔</a:t>
            </a:r>
            <a:r>
              <a:rPr b="1" i="0" lang="en-US" sz="36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Java</a:t>
            </a:r>
            <a:endParaRPr/>
          </a:p>
        </p:txBody>
      </p:sp>
      <p:sp>
        <p:nvSpPr>
          <p:cNvPr id="870" name="Google Shape;870;p52"/>
          <p:cNvSpPr txBox="1"/>
          <p:nvPr/>
        </p:nvSpPr>
        <p:spPr>
          <a:xfrm>
            <a:off x="304800" y="1143000"/>
            <a:ext cx="8610600" cy="53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75" lIns="92150" spcFirstLastPara="1" rIns="92150" wrap="square" tIns="46075">
            <a:noAutofit/>
          </a:bodyPr>
          <a:lstStyle/>
          <a:p>
            <a:pPr indent="-339725" lvl="0" marL="339725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1" i="0" lang="en-US" sz="2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Different representation of </a:t>
            </a:r>
            <a:r>
              <a:rPr b="1" i="0" lang="en-US" sz="2800" u="none">
                <a:solidFill>
                  <a:srgbClr val="FF3300"/>
                </a:solidFill>
                <a:latin typeface="Arial"/>
                <a:ea typeface="Arial"/>
                <a:cs typeface="Arial"/>
                <a:sym typeface="Arial"/>
              </a:rPr>
              <a:t>same</a:t>
            </a:r>
            <a:r>
              <a:rPr b="1" i="0" lang="en-US" sz="2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information</a:t>
            </a:r>
            <a:endParaRPr/>
          </a:p>
          <a:p>
            <a:pPr indent="-282575" lvl="1" marL="739775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CC"/>
              </a:buClr>
              <a:buSzPts val="2400"/>
              <a:buFont typeface="Arial"/>
              <a:buChar char="•"/>
            </a:pPr>
            <a:r>
              <a:rPr b="1" i="0" lang="en-US" sz="2400" u="none" cap="none" strike="noStrik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Name, state, behavior of class</a:t>
            </a:r>
            <a:endParaRPr/>
          </a:p>
          <a:p>
            <a:pPr indent="-282575" lvl="1" marL="739775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CC"/>
              </a:buClr>
              <a:buSzPts val="2400"/>
              <a:buFont typeface="Arial"/>
              <a:buChar char="•"/>
            </a:pPr>
            <a:r>
              <a:rPr b="1" i="0" lang="en-US" sz="2400" u="none" cap="none" strike="noStrik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Relationship(s) between classes</a:t>
            </a:r>
            <a:endParaRPr/>
          </a:p>
          <a:p>
            <a:pPr indent="-339725" lvl="0" marL="339725" marR="0" rtl="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1" i="0" lang="en-US" sz="2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Practice deriving one from the other</a:t>
            </a:r>
            <a:endParaRPr/>
          </a:p>
          <a:p>
            <a:pPr indent="-282575" lvl="1" marL="739775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CC"/>
              </a:buClr>
              <a:buSzPts val="2400"/>
              <a:buFont typeface="Arial"/>
              <a:buChar char="•"/>
            </a:pPr>
            <a:r>
              <a:rPr b="1" i="0" lang="en-US" sz="2400" u="none" cap="none" strike="noStrik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 Accurately depicting relationship between classes</a:t>
            </a:r>
            <a:endParaRPr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76" name="Shape 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7" name="Google Shape;877;p53"/>
          <p:cNvSpPr txBox="1"/>
          <p:nvPr/>
        </p:nvSpPr>
        <p:spPr>
          <a:xfrm>
            <a:off x="304800" y="152400"/>
            <a:ext cx="86106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b" bIns="46075" lIns="92150" spcFirstLastPara="1" rIns="92150" wrap="square" tIns="460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UML </a:t>
            </a:r>
            <a:r>
              <a:rPr b="1" i="0" lang="en-US" sz="3600" u="non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→</a:t>
            </a:r>
            <a:r>
              <a:rPr b="1" i="0" lang="en-US" sz="36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Java : Veterinary System</a:t>
            </a:r>
            <a:endParaRPr/>
          </a:p>
        </p:txBody>
      </p:sp>
      <p:sp>
        <p:nvSpPr>
          <p:cNvPr id="878" name="Google Shape;878;p53"/>
          <p:cNvSpPr txBox="1"/>
          <p:nvPr/>
        </p:nvSpPr>
        <p:spPr>
          <a:xfrm>
            <a:off x="304800" y="1143000"/>
            <a:ext cx="8610600" cy="53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75" lIns="92150" spcFirstLastPara="1" rIns="92150" wrap="square" tIns="46075">
            <a:noAutofit/>
          </a:bodyPr>
          <a:lstStyle/>
          <a:p>
            <a:pPr indent="-339725" lvl="0" marL="339725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1" i="0" lang="en-US" sz="2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UML</a:t>
            </a:r>
            <a:endParaRPr/>
          </a:p>
          <a:p>
            <a:pPr indent="-339725" lvl="0" marL="339725" marR="0" rtl="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Times New Roman"/>
              <a:buNone/>
            </a:pPr>
            <a:r>
              <a:t/>
            </a:r>
            <a:endParaRPr b="1" i="0" sz="28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9725" lvl="0" marL="339725" marR="0" rtl="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Times New Roman"/>
              <a:buNone/>
            </a:pPr>
            <a:r>
              <a:t/>
            </a:r>
            <a:endParaRPr b="1" i="0" sz="28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9725" lvl="0" marL="339725" marR="0" rtl="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Times New Roman"/>
              <a:buNone/>
            </a:pPr>
            <a:r>
              <a:t/>
            </a:r>
            <a:endParaRPr b="1" i="0" sz="28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9725" lvl="0" marL="339725" marR="0" rtl="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1" i="0" lang="en-US" sz="2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Java</a:t>
            </a:r>
            <a:endParaRPr/>
          </a:p>
        </p:txBody>
      </p:sp>
      <p:graphicFrame>
        <p:nvGraphicFramePr>
          <p:cNvPr id="879" name="Google Shape;879;p53"/>
          <p:cNvGraphicFramePr/>
          <p:nvPr/>
        </p:nvGraphicFramePr>
        <p:xfrm>
          <a:off x="838200" y="1828800"/>
          <a:ext cx="7621587" cy="1114425"/>
        </p:xfrm>
        <a:graphic>
          <a:graphicData uri="http://schemas.openxmlformats.org/presentationml/2006/ole">
            <mc:AlternateContent>
              <mc:Choice Requires="v">
                <p:oleObj r:id="rId4" imgH="1114425" imgW="7621587" spid="_x0000_s1">
                  <p:embed/>
                </p:oleObj>
              </mc:Choice>
              <mc:Fallback>
                <p:oleObj r:id="rId5" imgH="1114425" imgW="7621587">
                  <p:embed/>
                  <p:pic>
                    <p:nvPicPr>
                      <p:cNvPr id="879" name="Google Shape;879;p53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838200" y="1828800"/>
                        <a:ext cx="7621587" cy="1114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880" name="Google Shape;880;p53"/>
          <p:cNvCxnSpPr/>
          <p:nvPr/>
        </p:nvCxnSpPr>
        <p:spPr>
          <a:xfrm>
            <a:off x="4724400" y="3200400"/>
            <a:ext cx="1587" cy="609600"/>
          </a:xfrm>
          <a:prstGeom prst="straightConnector1">
            <a:avLst/>
          </a:prstGeom>
          <a:noFill/>
          <a:ln cap="sq" cmpd="sng" w="57225">
            <a:solidFill>
              <a:srgbClr val="FF0000"/>
            </a:solidFill>
            <a:prstDash val="solid"/>
            <a:miter lim="800000"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86" name="Shape 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7" name="Google Shape;887;p54"/>
          <p:cNvSpPr txBox="1"/>
          <p:nvPr/>
        </p:nvSpPr>
        <p:spPr>
          <a:xfrm>
            <a:off x="304800" y="152400"/>
            <a:ext cx="86106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b" bIns="46075" lIns="92150" spcFirstLastPara="1" rIns="92150" wrap="square" tIns="460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UML </a:t>
            </a:r>
            <a:r>
              <a:rPr b="1" i="0" lang="en-US" sz="3600" u="non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→</a:t>
            </a:r>
            <a:r>
              <a:rPr b="1" i="0" lang="en-US" sz="36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Java : Veterinary System</a:t>
            </a:r>
            <a:endParaRPr/>
          </a:p>
        </p:txBody>
      </p:sp>
      <p:sp>
        <p:nvSpPr>
          <p:cNvPr id="888" name="Google Shape;888;p54"/>
          <p:cNvSpPr txBox="1"/>
          <p:nvPr/>
        </p:nvSpPr>
        <p:spPr>
          <a:xfrm>
            <a:off x="304800" y="1143000"/>
            <a:ext cx="8610600" cy="53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75" lIns="92150" spcFirstLastPara="1" rIns="92150" wrap="square" tIns="46075">
            <a:noAutofit/>
          </a:bodyPr>
          <a:lstStyle/>
          <a:p>
            <a:pPr indent="-339725" lvl="0" marL="3397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1" i="0" lang="en-US" sz="2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UML</a:t>
            </a:r>
            <a:endParaRPr/>
          </a:p>
          <a:p>
            <a:pPr indent="-339725" lvl="0" marL="339725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Times New Roman"/>
              <a:buNone/>
            </a:pPr>
            <a:r>
              <a:t/>
            </a:r>
            <a:endParaRPr b="1" i="0" sz="28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9725" lvl="0" marL="339725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Times New Roman"/>
              <a:buNone/>
            </a:pPr>
            <a:r>
              <a:t/>
            </a:r>
            <a:endParaRPr b="1" i="0" sz="28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9725" lvl="0" marL="339725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Times New Roman"/>
              <a:buNone/>
            </a:pPr>
            <a:r>
              <a:t/>
            </a:r>
            <a:endParaRPr b="1" i="0" sz="28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9725" lvl="0" marL="339725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1" i="0" lang="en-US" sz="2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Java</a:t>
            </a:r>
            <a:endParaRPr/>
          </a:p>
          <a:p>
            <a:pPr indent="-282575" lvl="1" marL="7429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CC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class Pet {</a:t>
            </a:r>
            <a:endParaRPr/>
          </a:p>
          <a:p>
            <a:pPr indent="-282575" lvl="1" marL="7429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CC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	PetOwner myOwner;	</a:t>
            </a:r>
            <a:r>
              <a:rPr b="1" i="0" lang="en-US" sz="2400" u="none" cap="none" strike="noStrike">
                <a:solidFill>
                  <a:srgbClr val="FF3300"/>
                </a:solidFill>
                <a:latin typeface="Arial"/>
                <a:ea typeface="Arial"/>
                <a:cs typeface="Arial"/>
                <a:sym typeface="Arial"/>
              </a:rPr>
              <a:t>// 1 owner for each pet</a:t>
            </a:r>
            <a:endParaRPr/>
          </a:p>
          <a:p>
            <a:pPr indent="-282575" lvl="1" marL="7429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CC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/>
          </a:p>
          <a:p>
            <a:pPr indent="-282575" lvl="1" marL="7429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CC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class PetOwner {</a:t>
            </a:r>
            <a:endParaRPr/>
          </a:p>
          <a:p>
            <a:pPr indent="-282575" lvl="1" marL="7429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CC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	Pet [ ] myPets;	</a:t>
            </a:r>
            <a:r>
              <a:rPr b="1" i="0" lang="en-US" sz="2400" u="none" cap="none" strike="noStrike">
                <a:solidFill>
                  <a:srgbClr val="FF3300"/>
                </a:solidFill>
                <a:latin typeface="Arial"/>
                <a:ea typeface="Arial"/>
                <a:cs typeface="Arial"/>
                <a:sym typeface="Arial"/>
              </a:rPr>
              <a:t>// multiple pets for each owner</a:t>
            </a:r>
            <a:endParaRPr/>
          </a:p>
          <a:p>
            <a:pPr indent="-282575" lvl="1" marL="7429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CC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/>
          </a:p>
        </p:txBody>
      </p:sp>
      <p:graphicFrame>
        <p:nvGraphicFramePr>
          <p:cNvPr id="889" name="Google Shape;889;p54"/>
          <p:cNvGraphicFramePr/>
          <p:nvPr/>
        </p:nvGraphicFramePr>
        <p:xfrm>
          <a:off x="838200" y="1828800"/>
          <a:ext cx="7621587" cy="1114425"/>
        </p:xfrm>
        <a:graphic>
          <a:graphicData uri="http://schemas.openxmlformats.org/presentationml/2006/ole">
            <mc:AlternateContent>
              <mc:Choice Requires="v">
                <p:oleObj r:id="rId4" imgH="1114425" imgW="7621587" spid="_x0000_s1">
                  <p:embed/>
                </p:oleObj>
              </mc:Choice>
              <mc:Fallback>
                <p:oleObj r:id="rId5" imgH="1114425" imgW="7621587">
                  <p:embed/>
                  <p:pic>
                    <p:nvPicPr>
                      <p:cNvPr id="889" name="Google Shape;889;p54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838200" y="1828800"/>
                        <a:ext cx="7621587" cy="1114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890" name="Google Shape;890;p54"/>
          <p:cNvCxnSpPr/>
          <p:nvPr/>
        </p:nvCxnSpPr>
        <p:spPr>
          <a:xfrm>
            <a:off x="4724400" y="3200400"/>
            <a:ext cx="1587" cy="609600"/>
          </a:xfrm>
          <a:prstGeom prst="straightConnector1">
            <a:avLst/>
          </a:prstGeom>
          <a:noFill/>
          <a:ln cap="sq" cmpd="sng" w="57225">
            <a:solidFill>
              <a:srgbClr val="FF0000"/>
            </a:solidFill>
            <a:prstDash val="solid"/>
            <a:miter lim="800000"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96" name="Shape 8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7" name="Google Shape;897;p55"/>
          <p:cNvSpPr txBox="1"/>
          <p:nvPr/>
        </p:nvSpPr>
        <p:spPr>
          <a:xfrm>
            <a:off x="304800" y="152400"/>
            <a:ext cx="86106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b" bIns="46075" lIns="92150" spcFirstLastPara="1" rIns="92150" wrap="square" tIns="460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Java </a:t>
            </a:r>
            <a:r>
              <a:rPr b="1" i="0" lang="en-US" sz="3600" u="non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→</a:t>
            </a:r>
            <a:r>
              <a:rPr b="1" i="0" lang="en-US" sz="36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UML : Veterinary System</a:t>
            </a:r>
            <a:endParaRPr/>
          </a:p>
        </p:txBody>
      </p:sp>
      <p:sp>
        <p:nvSpPr>
          <p:cNvPr id="898" name="Google Shape;898;p55"/>
          <p:cNvSpPr txBox="1"/>
          <p:nvPr/>
        </p:nvSpPr>
        <p:spPr>
          <a:xfrm>
            <a:off x="304800" y="1143000"/>
            <a:ext cx="8610600" cy="53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75" lIns="92150" spcFirstLastPara="1" rIns="92150" wrap="square" tIns="46075">
            <a:noAutofit/>
          </a:bodyPr>
          <a:lstStyle/>
          <a:p>
            <a:pPr indent="-339725" lvl="0" marL="339725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1" i="0" lang="en-US" sz="2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Java</a:t>
            </a:r>
            <a:endParaRPr/>
          </a:p>
          <a:p>
            <a:pPr indent="-282575" lvl="1" marL="7429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CC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class Pet {</a:t>
            </a:r>
            <a:endParaRPr/>
          </a:p>
          <a:p>
            <a:pPr indent="-282575" lvl="1" marL="7429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CC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	PetOwner myOwner;	</a:t>
            </a:r>
            <a:r>
              <a:rPr b="1" i="0" lang="en-US" sz="2400" u="none" cap="none" strike="noStrike">
                <a:solidFill>
                  <a:srgbClr val="FF3300"/>
                </a:solidFill>
                <a:latin typeface="Arial"/>
                <a:ea typeface="Arial"/>
                <a:cs typeface="Arial"/>
                <a:sym typeface="Arial"/>
              </a:rPr>
              <a:t>// 1 owner for each pet</a:t>
            </a:r>
            <a:endParaRPr/>
          </a:p>
          <a:p>
            <a:pPr indent="-282575" lvl="1" marL="7429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CC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/>
          </a:p>
          <a:p>
            <a:pPr indent="-282575" lvl="1" marL="7429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CC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class PetOwner {</a:t>
            </a:r>
            <a:endParaRPr/>
          </a:p>
          <a:p>
            <a:pPr indent="-282575" lvl="1" marL="7429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CC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	Pet [ ] myPets;	</a:t>
            </a:r>
            <a:r>
              <a:rPr b="1" i="0" lang="en-US" sz="2400" u="none" cap="none" strike="noStrike">
                <a:solidFill>
                  <a:srgbClr val="FF3300"/>
                </a:solidFill>
                <a:latin typeface="Arial"/>
                <a:ea typeface="Arial"/>
                <a:cs typeface="Arial"/>
                <a:sym typeface="Arial"/>
              </a:rPr>
              <a:t>// multiple pets for each owner</a:t>
            </a:r>
            <a:endParaRPr/>
          </a:p>
          <a:p>
            <a:pPr indent="-282575" lvl="1" marL="7429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CC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/>
          </a:p>
          <a:p>
            <a:pPr indent="-339725" lvl="0" marL="339725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Times New Roman"/>
              <a:buNone/>
            </a:pPr>
            <a:r>
              <a:t/>
            </a:r>
            <a:endParaRPr b="1" i="0" sz="28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9725" lvl="0" marL="339725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1" i="0" lang="en-US" sz="2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UML</a:t>
            </a:r>
            <a:endParaRPr/>
          </a:p>
        </p:txBody>
      </p:sp>
      <p:cxnSp>
        <p:nvCxnSpPr>
          <p:cNvPr id="899" name="Google Shape;899;p55"/>
          <p:cNvCxnSpPr/>
          <p:nvPr/>
        </p:nvCxnSpPr>
        <p:spPr>
          <a:xfrm>
            <a:off x="4724400" y="4191000"/>
            <a:ext cx="1587" cy="609600"/>
          </a:xfrm>
          <a:prstGeom prst="straightConnector1">
            <a:avLst/>
          </a:prstGeom>
          <a:noFill/>
          <a:ln cap="sq" cmpd="sng" w="57225">
            <a:solidFill>
              <a:srgbClr val="FF0000"/>
            </a:solidFill>
            <a:prstDash val="solid"/>
            <a:miter lim="800000"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05" name="Shape 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6" name="Google Shape;906;p56"/>
          <p:cNvSpPr txBox="1"/>
          <p:nvPr/>
        </p:nvSpPr>
        <p:spPr>
          <a:xfrm>
            <a:off x="304800" y="152400"/>
            <a:ext cx="86106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b" bIns="46075" lIns="92150" spcFirstLastPara="1" rIns="92150" wrap="square" tIns="460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Java </a:t>
            </a:r>
            <a:r>
              <a:rPr b="1" i="0" lang="en-US" sz="3600" u="non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→</a:t>
            </a:r>
            <a:r>
              <a:rPr b="1" i="0" lang="en-US" sz="36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UML : Veterinary System</a:t>
            </a:r>
            <a:endParaRPr/>
          </a:p>
        </p:txBody>
      </p:sp>
      <p:sp>
        <p:nvSpPr>
          <p:cNvPr id="907" name="Google Shape;907;p56"/>
          <p:cNvSpPr txBox="1"/>
          <p:nvPr/>
        </p:nvSpPr>
        <p:spPr>
          <a:xfrm>
            <a:off x="304800" y="1143000"/>
            <a:ext cx="8610600" cy="53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75" lIns="92150" spcFirstLastPara="1" rIns="92150" wrap="square" tIns="46075">
            <a:noAutofit/>
          </a:bodyPr>
          <a:lstStyle/>
          <a:p>
            <a:pPr indent="-339725" lvl="0" marL="339725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1" i="0" lang="en-US" sz="2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Java</a:t>
            </a:r>
            <a:endParaRPr/>
          </a:p>
          <a:p>
            <a:pPr indent="-282575" lvl="1" marL="7429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CC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class Pet {</a:t>
            </a:r>
            <a:endParaRPr/>
          </a:p>
          <a:p>
            <a:pPr indent="-282575" lvl="1" marL="7429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CC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	PetOwner myOwner;	</a:t>
            </a:r>
            <a:r>
              <a:rPr b="1" i="0" lang="en-US" sz="2400" u="none" cap="none" strike="noStrike">
                <a:solidFill>
                  <a:srgbClr val="FF3300"/>
                </a:solidFill>
                <a:latin typeface="Arial"/>
                <a:ea typeface="Arial"/>
                <a:cs typeface="Arial"/>
                <a:sym typeface="Arial"/>
              </a:rPr>
              <a:t>// 1 owner for each pet</a:t>
            </a:r>
            <a:endParaRPr/>
          </a:p>
          <a:p>
            <a:pPr indent="-282575" lvl="1" marL="7429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CC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/>
          </a:p>
          <a:p>
            <a:pPr indent="-282575" lvl="1" marL="7429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CC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class PetOwner {</a:t>
            </a:r>
            <a:endParaRPr/>
          </a:p>
          <a:p>
            <a:pPr indent="-282575" lvl="1" marL="7429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CC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	Pet [ ] myPets;	</a:t>
            </a:r>
            <a:r>
              <a:rPr b="1" i="0" lang="en-US" sz="2400" u="none" cap="none" strike="noStrike">
                <a:solidFill>
                  <a:srgbClr val="FF3300"/>
                </a:solidFill>
                <a:latin typeface="Arial"/>
                <a:ea typeface="Arial"/>
                <a:cs typeface="Arial"/>
                <a:sym typeface="Arial"/>
              </a:rPr>
              <a:t>// multiple pets for each owner</a:t>
            </a:r>
            <a:endParaRPr/>
          </a:p>
          <a:p>
            <a:pPr indent="-282575" lvl="1" marL="7429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CC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/>
          </a:p>
          <a:p>
            <a:pPr indent="-339725" lvl="0" marL="339725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Times New Roman"/>
              <a:buNone/>
            </a:pPr>
            <a:r>
              <a:t/>
            </a:r>
            <a:endParaRPr b="1" i="0" sz="28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9725" lvl="0" marL="339725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1" i="0" lang="en-US" sz="2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UML</a:t>
            </a:r>
            <a:endParaRPr/>
          </a:p>
        </p:txBody>
      </p:sp>
      <p:graphicFrame>
        <p:nvGraphicFramePr>
          <p:cNvPr id="908" name="Google Shape;908;p56"/>
          <p:cNvGraphicFramePr/>
          <p:nvPr/>
        </p:nvGraphicFramePr>
        <p:xfrm>
          <a:off x="838200" y="5181600"/>
          <a:ext cx="7621587" cy="1114425"/>
        </p:xfrm>
        <a:graphic>
          <a:graphicData uri="http://schemas.openxmlformats.org/presentationml/2006/ole">
            <mc:AlternateContent>
              <mc:Choice Requires="v">
                <p:oleObj r:id="rId4" imgH="1114425" imgW="7621587" spid="_x0000_s1">
                  <p:embed/>
                </p:oleObj>
              </mc:Choice>
              <mc:Fallback>
                <p:oleObj r:id="rId5" imgH="1114425" imgW="7621587">
                  <p:embed/>
                  <p:pic>
                    <p:nvPicPr>
                      <p:cNvPr id="908" name="Google Shape;908;p56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838200" y="5181600"/>
                        <a:ext cx="7621587" cy="1114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909" name="Google Shape;909;p56"/>
          <p:cNvCxnSpPr/>
          <p:nvPr/>
        </p:nvCxnSpPr>
        <p:spPr>
          <a:xfrm>
            <a:off x="4724400" y="4191000"/>
            <a:ext cx="1587" cy="609600"/>
          </a:xfrm>
          <a:prstGeom prst="straightConnector1">
            <a:avLst/>
          </a:prstGeom>
          <a:noFill/>
          <a:ln cap="sq" cmpd="sng" w="57225">
            <a:solidFill>
              <a:srgbClr val="FF0000"/>
            </a:solidFill>
            <a:prstDash val="solid"/>
            <a:miter lim="800000"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15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p57"/>
          <p:cNvSpPr txBox="1"/>
          <p:nvPr/>
        </p:nvSpPr>
        <p:spPr>
          <a:xfrm>
            <a:off x="304800" y="152400"/>
            <a:ext cx="86106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b" bIns="46075" lIns="92150" spcFirstLastPara="1" rIns="92150" wrap="square" tIns="460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UML Class Diagrams </a:t>
            </a:r>
            <a:r>
              <a:rPr b="1" i="0" lang="en-US" sz="3600" u="non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↔</a:t>
            </a:r>
            <a:r>
              <a:rPr b="1" i="0" lang="en-US" sz="36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Java</a:t>
            </a:r>
            <a:endParaRPr/>
          </a:p>
        </p:txBody>
      </p:sp>
      <p:sp>
        <p:nvSpPr>
          <p:cNvPr id="917" name="Google Shape;917;p57"/>
          <p:cNvSpPr txBox="1"/>
          <p:nvPr/>
        </p:nvSpPr>
        <p:spPr>
          <a:xfrm>
            <a:off x="304800" y="1143000"/>
            <a:ext cx="8610600" cy="53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75" lIns="92150" spcFirstLastPara="1" rIns="92150" wrap="square" tIns="46075">
            <a:noAutofit/>
          </a:bodyPr>
          <a:lstStyle/>
          <a:p>
            <a:pPr indent="-339725" lvl="0" marL="3397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1" i="0" lang="en-US" sz="2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UML</a:t>
            </a:r>
            <a:endParaRPr/>
          </a:p>
          <a:p>
            <a:pPr indent="-339725" lvl="0" marL="339725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Times New Roman"/>
              <a:buNone/>
            </a:pPr>
            <a:r>
              <a:t/>
            </a:r>
            <a:endParaRPr b="1" i="0" sz="28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9725" lvl="0" marL="339725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Times New Roman"/>
              <a:buNone/>
            </a:pPr>
            <a:r>
              <a:t/>
            </a:r>
            <a:endParaRPr b="1" i="0" sz="28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9725" lvl="0" marL="339725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Times New Roman"/>
              <a:buNone/>
            </a:pPr>
            <a:r>
              <a:t/>
            </a:r>
            <a:endParaRPr b="1" i="0" sz="28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9725" lvl="0" marL="339725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1" i="0" lang="en-US" sz="2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Java</a:t>
            </a:r>
            <a:endParaRPr/>
          </a:p>
          <a:p>
            <a:pPr indent="-282575" lvl="1" marL="7429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CC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class Pet {</a:t>
            </a:r>
            <a:endParaRPr/>
          </a:p>
          <a:p>
            <a:pPr indent="-282575" lvl="1" marL="7429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CC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	PetOwner myOwner;	</a:t>
            </a:r>
            <a:r>
              <a:rPr b="1" i="0" lang="en-US" sz="2400" u="none" cap="none" strike="noStrike">
                <a:solidFill>
                  <a:srgbClr val="FF3300"/>
                </a:solidFill>
                <a:latin typeface="Arial"/>
                <a:ea typeface="Arial"/>
                <a:cs typeface="Arial"/>
                <a:sym typeface="Arial"/>
              </a:rPr>
              <a:t>// 1 owner for each pet</a:t>
            </a:r>
            <a:endParaRPr/>
          </a:p>
          <a:p>
            <a:pPr indent="-282575" lvl="1" marL="7429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CC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/>
          </a:p>
          <a:p>
            <a:pPr indent="-282575" lvl="1" marL="7429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CC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class PetOwner {</a:t>
            </a:r>
            <a:endParaRPr/>
          </a:p>
          <a:p>
            <a:pPr indent="-282575" lvl="1" marL="7429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CC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	Pet [ ] myPets;	</a:t>
            </a:r>
            <a:r>
              <a:rPr b="1" i="0" lang="en-US" sz="2400" u="none" cap="none" strike="noStrike">
                <a:solidFill>
                  <a:srgbClr val="FF3300"/>
                </a:solidFill>
                <a:latin typeface="Arial"/>
                <a:ea typeface="Arial"/>
                <a:cs typeface="Arial"/>
                <a:sym typeface="Arial"/>
              </a:rPr>
              <a:t>// multiple pets for each owner</a:t>
            </a:r>
            <a:endParaRPr/>
          </a:p>
          <a:p>
            <a:pPr indent="-282575" lvl="1" marL="7429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CC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/>
          </a:p>
        </p:txBody>
      </p:sp>
      <p:graphicFrame>
        <p:nvGraphicFramePr>
          <p:cNvPr id="918" name="Google Shape;918;p57"/>
          <p:cNvGraphicFramePr/>
          <p:nvPr/>
        </p:nvGraphicFramePr>
        <p:xfrm>
          <a:off x="838200" y="1828800"/>
          <a:ext cx="7621587" cy="1114425"/>
        </p:xfrm>
        <a:graphic>
          <a:graphicData uri="http://schemas.openxmlformats.org/presentationml/2006/ole">
            <mc:AlternateContent>
              <mc:Choice Requires="v">
                <p:oleObj r:id="rId4" imgH="1114425" imgW="7621587" spid="_x0000_s1">
                  <p:embed/>
                </p:oleObj>
              </mc:Choice>
              <mc:Fallback>
                <p:oleObj r:id="rId5" imgH="1114425" imgW="7621587">
                  <p:embed/>
                  <p:pic>
                    <p:nvPicPr>
                      <p:cNvPr id="918" name="Google Shape;918;p57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838200" y="1828800"/>
                        <a:ext cx="7621587" cy="1114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919" name="Google Shape;919;p57"/>
          <p:cNvCxnSpPr/>
          <p:nvPr/>
        </p:nvCxnSpPr>
        <p:spPr>
          <a:xfrm>
            <a:off x="4724400" y="3200400"/>
            <a:ext cx="1587" cy="609600"/>
          </a:xfrm>
          <a:prstGeom prst="straightConnector1">
            <a:avLst/>
          </a:prstGeom>
          <a:noFill/>
          <a:ln cap="sq" cmpd="sng" w="57225">
            <a:solidFill>
              <a:srgbClr val="FF0000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25" name="Shape 9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6" name="Google Shape;926;p58"/>
          <p:cNvSpPr txBox="1"/>
          <p:nvPr/>
        </p:nvSpPr>
        <p:spPr>
          <a:xfrm>
            <a:off x="304800" y="152400"/>
            <a:ext cx="86106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b" bIns="46075" lIns="92150" spcFirstLastPara="1" rIns="92150" wrap="square" tIns="460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UML </a:t>
            </a:r>
            <a:r>
              <a:rPr b="1" i="0" lang="en-US" sz="3600" u="non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→</a:t>
            </a:r>
            <a:r>
              <a:rPr b="1" i="0" lang="en-US" sz="36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Java : Computer System</a:t>
            </a:r>
            <a:endParaRPr/>
          </a:p>
        </p:txBody>
      </p:sp>
      <p:sp>
        <p:nvSpPr>
          <p:cNvPr id="927" name="Google Shape;927;p58"/>
          <p:cNvSpPr txBox="1"/>
          <p:nvPr/>
        </p:nvSpPr>
        <p:spPr>
          <a:xfrm>
            <a:off x="304800" y="1143000"/>
            <a:ext cx="8610600" cy="53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75" lIns="92150" spcFirstLastPara="1" rIns="92150" wrap="square" tIns="46075">
            <a:noAutofit/>
          </a:bodyPr>
          <a:lstStyle/>
          <a:p>
            <a:pPr indent="-339725" lvl="0" marL="339725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1" i="0" lang="en-US" sz="2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UML</a:t>
            </a:r>
            <a:endParaRPr/>
          </a:p>
          <a:p>
            <a:pPr indent="-339725" lvl="0" marL="339725" marR="0" rtl="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Times New Roman"/>
              <a:buNone/>
            </a:pPr>
            <a:r>
              <a:t/>
            </a:r>
            <a:endParaRPr b="1" i="0" sz="28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9725" lvl="0" marL="339725" marR="0" rtl="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Times New Roman"/>
              <a:buNone/>
            </a:pPr>
            <a:r>
              <a:t/>
            </a:r>
            <a:endParaRPr b="1" i="0" sz="28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9725" lvl="0" marL="339725" marR="0" rtl="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Times New Roman"/>
              <a:buNone/>
            </a:pPr>
            <a:r>
              <a:t/>
            </a:r>
            <a:endParaRPr b="1" i="0" sz="28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9725" lvl="0" marL="339725" marR="0" rtl="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Times New Roman"/>
              <a:buNone/>
            </a:pPr>
            <a:r>
              <a:t/>
            </a:r>
            <a:endParaRPr b="1" i="0" sz="28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9725" lvl="0" marL="339725" marR="0" rtl="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1" i="0" lang="en-US" sz="2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Java</a:t>
            </a:r>
            <a:endParaRPr/>
          </a:p>
        </p:txBody>
      </p:sp>
      <p:cxnSp>
        <p:nvCxnSpPr>
          <p:cNvPr id="928" name="Google Shape;928;p58"/>
          <p:cNvCxnSpPr/>
          <p:nvPr/>
        </p:nvCxnSpPr>
        <p:spPr>
          <a:xfrm>
            <a:off x="4343400" y="3886200"/>
            <a:ext cx="1587" cy="609600"/>
          </a:xfrm>
          <a:prstGeom prst="straightConnector1">
            <a:avLst/>
          </a:prstGeom>
          <a:noFill/>
          <a:ln cap="sq" cmpd="sng" w="57225">
            <a:solidFill>
              <a:srgbClr val="FF0000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graphicFrame>
        <p:nvGraphicFramePr>
          <p:cNvPr id="929" name="Google Shape;929;p58"/>
          <p:cNvGraphicFramePr/>
          <p:nvPr/>
        </p:nvGraphicFramePr>
        <p:xfrm>
          <a:off x="3200400" y="1295400"/>
          <a:ext cx="2466975" cy="2409825"/>
        </p:xfrm>
        <a:graphic>
          <a:graphicData uri="http://schemas.openxmlformats.org/presentationml/2006/ole">
            <mc:AlternateContent>
              <mc:Choice Requires="v">
                <p:oleObj r:id="rId4" imgH="2409825" imgW="2466975" spid="_x0000_s1">
                  <p:embed/>
                </p:oleObj>
              </mc:Choice>
              <mc:Fallback>
                <p:oleObj r:id="rId5" imgH="2409825" imgW="2466975">
                  <p:embed/>
                  <p:pic>
                    <p:nvPicPr>
                      <p:cNvPr id="929" name="Google Shape;929;p58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3200400" y="1295400"/>
                        <a:ext cx="2466975" cy="2409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35" name="Shape 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" name="Google Shape;936;p59"/>
          <p:cNvSpPr txBox="1"/>
          <p:nvPr/>
        </p:nvSpPr>
        <p:spPr>
          <a:xfrm>
            <a:off x="304800" y="152400"/>
            <a:ext cx="86106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b" bIns="46075" lIns="92150" spcFirstLastPara="1" rIns="92150" wrap="square" tIns="460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UML </a:t>
            </a:r>
            <a:r>
              <a:rPr b="1" i="0" lang="en-US" sz="3600" u="non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→</a:t>
            </a:r>
            <a:r>
              <a:rPr b="1" i="0" lang="en-US" sz="36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Java : Computer System</a:t>
            </a:r>
            <a:endParaRPr/>
          </a:p>
        </p:txBody>
      </p:sp>
      <p:sp>
        <p:nvSpPr>
          <p:cNvPr id="937" name="Google Shape;937;p59"/>
          <p:cNvSpPr txBox="1"/>
          <p:nvPr/>
        </p:nvSpPr>
        <p:spPr>
          <a:xfrm>
            <a:off x="304800" y="1143000"/>
            <a:ext cx="8610600" cy="53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75" lIns="92150" spcFirstLastPara="1" rIns="92150" wrap="square" tIns="46075">
            <a:noAutofit/>
          </a:bodyPr>
          <a:lstStyle/>
          <a:p>
            <a:pPr indent="-339725" lvl="0" marL="339725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1" i="0" lang="en-US" sz="2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UML</a:t>
            </a:r>
            <a:endParaRPr/>
          </a:p>
          <a:p>
            <a:pPr indent="-339725" lvl="0" marL="339725" marR="0" rtl="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Times New Roman"/>
              <a:buNone/>
            </a:pPr>
            <a:r>
              <a:t/>
            </a:r>
            <a:endParaRPr b="1" i="0" sz="28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9725" lvl="0" marL="339725" marR="0" rtl="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Times New Roman"/>
              <a:buNone/>
            </a:pPr>
            <a:r>
              <a:t/>
            </a:r>
            <a:endParaRPr b="1" i="0" sz="28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9725" lvl="0" marL="339725" marR="0" rtl="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Times New Roman"/>
              <a:buNone/>
            </a:pPr>
            <a:r>
              <a:t/>
            </a:r>
            <a:endParaRPr b="1" i="0" sz="28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9725" lvl="0" marL="339725" marR="0" rtl="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Times New Roman"/>
              <a:buNone/>
            </a:pPr>
            <a:r>
              <a:t/>
            </a:r>
            <a:endParaRPr b="1" i="0" sz="28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9725" lvl="0" marL="339725" marR="0" rtl="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1" i="0" lang="en-US" sz="2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Java</a:t>
            </a:r>
            <a:endParaRPr/>
          </a:p>
          <a:p>
            <a:pPr indent="-282575" lvl="1" marL="7429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CC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class Controller {</a:t>
            </a:r>
            <a:endParaRPr/>
          </a:p>
          <a:p>
            <a:pPr indent="-282575" lvl="1" marL="7429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CC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/>
          </a:p>
          <a:p>
            <a:pPr indent="-282575" lvl="1" marL="7429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CC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class SCSIController extends Controller {</a:t>
            </a:r>
            <a:endParaRPr/>
          </a:p>
          <a:p>
            <a:pPr indent="-282575" lvl="1" marL="7429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CC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/>
          </a:p>
        </p:txBody>
      </p:sp>
      <p:cxnSp>
        <p:nvCxnSpPr>
          <p:cNvPr id="938" name="Google Shape;938;p59"/>
          <p:cNvCxnSpPr/>
          <p:nvPr/>
        </p:nvCxnSpPr>
        <p:spPr>
          <a:xfrm>
            <a:off x="4343400" y="3886200"/>
            <a:ext cx="1587" cy="609600"/>
          </a:xfrm>
          <a:prstGeom prst="straightConnector1">
            <a:avLst/>
          </a:prstGeom>
          <a:noFill/>
          <a:ln cap="sq" cmpd="sng" w="57225">
            <a:solidFill>
              <a:srgbClr val="FF0000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graphicFrame>
        <p:nvGraphicFramePr>
          <p:cNvPr id="939" name="Google Shape;939;p59"/>
          <p:cNvGraphicFramePr/>
          <p:nvPr/>
        </p:nvGraphicFramePr>
        <p:xfrm>
          <a:off x="3200400" y="1295400"/>
          <a:ext cx="2466975" cy="2409825"/>
        </p:xfrm>
        <a:graphic>
          <a:graphicData uri="http://schemas.openxmlformats.org/presentationml/2006/ole">
            <mc:AlternateContent>
              <mc:Choice Requires="v">
                <p:oleObj r:id="rId4" imgH="2409825" imgW="2466975" spid="_x0000_s1">
                  <p:embed/>
                </p:oleObj>
              </mc:Choice>
              <mc:Fallback>
                <p:oleObj r:id="rId5" imgH="2409825" imgW="2466975">
                  <p:embed/>
                  <p:pic>
                    <p:nvPicPr>
                      <p:cNvPr id="939" name="Google Shape;939;p59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3200400" y="1295400"/>
                        <a:ext cx="2466975" cy="2409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45" name="Shape 9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6" name="Google Shape;946;p60"/>
          <p:cNvSpPr txBox="1"/>
          <p:nvPr/>
        </p:nvSpPr>
        <p:spPr>
          <a:xfrm>
            <a:off x="304800" y="152400"/>
            <a:ext cx="86106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b" bIns="46075" lIns="92150" spcFirstLastPara="1" rIns="92150" wrap="square" tIns="460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UML </a:t>
            </a:r>
            <a:r>
              <a:rPr b="1" i="0" lang="en-US" sz="3600" u="non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→</a:t>
            </a:r>
            <a:r>
              <a:rPr b="1" i="0" lang="en-US" sz="36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Java : Computer System</a:t>
            </a:r>
            <a:endParaRPr/>
          </a:p>
        </p:txBody>
      </p:sp>
      <p:sp>
        <p:nvSpPr>
          <p:cNvPr id="947" name="Google Shape;947;p60"/>
          <p:cNvSpPr txBox="1"/>
          <p:nvPr/>
        </p:nvSpPr>
        <p:spPr>
          <a:xfrm>
            <a:off x="304800" y="1143000"/>
            <a:ext cx="8610600" cy="53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75" lIns="92150" spcFirstLastPara="1" rIns="92150" wrap="square" tIns="46075">
            <a:noAutofit/>
          </a:bodyPr>
          <a:lstStyle/>
          <a:p>
            <a:pPr indent="-339725" lvl="0" marL="339725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1" i="0" lang="en-US" sz="2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UML</a:t>
            </a:r>
            <a:endParaRPr/>
          </a:p>
          <a:p>
            <a:pPr indent="-339725" lvl="0" marL="339725" marR="0" rtl="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Times New Roman"/>
              <a:buNone/>
            </a:pPr>
            <a:r>
              <a:t/>
            </a:r>
            <a:endParaRPr b="1" i="0" sz="28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9725" lvl="0" marL="339725" marR="0" rtl="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Times New Roman"/>
              <a:buNone/>
            </a:pPr>
            <a:r>
              <a:t/>
            </a:r>
            <a:endParaRPr b="1" i="0" sz="28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9725" lvl="0" marL="339725" marR="0" rtl="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Times New Roman"/>
              <a:buNone/>
            </a:pPr>
            <a:r>
              <a:t/>
            </a:r>
            <a:endParaRPr b="1" i="0" sz="28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9725" lvl="0" marL="339725" marR="0" rtl="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Times New Roman"/>
              <a:buNone/>
            </a:pPr>
            <a:r>
              <a:t/>
            </a:r>
            <a:endParaRPr b="1" i="0" sz="28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9725" lvl="0" marL="339725" marR="0" rtl="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Times New Roman"/>
              <a:buNone/>
            </a:pPr>
            <a:r>
              <a:t/>
            </a:r>
            <a:endParaRPr b="1" i="0" sz="28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9725" lvl="0" marL="339725" marR="0" rtl="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Times New Roman"/>
              <a:buNone/>
            </a:pPr>
            <a:r>
              <a:t/>
            </a:r>
            <a:endParaRPr b="1" i="0" sz="28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9725" lvl="0" marL="339725" marR="0" rtl="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1" i="0" lang="en-US" sz="2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Java</a:t>
            </a:r>
            <a:endParaRPr/>
          </a:p>
          <a:p>
            <a:pPr indent="-282575" lvl="1" marL="739775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CC"/>
              </a:buClr>
              <a:buSzPts val="2400"/>
              <a:buFont typeface="Arial"/>
              <a:buChar char="•"/>
            </a:pPr>
            <a:r>
              <a:rPr b="1" i="0" lang="en-US" sz="2400" u="none" cap="none" strike="noStrik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Design code using all available information in UML…</a:t>
            </a:r>
            <a:endParaRPr/>
          </a:p>
        </p:txBody>
      </p:sp>
      <p:graphicFrame>
        <p:nvGraphicFramePr>
          <p:cNvPr id="948" name="Google Shape;948;p60"/>
          <p:cNvGraphicFramePr/>
          <p:nvPr/>
        </p:nvGraphicFramePr>
        <p:xfrm>
          <a:off x="762000" y="1828800"/>
          <a:ext cx="7621587" cy="2590800"/>
        </p:xfrm>
        <a:graphic>
          <a:graphicData uri="http://schemas.openxmlformats.org/presentationml/2006/ole">
            <mc:AlternateContent>
              <mc:Choice Requires="v">
                <p:oleObj r:id="rId4" imgH="2590800" imgW="7621587" spid="_x0000_s1">
                  <p:embed/>
                </p:oleObj>
              </mc:Choice>
              <mc:Fallback>
                <p:oleObj r:id="rId5" imgH="2590800" imgW="7621587">
                  <p:embed/>
                  <p:pic>
                    <p:nvPicPr>
                      <p:cNvPr id="948" name="Google Shape;948;p60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762000" y="1828800"/>
                        <a:ext cx="7621587" cy="2590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949" name="Google Shape;949;p60"/>
          <p:cNvCxnSpPr/>
          <p:nvPr/>
        </p:nvCxnSpPr>
        <p:spPr>
          <a:xfrm>
            <a:off x="4343400" y="4648200"/>
            <a:ext cx="1587" cy="609600"/>
          </a:xfrm>
          <a:prstGeom prst="straightConnector1">
            <a:avLst/>
          </a:prstGeom>
          <a:noFill/>
          <a:ln cap="sq" cmpd="sng" w="57225">
            <a:solidFill>
              <a:srgbClr val="FF0000"/>
            </a:solidFill>
            <a:prstDash val="solid"/>
            <a:miter lim="800000"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55" name="Shape 9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6" name="Google Shape;956;p61"/>
          <p:cNvSpPr txBox="1"/>
          <p:nvPr/>
        </p:nvSpPr>
        <p:spPr>
          <a:xfrm>
            <a:off x="304800" y="152400"/>
            <a:ext cx="86106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b" bIns="46075" lIns="92150" spcFirstLastPara="1" rIns="92150" wrap="square" tIns="460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UML </a:t>
            </a:r>
            <a:r>
              <a:rPr b="1" i="0" lang="en-US" sz="3600" u="non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→</a:t>
            </a:r>
            <a:r>
              <a:rPr b="1" i="0" lang="en-US" sz="36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Java : Computer System</a:t>
            </a:r>
            <a:endParaRPr/>
          </a:p>
        </p:txBody>
      </p:sp>
      <p:sp>
        <p:nvSpPr>
          <p:cNvPr id="957" name="Google Shape;957;p61"/>
          <p:cNvSpPr txBox="1"/>
          <p:nvPr/>
        </p:nvSpPr>
        <p:spPr>
          <a:xfrm>
            <a:off x="304800" y="1143000"/>
            <a:ext cx="8610600" cy="53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75" lIns="92150" spcFirstLastPara="1" rIns="92150" wrap="square" tIns="46075">
            <a:noAutofit/>
          </a:bodyPr>
          <a:lstStyle/>
          <a:p>
            <a:pPr indent="-339725" lvl="0" marL="3397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1" i="0" lang="en-US" sz="2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Java</a:t>
            </a:r>
            <a:endParaRPr/>
          </a:p>
          <a:p>
            <a:pPr indent="-282575" lvl="1" marL="7429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CC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class CPU {</a:t>
            </a:r>
            <a:endParaRPr/>
          </a:p>
          <a:p>
            <a:pPr indent="-282575" lvl="1" marL="7429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CC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	Controller [ ] myCtlrs;</a:t>
            </a:r>
            <a:endParaRPr/>
          </a:p>
          <a:p>
            <a:pPr indent="-282575" lvl="1" marL="7429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CC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/>
          </a:p>
          <a:p>
            <a:pPr indent="-282575" lvl="1" marL="7429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CC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class Controller {</a:t>
            </a:r>
            <a:endParaRPr/>
          </a:p>
          <a:p>
            <a:pPr indent="-282575" lvl="1" marL="7429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CC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	CPU myCPU;</a:t>
            </a:r>
            <a:endParaRPr/>
          </a:p>
          <a:p>
            <a:pPr indent="-282575" lvl="1" marL="7429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CC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/>
          </a:p>
          <a:p>
            <a:pPr indent="-282575" lvl="1" marL="7429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CC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class SCSIController extends Controller {</a:t>
            </a:r>
            <a:endParaRPr/>
          </a:p>
          <a:p>
            <a:pPr indent="-282575" lvl="1" marL="7429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CC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	DiskDrive [ ] myDrives = new DiskDrive[4];</a:t>
            </a:r>
            <a:endParaRPr/>
          </a:p>
          <a:p>
            <a:pPr indent="-282575" lvl="1" marL="7429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CC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/>
          </a:p>
          <a:p>
            <a:pPr indent="-282575" lvl="1" marL="7429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CC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Class DiskDrive {</a:t>
            </a:r>
            <a:endParaRPr/>
          </a:p>
          <a:p>
            <a:pPr indent="-282575" lvl="1" marL="7429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CC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	 SCSIController mySCSI;</a:t>
            </a:r>
            <a:endParaRPr/>
          </a:p>
          <a:p>
            <a:pPr indent="-282575" lvl="1" marL="7429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CC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/>
          </a:p>
        </p:txBody>
      </p:sp>
      <p:graphicFrame>
        <p:nvGraphicFramePr>
          <p:cNvPr id="958" name="Google Shape;958;p61"/>
          <p:cNvGraphicFramePr/>
          <p:nvPr/>
        </p:nvGraphicFramePr>
        <p:xfrm>
          <a:off x="4419600" y="1676400"/>
          <a:ext cx="4495800" cy="1527175"/>
        </p:xfrm>
        <a:graphic>
          <a:graphicData uri="http://schemas.openxmlformats.org/presentationml/2006/ole">
            <mc:AlternateContent>
              <mc:Choice Requires="v">
                <p:oleObj r:id="rId4" imgH="1527175" imgW="4495800" spid="_x0000_s1">
                  <p:embed/>
                </p:oleObj>
              </mc:Choice>
              <mc:Fallback>
                <p:oleObj r:id="rId5" imgH="1527175" imgW="4495800">
                  <p:embed/>
                  <p:pic>
                    <p:nvPicPr>
                      <p:cNvPr id="958" name="Google Shape;958;p61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4419600" y="1676400"/>
                        <a:ext cx="4495800" cy="1527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64" name="Shape 9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5" name="Google Shape;965;p62"/>
          <p:cNvSpPr txBox="1"/>
          <p:nvPr/>
        </p:nvSpPr>
        <p:spPr>
          <a:xfrm>
            <a:off x="304800" y="152400"/>
            <a:ext cx="86106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b" bIns="46075" lIns="92150" spcFirstLastPara="1" rIns="92150" wrap="square" tIns="460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Java </a:t>
            </a:r>
            <a:r>
              <a:rPr b="1" i="0" lang="en-US" sz="3600" u="non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→</a:t>
            </a:r>
            <a:r>
              <a:rPr b="1" i="0" lang="en-US" sz="36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UML : Printing System</a:t>
            </a:r>
            <a:endParaRPr/>
          </a:p>
        </p:txBody>
      </p:sp>
      <p:sp>
        <p:nvSpPr>
          <p:cNvPr id="966" name="Google Shape;966;p62"/>
          <p:cNvSpPr txBox="1"/>
          <p:nvPr/>
        </p:nvSpPr>
        <p:spPr>
          <a:xfrm>
            <a:off x="304800" y="1143000"/>
            <a:ext cx="8610600" cy="53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75" lIns="92150" spcFirstLastPara="1" rIns="92150" wrap="square" tIns="46075">
            <a:noAutofit/>
          </a:bodyPr>
          <a:lstStyle/>
          <a:p>
            <a:pPr indent="-339725" lvl="0" marL="3397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1" i="0" lang="en-US" sz="2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Java</a:t>
            </a:r>
            <a:endParaRPr/>
          </a:p>
          <a:p>
            <a:pPr indent="-282575" lvl="1" marL="7429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CC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class Registry {</a:t>
            </a:r>
            <a:endParaRPr/>
          </a:p>
          <a:p>
            <a:pPr indent="-282575" lvl="1" marL="7429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CC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	PrintQueue findQueue();</a:t>
            </a:r>
            <a:endParaRPr/>
          </a:p>
          <a:p>
            <a:pPr indent="-282575" lvl="1" marL="7429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CC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/>
          </a:p>
          <a:p>
            <a:pPr indent="-282575" lvl="1" marL="7429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CC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class PrintQueue {</a:t>
            </a:r>
            <a:endParaRPr/>
          </a:p>
          <a:p>
            <a:pPr indent="-282575" lvl="1" marL="7429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CC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	List printJobs;</a:t>
            </a:r>
            <a:endParaRPr/>
          </a:p>
          <a:p>
            <a:pPr indent="-282575" lvl="1" marL="7429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CC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	Printer myPrinter;</a:t>
            </a:r>
            <a:endParaRPr/>
          </a:p>
          <a:p>
            <a:pPr indent="-282575" lvl="1" marL="7429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CC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	Registry myRegistry;</a:t>
            </a:r>
            <a:endParaRPr/>
          </a:p>
          <a:p>
            <a:pPr indent="-282575" lvl="1" marL="7429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CC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	void newJob();</a:t>
            </a:r>
            <a:endParaRPr/>
          </a:p>
          <a:p>
            <a:pPr indent="-282575" lvl="1" marL="7429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CC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	int length();</a:t>
            </a:r>
            <a:endParaRPr/>
          </a:p>
          <a:p>
            <a:pPr indent="-282575" lvl="1" marL="7429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CC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	Resources getResource();</a:t>
            </a:r>
            <a:endParaRPr/>
          </a:p>
          <a:p>
            <a:pPr indent="-282575" lvl="1" marL="7429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CC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/>
          </a:p>
        </p:txBody>
      </p:sp>
      <p:graphicFrame>
        <p:nvGraphicFramePr>
          <p:cNvPr id="967" name="Google Shape;967;p62"/>
          <p:cNvGraphicFramePr/>
          <p:nvPr/>
        </p:nvGraphicFramePr>
        <p:xfrm>
          <a:off x="5562600" y="3352800"/>
          <a:ext cx="2905125" cy="2066925"/>
        </p:xfrm>
        <a:graphic>
          <a:graphicData uri="http://schemas.openxmlformats.org/presentationml/2006/ole">
            <mc:AlternateContent>
              <mc:Choice Requires="v">
                <p:oleObj r:id="rId4" imgH="2066925" imgW="2905125" spid="_x0000_s1">
                  <p:embed/>
                </p:oleObj>
              </mc:Choice>
              <mc:Fallback>
                <p:oleObj r:id="rId5" imgH="2066925" imgW="2905125">
                  <p:embed/>
                  <p:pic>
                    <p:nvPicPr>
                      <p:cNvPr id="967" name="Google Shape;967;p62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5562600" y="3352800"/>
                        <a:ext cx="2905125" cy="2066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68" name="Google Shape;968;p62"/>
          <p:cNvGraphicFramePr/>
          <p:nvPr/>
        </p:nvGraphicFramePr>
        <p:xfrm>
          <a:off x="5562600" y="1600200"/>
          <a:ext cx="2867025" cy="1000125"/>
        </p:xfrm>
        <a:graphic>
          <a:graphicData uri="http://schemas.openxmlformats.org/presentationml/2006/ole">
            <mc:AlternateContent>
              <mc:Choice Requires="v">
                <p:oleObj r:id="rId7" imgH="1000125" imgW="2867025" spid="_x0000_s2">
                  <p:embed/>
                </p:oleObj>
              </mc:Choice>
              <mc:Fallback>
                <p:oleObj r:id="rId8" imgH="1000125" imgW="2867025">
                  <p:embed/>
                  <p:pic>
                    <p:nvPicPr>
                      <p:cNvPr id="968" name="Google Shape;968;p62"/>
                      <p:cNvPicPr preferRelativeResize="0"/>
                      <p:nvPr/>
                    </p:nvPicPr>
                    <p:blipFill rotWithShape="1">
                      <a:blip r:embed="rId9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5562600" y="1600200"/>
                        <a:ext cx="2867025" cy="1000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74" name="Shape 9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5" name="Google Shape;975;p63"/>
          <p:cNvSpPr txBox="1"/>
          <p:nvPr/>
        </p:nvSpPr>
        <p:spPr>
          <a:xfrm>
            <a:off x="304800" y="152400"/>
            <a:ext cx="86106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b" bIns="46075" lIns="92150" spcFirstLastPara="1" rIns="92150" wrap="square" tIns="460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Java </a:t>
            </a:r>
            <a:r>
              <a:rPr b="1" i="0" lang="en-US" sz="3600" u="non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→</a:t>
            </a:r>
            <a:r>
              <a:rPr b="1" i="0" lang="en-US" sz="36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UML : Printing System</a:t>
            </a:r>
            <a:endParaRPr/>
          </a:p>
        </p:txBody>
      </p:sp>
      <p:sp>
        <p:nvSpPr>
          <p:cNvPr id="976" name="Google Shape;976;p63"/>
          <p:cNvSpPr txBox="1"/>
          <p:nvPr/>
        </p:nvSpPr>
        <p:spPr>
          <a:xfrm>
            <a:off x="304800" y="1143000"/>
            <a:ext cx="8610600" cy="53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75" lIns="92150" spcFirstLastPara="1" rIns="92150" wrap="square" tIns="46075">
            <a:noAutofit/>
          </a:bodyPr>
          <a:lstStyle/>
          <a:p>
            <a:pPr indent="-339725" lvl="0" marL="3397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1" i="0" lang="en-US" sz="2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Java</a:t>
            </a:r>
            <a:endParaRPr/>
          </a:p>
          <a:p>
            <a:pPr indent="-282575" lvl="1" marL="7429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CC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Class Printer {</a:t>
            </a:r>
            <a:endParaRPr/>
          </a:p>
          <a:p>
            <a:pPr indent="-282575" lvl="1" marL="7429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CC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	Resources myResources;</a:t>
            </a:r>
            <a:endParaRPr/>
          </a:p>
          <a:p>
            <a:pPr indent="-282575" lvl="1" marL="7429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CC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	Job curJob;</a:t>
            </a:r>
            <a:endParaRPr/>
          </a:p>
          <a:p>
            <a:pPr indent="-282575" lvl="1" marL="7429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CC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	void print();</a:t>
            </a:r>
            <a:endParaRPr/>
          </a:p>
          <a:p>
            <a:pPr indent="-282575" lvl="1" marL="7429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CC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	boolean busy();</a:t>
            </a:r>
            <a:endParaRPr/>
          </a:p>
          <a:p>
            <a:pPr indent="-282575" lvl="1" marL="7429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CC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	boolean on();</a:t>
            </a:r>
            <a:endParaRPr/>
          </a:p>
          <a:p>
            <a:pPr indent="-282575" lvl="1" marL="7429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CC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/>
          </a:p>
          <a:p>
            <a:pPr indent="-282575" lvl="1" marL="7429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CC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class Job {</a:t>
            </a:r>
            <a:endParaRPr/>
          </a:p>
          <a:p>
            <a:pPr indent="-282575" lvl="1" marL="7429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CC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	Job(Registry r) {</a:t>
            </a:r>
            <a:endParaRPr/>
          </a:p>
          <a:p>
            <a:pPr indent="-282575" lvl="1" marL="7429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CC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		…</a:t>
            </a:r>
            <a:endParaRPr/>
          </a:p>
          <a:p>
            <a:pPr indent="-282575" lvl="1" marL="7429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CC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	}</a:t>
            </a:r>
            <a:endParaRPr/>
          </a:p>
          <a:p>
            <a:pPr indent="-282575" lvl="1" marL="7429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CC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/>
          </a:p>
        </p:txBody>
      </p:sp>
      <p:graphicFrame>
        <p:nvGraphicFramePr>
          <p:cNvPr id="977" name="Google Shape;977;p63"/>
          <p:cNvGraphicFramePr/>
          <p:nvPr/>
        </p:nvGraphicFramePr>
        <p:xfrm>
          <a:off x="5638800" y="1676400"/>
          <a:ext cx="2924175" cy="2066925"/>
        </p:xfrm>
        <a:graphic>
          <a:graphicData uri="http://schemas.openxmlformats.org/presentationml/2006/ole">
            <mc:AlternateContent>
              <mc:Choice Requires="v">
                <p:oleObj r:id="rId4" imgH="2066925" imgW="2924175" spid="_x0000_s1">
                  <p:embed/>
                </p:oleObj>
              </mc:Choice>
              <mc:Fallback>
                <p:oleObj r:id="rId5" imgH="2066925" imgW="2924175">
                  <p:embed/>
                  <p:pic>
                    <p:nvPicPr>
                      <p:cNvPr id="977" name="Google Shape;977;p63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5638800" y="1676400"/>
                        <a:ext cx="2924175" cy="2066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78" name="Google Shape;978;p63"/>
          <p:cNvGraphicFramePr/>
          <p:nvPr/>
        </p:nvGraphicFramePr>
        <p:xfrm>
          <a:off x="5638800" y="4876800"/>
          <a:ext cx="2886075" cy="466725"/>
        </p:xfrm>
        <a:graphic>
          <a:graphicData uri="http://schemas.openxmlformats.org/presentationml/2006/ole">
            <mc:AlternateContent>
              <mc:Choice Requires="v">
                <p:oleObj r:id="rId7" imgH="466725" imgW="2886075" spid="_x0000_s2">
                  <p:embed/>
                </p:oleObj>
              </mc:Choice>
              <mc:Fallback>
                <p:oleObj r:id="rId8" imgH="466725" imgW="2886075">
                  <p:embed/>
                  <p:pic>
                    <p:nvPicPr>
                      <p:cNvPr id="978" name="Google Shape;978;p63"/>
                      <p:cNvPicPr preferRelativeResize="0"/>
                      <p:nvPr/>
                    </p:nvPicPr>
                    <p:blipFill rotWithShape="1">
                      <a:blip r:embed="rId9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5638800" y="4876800"/>
                        <a:ext cx="2886075" cy="466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84" name="Shape 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5" name="Google Shape;985;p64"/>
          <p:cNvSpPr txBox="1"/>
          <p:nvPr/>
        </p:nvSpPr>
        <p:spPr>
          <a:xfrm>
            <a:off x="304800" y="152400"/>
            <a:ext cx="86106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b" bIns="46075" lIns="92150" spcFirstLastPara="1" rIns="92150" wrap="square" tIns="460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Java </a:t>
            </a:r>
            <a:r>
              <a:rPr b="1" i="0" lang="en-US" sz="3600" u="non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→</a:t>
            </a:r>
            <a:r>
              <a:rPr b="1" i="0" lang="en-US" sz="36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UML : Printing System</a:t>
            </a:r>
            <a:endParaRPr/>
          </a:p>
        </p:txBody>
      </p:sp>
      <p:graphicFrame>
        <p:nvGraphicFramePr>
          <p:cNvPr id="986" name="Google Shape;986;p64"/>
          <p:cNvGraphicFramePr/>
          <p:nvPr/>
        </p:nvGraphicFramePr>
        <p:xfrm>
          <a:off x="762000" y="1143000"/>
          <a:ext cx="7621587" cy="4676775"/>
        </p:xfrm>
        <a:graphic>
          <a:graphicData uri="http://schemas.openxmlformats.org/presentationml/2006/ole">
            <mc:AlternateContent>
              <mc:Choice Requires="v">
                <p:oleObj r:id="rId4" imgH="4676775" imgW="7621587" spid="_x0000_s1">
                  <p:embed/>
                </p:oleObj>
              </mc:Choice>
              <mc:Fallback>
                <p:oleObj r:id="rId5" imgH="4676775" imgW="7621587">
                  <p:embed/>
                  <p:pic>
                    <p:nvPicPr>
                      <p:cNvPr id="986" name="Google Shape;986;p64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762000" y="1143000"/>
                        <a:ext cx="7621587" cy="4676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92" name="Shape 9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" name="Google Shape;993;p65"/>
          <p:cNvSpPr txBox="1"/>
          <p:nvPr/>
        </p:nvSpPr>
        <p:spPr>
          <a:xfrm>
            <a:off x="631825" y="0"/>
            <a:ext cx="7797800" cy="1139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Implementing Association Relationship: Example 1</a:t>
            </a:r>
            <a:endParaRPr/>
          </a:p>
        </p:txBody>
      </p:sp>
      <p:sp>
        <p:nvSpPr>
          <p:cNvPr id="994" name="Google Shape;994;p65"/>
          <p:cNvSpPr txBox="1"/>
          <p:nvPr/>
        </p:nvSpPr>
        <p:spPr>
          <a:xfrm>
            <a:off x="217487" y="1285875"/>
            <a:ext cx="8710612" cy="4768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14325" lvl="0" marL="4191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5"/>
              <a:buFont typeface="Arimo"/>
              <a:buChar char="•"/>
            </a:pPr>
            <a:r>
              <a:rPr b="1" i="0" lang="en-US" sz="39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 implement in Java:</a:t>
            </a:r>
            <a:endParaRPr/>
          </a:p>
          <a:p>
            <a:pPr indent="-282575" lvl="1" marL="850900" marR="0" rtl="0" algn="l">
              <a:lnSpc>
                <a:spcPct val="90000"/>
              </a:lnSpc>
              <a:spcBef>
                <a:spcPts val="1300"/>
              </a:spcBef>
              <a:spcAft>
                <a:spcPts val="0"/>
              </a:spcAft>
              <a:buClr>
                <a:srgbClr val="000000"/>
              </a:buClr>
              <a:buSzPts val="2625"/>
              <a:buFont typeface="Arimo"/>
              <a:buChar char="–"/>
            </a:pPr>
            <a:r>
              <a:rPr b="1" i="0" lang="en-US" sz="3500" u="none" cap="none" strike="noStrik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Use a reference variable of one class as an attribute of another class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i="0" sz="3500" u="none" cap="none" strike="noStrike">
              <a:solidFill>
                <a:srgbClr val="0000C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95" name="Google Shape;995;p65"/>
          <p:cNvGrpSpPr/>
          <p:nvPr/>
        </p:nvGrpSpPr>
        <p:grpSpPr>
          <a:xfrm>
            <a:off x="555625" y="2944812"/>
            <a:ext cx="8367712" cy="1962150"/>
            <a:chOff x="350" y="1855"/>
            <a:chExt cx="5271" cy="1236"/>
          </a:xfrm>
        </p:grpSpPr>
        <p:sp>
          <p:nvSpPr>
            <p:cNvPr id="996" name="Google Shape;996;p65"/>
            <p:cNvSpPr txBox="1"/>
            <p:nvPr/>
          </p:nvSpPr>
          <p:spPr>
            <a:xfrm>
              <a:off x="703" y="2203"/>
              <a:ext cx="967" cy="172"/>
            </a:xfrm>
            <a:prstGeom prst="rect">
              <a:avLst/>
            </a:prstGeom>
            <a:solidFill>
              <a:srgbClr val="FF0000"/>
            </a:solidFill>
            <a:ln cap="sq" cmpd="sng" w="9525">
              <a:solidFill>
                <a:srgbClr val="66006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6800" lIns="90000" spcFirstLastPara="1" rIns="90000" wrap="square" tIns="46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00"/>
                </a:buClr>
                <a:buSzPts val="2800"/>
                <a:buFont typeface="Times New Roman"/>
                <a:buNone/>
              </a:pPr>
              <a:r>
                <a:rPr b="0" i="0" lang="en-US" sz="2800" u="none">
                  <a:solidFill>
                    <a:srgbClr val="FFFF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abook</a:t>
              </a:r>
              <a:endParaRPr/>
            </a:p>
          </p:txBody>
        </p:sp>
        <p:cxnSp>
          <p:nvCxnSpPr>
            <p:cNvPr id="997" name="Google Shape;997;p65"/>
            <p:cNvCxnSpPr/>
            <p:nvPr/>
          </p:nvCxnSpPr>
          <p:spPr>
            <a:xfrm>
              <a:off x="1628" y="2290"/>
              <a:ext cx="1810" cy="0"/>
            </a:xfrm>
            <a:prstGeom prst="straightConnector1">
              <a:avLst/>
            </a:prstGeom>
            <a:noFill/>
            <a:ln cap="sq" cmpd="sng" w="38150">
              <a:solidFill>
                <a:srgbClr val="000000"/>
              </a:solidFill>
              <a:prstDash val="solid"/>
              <a:miter lim="800000"/>
              <a:headEnd len="med" w="med" type="none"/>
              <a:tailEnd len="lg" w="lg" type="stealth"/>
            </a:ln>
          </p:spPr>
        </p:cxnSp>
        <p:sp>
          <p:nvSpPr>
            <p:cNvPr id="998" name="Google Shape;998;p65"/>
            <p:cNvSpPr/>
            <p:nvPr/>
          </p:nvSpPr>
          <p:spPr>
            <a:xfrm>
              <a:off x="3440" y="1855"/>
              <a:ext cx="2136" cy="869"/>
            </a:xfrm>
            <a:prstGeom prst="ellipse">
              <a:avLst/>
            </a:prstGeom>
            <a:solidFill>
              <a:srgbClr val="00B8FF"/>
            </a:solidFill>
            <a:ln cap="sq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6800" lIns="90000" spcFirstLastPara="1" rIns="90000" wrap="square" tIns="46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00"/>
                </a:buClr>
                <a:buSzPts val="1800"/>
                <a:buFont typeface="Times New Roman"/>
                <a:buNone/>
              </a:pPr>
              <a:r>
                <a:rPr b="0" i="0" lang="en-US" sz="1800" u="none">
                  <a:solidFill>
                    <a:srgbClr val="FFFF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Bookname: OOSD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00"/>
                </a:buClr>
                <a:buSzPts val="1800"/>
                <a:buFont typeface="Times New Roman"/>
                <a:buNone/>
              </a:pPr>
              <a:r>
                <a:rPr b="0" i="0" lang="en-US" sz="1800" u="none">
                  <a:solidFill>
                    <a:srgbClr val="FFFF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Author: Gamaa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00"/>
                </a:buClr>
                <a:buSzPts val="1800"/>
                <a:buFont typeface="Times New Roman"/>
                <a:buNone/>
              </a:pPr>
              <a:r>
                <a:rPr b="0" i="0" lang="en-US" sz="1800" u="none">
                  <a:solidFill>
                    <a:srgbClr val="FFFF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ISBN: 12234434</a:t>
              </a:r>
              <a:endParaRPr/>
            </a:p>
          </p:txBody>
        </p:sp>
        <p:sp>
          <p:nvSpPr>
            <p:cNvPr id="999" name="Google Shape;999;p65"/>
            <p:cNvSpPr txBox="1"/>
            <p:nvPr/>
          </p:nvSpPr>
          <p:spPr>
            <a:xfrm>
              <a:off x="350" y="2659"/>
              <a:ext cx="1862" cy="3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800" lIns="90000" spcFirstLastPara="1" rIns="90000" wrap="square" tIns="468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CC"/>
                </a:buClr>
                <a:buSzPts val="3200"/>
                <a:buFont typeface="Times New Roman"/>
                <a:buNone/>
              </a:pPr>
              <a:r>
                <a:rPr b="0" i="0" lang="en-US" sz="3200" u="none">
                  <a:solidFill>
                    <a:srgbClr val="0000CC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Book Reference</a:t>
              </a:r>
              <a:endParaRPr/>
            </a:p>
          </p:txBody>
        </p:sp>
        <p:sp>
          <p:nvSpPr>
            <p:cNvPr id="1000" name="Google Shape;1000;p65"/>
            <p:cNvSpPr txBox="1"/>
            <p:nvPr/>
          </p:nvSpPr>
          <p:spPr>
            <a:xfrm>
              <a:off x="3759" y="2726"/>
              <a:ext cx="1862" cy="3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800" lIns="90000" spcFirstLastPara="1" rIns="90000" wrap="square" tIns="468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CC"/>
                </a:buClr>
                <a:buSzPts val="3200"/>
                <a:buFont typeface="Times New Roman"/>
                <a:buNone/>
              </a:pPr>
              <a:r>
                <a:rPr b="0" i="0" lang="en-US" sz="3200" u="none">
                  <a:solidFill>
                    <a:srgbClr val="0000CC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Book instance</a:t>
              </a:r>
              <a:endParaRPr/>
            </a:p>
          </p:txBody>
        </p:sp>
      </p:grpSp>
      <p:sp>
        <p:nvSpPr>
          <p:cNvPr id="1001" name="Google Shape;1001;p65"/>
          <p:cNvSpPr/>
          <p:nvPr/>
        </p:nvSpPr>
        <p:spPr>
          <a:xfrm>
            <a:off x="217487" y="5156200"/>
            <a:ext cx="3394075" cy="1312862"/>
          </a:xfrm>
          <a:prstGeom prst="ellipse">
            <a:avLst/>
          </a:prstGeom>
          <a:solidFill>
            <a:srgbClr val="00B050"/>
          </a:solidFill>
          <a:ln cap="sq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800"/>
              <a:buFont typeface="Times New Roman"/>
              <a:buNone/>
            </a:pPr>
            <a:r>
              <a:rPr b="0" i="0" lang="en-US" sz="1800" u="none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Bookname: 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800"/>
              <a:buFont typeface="Times New Roman"/>
              <a:buNone/>
            </a:pPr>
            <a:r>
              <a:rPr b="0" i="0" lang="en-US" sz="1800" u="none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memberName: AKK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800"/>
              <a:buFont typeface="Times New Roman"/>
              <a:buNone/>
            </a:pPr>
            <a:r>
              <a:rPr b="0" i="0" lang="en-US" sz="1800" u="none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Member Number: 412323</a:t>
            </a:r>
            <a:endParaRPr/>
          </a:p>
        </p:txBody>
      </p:sp>
      <p:sp>
        <p:nvSpPr>
          <p:cNvPr id="1002" name="Google Shape;1002;p65"/>
          <p:cNvSpPr txBox="1"/>
          <p:nvPr/>
        </p:nvSpPr>
        <p:spPr>
          <a:xfrm>
            <a:off x="2428875" y="5434012"/>
            <a:ext cx="622300" cy="207962"/>
          </a:xfrm>
          <a:prstGeom prst="rect">
            <a:avLst/>
          </a:prstGeom>
          <a:solidFill>
            <a:srgbClr val="FF0000"/>
          </a:solidFill>
          <a:ln cap="sq" cmpd="sng" w="9525">
            <a:solidFill>
              <a:srgbClr val="66006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600"/>
              <a:buFont typeface="Times New Roman"/>
              <a:buNone/>
            </a:pPr>
            <a:r>
              <a:rPr b="0" i="0" lang="en-US" sz="1600" u="none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abook</a:t>
            </a:r>
            <a:endParaRPr/>
          </a:p>
        </p:txBody>
      </p:sp>
      <p:grpSp>
        <p:nvGrpSpPr>
          <p:cNvPr id="1003" name="Google Shape;1003;p65"/>
          <p:cNvGrpSpPr/>
          <p:nvPr/>
        </p:nvGrpSpPr>
        <p:grpSpPr>
          <a:xfrm>
            <a:off x="3870325" y="4895850"/>
            <a:ext cx="5191125" cy="1293812"/>
            <a:chOff x="2438" y="3084"/>
            <a:chExt cx="3270" cy="815"/>
          </a:xfrm>
        </p:grpSpPr>
        <p:sp>
          <p:nvSpPr>
            <p:cNvPr id="1004" name="Google Shape;1004;p65"/>
            <p:cNvSpPr txBox="1"/>
            <p:nvPr/>
          </p:nvSpPr>
          <p:spPr>
            <a:xfrm>
              <a:off x="2438" y="3166"/>
              <a:ext cx="839" cy="733"/>
            </a:xfrm>
            <a:prstGeom prst="rect">
              <a:avLst/>
            </a:prstGeom>
            <a:solidFill>
              <a:srgbClr val="FFFF00"/>
            </a:solidFill>
            <a:ln cap="sq" cmpd="sng" w="284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50400" lIns="100800" spcFirstLastPara="1" rIns="100800" wrap="square" tIns="50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Times New Roman"/>
                <a:buNone/>
              </a:pPr>
              <a:r>
                <a:rPr b="0" i="0" lang="en-US" sz="24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Member</a:t>
              </a:r>
              <a:endParaRPr/>
            </a:p>
          </p:txBody>
        </p:sp>
        <p:sp>
          <p:nvSpPr>
            <p:cNvPr id="1005" name="Google Shape;1005;p65"/>
            <p:cNvSpPr txBox="1"/>
            <p:nvPr/>
          </p:nvSpPr>
          <p:spPr>
            <a:xfrm>
              <a:off x="4990" y="3084"/>
              <a:ext cx="718" cy="814"/>
            </a:xfrm>
            <a:prstGeom prst="rect">
              <a:avLst/>
            </a:prstGeom>
            <a:solidFill>
              <a:srgbClr val="FFFF00"/>
            </a:solidFill>
            <a:ln cap="sq" cmpd="sng" w="284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50400" lIns="100800" spcFirstLastPara="1" rIns="100800" wrap="square" tIns="50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Times New Roman"/>
                <a:buNone/>
              </a:pPr>
              <a:r>
                <a:rPr b="0" i="0" lang="en-US" sz="24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Book</a:t>
              </a:r>
              <a:endParaRPr/>
            </a:p>
          </p:txBody>
        </p:sp>
        <p:cxnSp>
          <p:nvCxnSpPr>
            <p:cNvPr id="1006" name="Google Shape;1006;p65"/>
            <p:cNvCxnSpPr/>
            <p:nvPr/>
          </p:nvCxnSpPr>
          <p:spPr>
            <a:xfrm>
              <a:off x="3279" y="3548"/>
              <a:ext cx="1709" cy="24"/>
            </a:xfrm>
            <a:prstGeom prst="straightConnector1">
              <a:avLst/>
            </a:prstGeom>
            <a:noFill/>
            <a:ln cap="sq" cmpd="sng" w="38150">
              <a:solidFill>
                <a:srgbClr val="000000"/>
              </a:solidFill>
              <a:prstDash val="solid"/>
              <a:miter lim="800000"/>
              <a:headEnd len="med" w="med" type="none"/>
              <a:tailEnd len="lg" w="lg" type="stealth"/>
            </a:ln>
          </p:spPr>
        </p:cxnSp>
        <p:sp>
          <p:nvSpPr>
            <p:cNvPr id="1007" name="Google Shape;1007;p65"/>
            <p:cNvSpPr/>
            <p:nvPr/>
          </p:nvSpPr>
          <p:spPr>
            <a:xfrm rot="-5400000">
              <a:off x="3798" y="3310"/>
              <a:ext cx="184" cy="57"/>
            </a:xfrm>
            <a:prstGeom prst="triangle">
              <a:avLst>
                <a:gd fmla="val 50000" name="adj"/>
              </a:avLst>
            </a:prstGeom>
            <a:solidFill>
              <a:srgbClr val="000000"/>
            </a:solidFill>
            <a:ln cap="sq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08" name="Google Shape;1008;p65"/>
            <p:cNvSpPr txBox="1"/>
            <p:nvPr/>
          </p:nvSpPr>
          <p:spPr>
            <a:xfrm>
              <a:off x="3346" y="3188"/>
              <a:ext cx="75" cy="18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Times New Roman"/>
                <a:buNone/>
              </a:pPr>
              <a:r>
                <a:rPr b="0" i="0" lang="en-US" sz="19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</a:t>
              </a:r>
              <a:endParaRPr/>
            </a:p>
          </p:txBody>
        </p:sp>
        <p:sp>
          <p:nvSpPr>
            <p:cNvPr id="1009" name="Google Shape;1009;p65"/>
            <p:cNvSpPr txBox="1"/>
            <p:nvPr/>
          </p:nvSpPr>
          <p:spPr>
            <a:xfrm>
              <a:off x="4871" y="3247"/>
              <a:ext cx="80" cy="1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Times New Roman"/>
                <a:buNone/>
              </a:pPr>
              <a:r>
                <a:rPr b="0" i="0" lang="en-US" sz="20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</a:t>
              </a:r>
              <a:endParaRPr/>
            </a:p>
          </p:txBody>
        </p:sp>
        <p:sp>
          <p:nvSpPr>
            <p:cNvPr id="1010" name="Google Shape;1010;p65"/>
            <p:cNvSpPr txBox="1"/>
            <p:nvPr/>
          </p:nvSpPr>
          <p:spPr>
            <a:xfrm>
              <a:off x="4012" y="3302"/>
              <a:ext cx="836" cy="5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Times New Roman"/>
                <a:buNone/>
              </a:pPr>
              <a:r>
                <a:rPr b="0" i="0" lang="en-US" sz="19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Borrowed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900"/>
                <a:buFont typeface="Times New Roman"/>
                <a:buNone/>
              </a:pPr>
              <a:r>
                <a:t/>
              </a:r>
              <a:endParaRPr b="0" i="0" sz="19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Times New Roman"/>
                <a:buNone/>
              </a:pPr>
              <a:r>
                <a:rPr b="0" i="0" lang="en-US" sz="19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by</a:t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9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9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9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16" name="Shape 10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7" name="Google Shape;1017;p66"/>
          <p:cNvSpPr txBox="1"/>
          <p:nvPr/>
        </p:nvSpPr>
        <p:spPr>
          <a:xfrm>
            <a:off x="285750" y="179387"/>
            <a:ext cx="6359525" cy="6083300"/>
          </a:xfrm>
          <a:prstGeom prst="rect">
            <a:avLst/>
          </a:prstGeom>
          <a:solidFill>
            <a:srgbClr val="CCFFCC"/>
          </a:solidFill>
          <a:ln cap="sq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14325" lvl="0" marL="422275" marR="0" rtl="0" algn="l">
              <a:lnSpc>
                <a:spcPct val="78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3600"/>
              <a:buFont typeface="Arial"/>
              <a:buNone/>
            </a:pPr>
            <a:r>
              <a:rPr b="1" i="0" lang="en-US" sz="3600" u="non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public class Member{</a:t>
            </a:r>
            <a:endParaRPr/>
          </a:p>
          <a:p>
            <a:pPr indent="-314325" lvl="0" marL="422275" marR="0" rtl="0" algn="l">
              <a:lnSpc>
                <a:spcPct val="78000"/>
              </a:lnSpc>
              <a:spcBef>
                <a:spcPts val="1300"/>
              </a:spcBef>
              <a:spcAft>
                <a:spcPts val="0"/>
              </a:spcAft>
              <a:buClr>
                <a:srgbClr val="0000CC"/>
              </a:buClr>
              <a:buSzPts val="3600"/>
              <a:buFont typeface="Arial"/>
              <a:buNone/>
            </a:pPr>
            <a:r>
              <a:rPr b="1" i="0" lang="en-US" sz="3600" u="non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private Book book;</a:t>
            </a:r>
            <a:endParaRPr/>
          </a:p>
          <a:p>
            <a:pPr indent="-314325" lvl="0" marL="422275" marR="0" rtl="0" algn="l">
              <a:lnSpc>
                <a:spcPct val="78000"/>
              </a:lnSpc>
              <a:spcBef>
                <a:spcPts val="1300"/>
              </a:spcBef>
              <a:spcAft>
                <a:spcPts val="0"/>
              </a:spcAft>
              <a:buClr>
                <a:srgbClr val="0000CC"/>
              </a:buClr>
              <a:buSzPts val="3600"/>
              <a:buFont typeface="Arial"/>
              <a:buNone/>
            </a:pPr>
            <a:r>
              <a:rPr b="1" i="0" lang="en-US" sz="3600" u="non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public issueBook(Book abook){</a:t>
            </a:r>
            <a:endParaRPr/>
          </a:p>
          <a:p>
            <a:pPr indent="-314325" lvl="0" marL="422275" marR="0" rtl="0" algn="l">
              <a:lnSpc>
                <a:spcPct val="78000"/>
              </a:lnSpc>
              <a:spcBef>
                <a:spcPts val="1300"/>
              </a:spcBef>
              <a:spcAft>
                <a:spcPts val="0"/>
              </a:spcAft>
              <a:buClr>
                <a:srgbClr val="0000CC"/>
              </a:buClr>
              <a:buSzPts val="3600"/>
              <a:buFont typeface="Arial"/>
              <a:buNone/>
            </a:pPr>
            <a:r>
              <a:rPr b="1" i="0" lang="en-US" sz="3600" u="non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     setBook(abook);</a:t>
            </a:r>
            <a:endParaRPr/>
          </a:p>
          <a:p>
            <a:pPr indent="-314325" lvl="0" marL="422275" marR="0" rtl="0" algn="l">
              <a:lnSpc>
                <a:spcPct val="78000"/>
              </a:lnSpc>
              <a:spcBef>
                <a:spcPts val="1300"/>
              </a:spcBef>
              <a:spcAft>
                <a:spcPts val="0"/>
              </a:spcAft>
              <a:buClr>
                <a:srgbClr val="0000CC"/>
              </a:buClr>
              <a:buSzPts val="3600"/>
              <a:buFont typeface="Arial"/>
              <a:buNone/>
            </a:pPr>
            <a:r>
              <a:rPr b="1" i="0" lang="en-US" sz="3600" u="non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     abook.setLender(this);</a:t>
            </a:r>
            <a:endParaRPr/>
          </a:p>
          <a:p>
            <a:pPr indent="-314325" lvl="0" marL="422275" marR="0" rtl="0" algn="l">
              <a:lnSpc>
                <a:spcPct val="78000"/>
              </a:lnSpc>
              <a:spcBef>
                <a:spcPts val="1300"/>
              </a:spcBef>
              <a:spcAft>
                <a:spcPts val="0"/>
              </a:spcAft>
              <a:buClr>
                <a:srgbClr val="0000CC"/>
              </a:buClr>
              <a:buSzPts val="3600"/>
              <a:buFont typeface="Arial"/>
              <a:buNone/>
            </a:pPr>
            <a:r>
              <a:rPr b="1" i="0" lang="en-US" sz="3600" u="non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     }</a:t>
            </a:r>
            <a:endParaRPr/>
          </a:p>
          <a:p>
            <a:pPr indent="-314325" lvl="0" marL="422275" marR="0" rtl="0" algn="l">
              <a:lnSpc>
                <a:spcPct val="78000"/>
              </a:lnSpc>
              <a:spcBef>
                <a:spcPts val="1300"/>
              </a:spcBef>
              <a:spcAft>
                <a:spcPts val="0"/>
              </a:spcAft>
              <a:buClr>
                <a:srgbClr val="0000CC"/>
              </a:buClr>
              <a:buSzPts val="3600"/>
              <a:buFont typeface="Arial"/>
              <a:buNone/>
            </a:pPr>
            <a:r>
              <a:rPr b="1" i="0" lang="en-US" sz="3600" u="non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     setBook(Book abook){</a:t>
            </a:r>
            <a:endParaRPr/>
          </a:p>
          <a:p>
            <a:pPr indent="-314325" lvl="0" marL="422275" marR="0" rtl="0" algn="l">
              <a:lnSpc>
                <a:spcPct val="78000"/>
              </a:lnSpc>
              <a:spcBef>
                <a:spcPts val="1300"/>
              </a:spcBef>
              <a:spcAft>
                <a:spcPts val="0"/>
              </a:spcAft>
              <a:buClr>
                <a:srgbClr val="0000CC"/>
              </a:buClr>
              <a:buSzPts val="3600"/>
              <a:buFont typeface="Arial"/>
              <a:buNone/>
            </a:pPr>
            <a:r>
              <a:rPr b="1" i="0" lang="en-US" sz="3600" u="non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     book=abook;</a:t>
            </a:r>
            <a:endParaRPr/>
          </a:p>
          <a:p>
            <a:pPr indent="-314325" lvl="0" marL="422275" marR="0" rtl="0" algn="l">
              <a:lnSpc>
                <a:spcPct val="78000"/>
              </a:lnSpc>
              <a:spcBef>
                <a:spcPts val="1300"/>
              </a:spcBef>
              <a:spcAft>
                <a:spcPts val="0"/>
              </a:spcAft>
              <a:buClr>
                <a:srgbClr val="0000CC"/>
              </a:buClr>
              <a:buSzPts val="3600"/>
              <a:buFont typeface="Arial"/>
              <a:buNone/>
            </a:pPr>
            <a:r>
              <a:rPr b="1" i="0" lang="en-US" sz="3600" u="non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   }</a:t>
            </a:r>
            <a:endParaRPr/>
          </a:p>
          <a:p>
            <a:pPr indent="-314325" lvl="0" marL="422275" marR="0" rtl="0" algn="l">
              <a:lnSpc>
                <a:spcPct val="78000"/>
              </a:lnSpc>
              <a:spcBef>
                <a:spcPts val="1300"/>
              </a:spcBef>
              <a:spcAft>
                <a:spcPts val="0"/>
              </a:spcAft>
              <a:buClr>
                <a:srgbClr val="0000CC"/>
              </a:buClr>
              <a:buSzPts val="3600"/>
              <a:buFont typeface="Arial"/>
              <a:buNone/>
            </a:pPr>
            <a:r>
              <a:rPr b="1" i="0" lang="en-US" sz="3600" u="non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   …</a:t>
            </a:r>
            <a:endParaRPr/>
          </a:p>
          <a:p>
            <a:pPr indent="-314325" lvl="0" marL="422275" marR="0" rtl="0" algn="l">
              <a:lnSpc>
                <a:spcPct val="78000"/>
              </a:lnSpc>
              <a:spcBef>
                <a:spcPts val="1300"/>
              </a:spcBef>
              <a:spcAft>
                <a:spcPts val="0"/>
              </a:spcAft>
              <a:buClr>
                <a:srgbClr val="0000CC"/>
              </a:buClr>
              <a:buSzPts val="3600"/>
              <a:buFont typeface="Arial"/>
              <a:buNone/>
            </a:pPr>
            <a:r>
              <a:rPr b="1" i="0" lang="en-US" sz="3600" u="non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/>
          </a:p>
        </p:txBody>
      </p:sp>
      <p:sp>
        <p:nvSpPr>
          <p:cNvPr id="1018" name="Google Shape;1018;p66"/>
          <p:cNvSpPr txBox="1"/>
          <p:nvPr/>
        </p:nvSpPr>
        <p:spPr>
          <a:xfrm>
            <a:off x="4074712" y="4716450"/>
            <a:ext cx="1335000" cy="1168500"/>
          </a:xfrm>
          <a:prstGeom prst="rect">
            <a:avLst/>
          </a:prstGeom>
          <a:solidFill>
            <a:srgbClr val="FFFF00"/>
          </a:solidFill>
          <a:ln cap="sq" cmpd="sng" w="284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50400" lIns="100800" spcFirstLastPara="1" rIns="100800" wrap="square" tIns="50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Member</a:t>
            </a:r>
            <a:endParaRPr/>
          </a:p>
        </p:txBody>
      </p:sp>
      <p:sp>
        <p:nvSpPr>
          <p:cNvPr id="1019" name="Google Shape;1019;p66"/>
          <p:cNvSpPr txBox="1"/>
          <p:nvPr/>
        </p:nvSpPr>
        <p:spPr>
          <a:xfrm>
            <a:off x="7851775" y="4549775"/>
            <a:ext cx="1143000" cy="1296987"/>
          </a:xfrm>
          <a:prstGeom prst="rect">
            <a:avLst/>
          </a:prstGeom>
          <a:solidFill>
            <a:srgbClr val="FFFF00"/>
          </a:solidFill>
          <a:ln cap="sq" cmpd="sng" w="284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50400" lIns="100800" spcFirstLastPara="1" rIns="100800" wrap="square" tIns="50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Book</a:t>
            </a:r>
            <a:endParaRPr/>
          </a:p>
        </p:txBody>
      </p:sp>
      <p:cxnSp>
        <p:nvCxnSpPr>
          <p:cNvPr id="1020" name="Google Shape;1020;p66"/>
          <p:cNvCxnSpPr/>
          <p:nvPr/>
        </p:nvCxnSpPr>
        <p:spPr>
          <a:xfrm>
            <a:off x="5137150" y="5287962"/>
            <a:ext cx="2716212" cy="41275"/>
          </a:xfrm>
          <a:prstGeom prst="straightConnector1">
            <a:avLst/>
          </a:prstGeom>
          <a:noFill/>
          <a:ln cap="sq" cmpd="sng" w="38150">
            <a:solidFill>
              <a:srgbClr val="000000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1021" name="Google Shape;1021;p66"/>
          <p:cNvSpPr/>
          <p:nvPr/>
        </p:nvSpPr>
        <p:spPr>
          <a:xfrm rot="-5400000">
            <a:off x="5961856" y="4910931"/>
            <a:ext cx="295275" cy="93662"/>
          </a:xfrm>
          <a:prstGeom prst="triangle">
            <a:avLst>
              <a:gd fmla="val 50000" name="adj"/>
            </a:avLst>
          </a:prstGeom>
          <a:solidFill>
            <a:srgbClr val="000000"/>
          </a:solidFill>
          <a:ln cap="sq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22" name="Google Shape;1022;p66"/>
          <p:cNvSpPr txBox="1"/>
          <p:nvPr/>
        </p:nvSpPr>
        <p:spPr>
          <a:xfrm>
            <a:off x="5241925" y="4716462"/>
            <a:ext cx="120650" cy="2905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Times New Roman"/>
              <a:buNone/>
            </a:pPr>
            <a:r>
              <a:rPr b="0" i="0" lang="en-US" sz="19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/>
          </a:p>
        </p:txBody>
      </p:sp>
      <p:sp>
        <p:nvSpPr>
          <p:cNvPr id="1023" name="Google Shape;1023;p66"/>
          <p:cNvSpPr txBox="1"/>
          <p:nvPr/>
        </p:nvSpPr>
        <p:spPr>
          <a:xfrm>
            <a:off x="7664450" y="4810125"/>
            <a:ext cx="128587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b="0" i="0" lang="en-US" sz="20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/>
          </a:p>
        </p:txBody>
      </p:sp>
      <p:sp>
        <p:nvSpPr>
          <p:cNvPr id="1024" name="Google Shape;1024;p66"/>
          <p:cNvSpPr txBox="1"/>
          <p:nvPr/>
        </p:nvSpPr>
        <p:spPr>
          <a:xfrm>
            <a:off x="6300787" y="4895850"/>
            <a:ext cx="1330325" cy="8683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Times New Roman"/>
              <a:buNone/>
            </a:pPr>
            <a:r>
              <a:rPr b="0" i="0" lang="en-US" sz="19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Borrowed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Times New Roman"/>
              <a:buNone/>
            </a:pPr>
            <a:r>
              <a:t/>
            </a:r>
            <a:endParaRPr b="0" i="0" sz="19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Times New Roman"/>
              <a:buNone/>
            </a:pPr>
            <a:r>
              <a:rPr b="0" i="0" lang="en-US" sz="19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by</a:t>
            </a:r>
            <a:endParaRPr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30" name="Shape 10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Google Shape;1031;p67"/>
          <p:cNvSpPr txBox="1"/>
          <p:nvPr/>
        </p:nvSpPr>
        <p:spPr>
          <a:xfrm>
            <a:off x="217487" y="525462"/>
            <a:ext cx="8709025" cy="5875337"/>
          </a:xfrm>
          <a:prstGeom prst="rect">
            <a:avLst/>
          </a:prstGeom>
          <a:solidFill>
            <a:srgbClr val="CCFFCC"/>
          </a:solidFill>
          <a:ln cap="sq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14325" lvl="0" marL="422275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3600"/>
              <a:buFont typeface="Arial"/>
              <a:buNone/>
            </a:pPr>
            <a:r>
              <a:rPr b="1" i="0" lang="en-US" sz="3600" u="non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public class Book{</a:t>
            </a:r>
            <a:endParaRPr/>
          </a:p>
          <a:p>
            <a:pPr indent="-314325" lvl="0" marL="422275" marR="0" rtl="0" algn="l">
              <a:lnSpc>
                <a:spcPct val="110000"/>
              </a:lnSpc>
              <a:spcBef>
                <a:spcPts val="1300"/>
              </a:spcBef>
              <a:spcAft>
                <a:spcPts val="0"/>
              </a:spcAft>
              <a:buClr>
                <a:srgbClr val="0000CC"/>
              </a:buClr>
              <a:buSzPts val="3600"/>
              <a:buFont typeface="Arial"/>
              <a:buNone/>
            </a:pPr>
            <a:r>
              <a:rPr b="1" i="0" lang="en-US" sz="3600" u="non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private Member member;</a:t>
            </a:r>
            <a:endParaRPr/>
          </a:p>
          <a:p>
            <a:pPr indent="-314325" lvl="0" marL="422275" marR="0" rtl="0" algn="l">
              <a:lnSpc>
                <a:spcPct val="110000"/>
              </a:lnSpc>
              <a:spcBef>
                <a:spcPts val="1300"/>
              </a:spcBef>
              <a:spcAft>
                <a:spcPts val="0"/>
              </a:spcAft>
              <a:buClr>
                <a:srgbClr val="0000CC"/>
              </a:buClr>
              <a:buSzPts val="3600"/>
              <a:buFont typeface="Arial"/>
              <a:buNone/>
            </a:pPr>
            <a:r>
              <a:rPr b="1" i="0" lang="en-US" sz="3600" u="non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setLender(Member aLender){</a:t>
            </a:r>
            <a:endParaRPr/>
          </a:p>
          <a:p>
            <a:pPr indent="-314325" lvl="0" marL="422275" marR="0" rtl="0" algn="l">
              <a:lnSpc>
                <a:spcPct val="110000"/>
              </a:lnSpc>
              <a:spcBef>
                <a:spcPts val="1300"/>
              </a:spcBef>
              <a:spcAft>
                <a:spcPts val="0"/>
              </a:spcAft>
              <a:buClr>
                <a:srgbClr val="0000CC"/>
              </a:buClr>
              <a:buSzPts val="3600"/>
              <a:buFont typeface="Arial"/>
              <a:buNone/>
            </a:pPr>
            <a:r>
              <a:rPr b="1" i="0" lang="en-US" sz="3600" u="non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     member=aLender;</a:t>
            </a:r>
            <a:endParaRPr/>
          </a:p>
          <a:p>
            <a:pPr indent="-314325" lvl="0" marL="422275" marR="0" rtl="0" algn="l">
              <a:lnSpc>
                <a:spcPct val="110000"/>
              </a:lnSpc>
              <a:spcBef>
                <a:spcPts val="1300"/>
              </a:spcBef>
              <a:spcAft>
                <a:spcPts val="0"/>
              </a:spcAft>
              <a:buClr>
                <a:srgbClr val="0000CC"/>
              </a:buClr>
              <a:buSzPts val="3600"/>
              <a:buFont typeface="Arial"/>
              <a:buNone/>
            </a:pPr>
            <a:r>
              <a:rPr b="1" i="0" lang="en-US" sz="3600" u="non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   }</a:t>
            </a:r>
            <a:endParaRPr/>
          </a:p>
          <a:p>
            <a:pPr indent="-314325" lvl="0" marL="422275" marR="0" rtl="0" algn="l">
              <a:lnSpc>
                <a:spcPct val="110000"/>
              </a:lnSpc>
              <a:spcBef>
                <a:spcPts val="1300"/>
              </a:spcBef>
              <a:spcAft>
                <a:spcPts val="0"/>
              </a:spcAft>
              <a:buClr>
                <a:srgbClr val="0000CC"/>
              </a:buClr>
              <a:buSzPts val="3600"/>
              <a:buFont typeface="Arial"/>
              <a:buNone/>
            </a:pPr>
            <a:r>
              <a:rPr b="1" i="0" lang="en-US" sz="3600" u="non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   …</a:t>
            </a:r>
            <a:endParaRPr/>
          </a:p>
          <a:p>
            <a:pPr indent="-314325" lvl="0" marL="422275" marR="0" rtl="0" algn="l">
              <a:lnSpc>
                <a:spcPct val="110000"/>
              </a:lnSpc>
              <a:spcBef>
                <a:spcPts val="1300"/>
              </a:spcBef>
              <a:spcAft>
                <a:spcPts val="0"/>
              </a:spcAft>
              <a:buClr>
                <a:srgbClr val="0000CC"/>
              </a:buClr>
              <a:buSzPts val="3600"/>
              <a:buFont typeface="Arial"/>
              <a:buNone/>
            </a:pPr>
            <a:r>
              <a:rPr b="1" i="0" lang="en-US" sz="3600" u="non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None/>
            </a:pPr>
            <a:r>
              <a:t/>
            </a:r>
            <a:endParaRPr b="1" i="0" sz="3600" u="none">
              <a:solidFill>
                <a:srgbClr val="0000C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2" name="Google Shape;1032;p67"/>
          <p:cNvSpPr txBox="1"/>
          <p:nvPr/>
        </p:nvSpPr>
        <p:spPr>
          <a:xfrm>
            <a:off x="3259137" y="3557587"/>
            <a:ext cx="1574800" cy="1323975"/>
          </a:xfrm>
          <a:prstGeom prst="rect">
            <a:avLst/>
          </a:prstGeom>
          <a:solidFill>
            <a:srgbClr val="FFFF00"/>
          </a:solidFill>
          <a:ln cap="sq" cmpd="sng" w="284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50400" lIns="100800" spcFirstLastPara="1" rIns="100800" wrap="square" tIns="50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Member</a:t>
            </a:r>
            <a:endParaRPr/>
          </a:p>
        </p:txBody>
      </p:sp>
      <p:sp>
        <p:nvSpPr>
          <p:cNvPr id="1033" name="Google Shape;1033;p67"/>
          <p:cNvSpPr txBox="1"/>
          <p:nvPr/>
        </p:nvSpPr>
        <p:spPr>
          <a:xfrm>
            <a:off x="7616825" y="3409950"/>
            <a:ext cx="1173162" cy="1470025"/>
          </a:xfrm>
          <a:prstGeom prst="rect">
            <a:avLst/>
          </a:prstGeom>
          <a:solidFill>
            <a:srgbClr val="FFFF00"/>
          </a:solidFill>
          <a:ln cap="sq" cmpd="sng" w="284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50400" lIns="100800" spcFirstLastPara="1" rIns="100800" wrap="square" tIns="50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Book</a:t>
            </a:r>
            <a:endParaRPr/>
          </a:p>
        </p:txBody>
      </p:sp>
      <p:cxnSp>
        <p:nvCxnSpPr>
          <p:cNvPr id="1034" name="Google Shape;1034;p67"/>
          <p:cNvCxnSpPr/>
          <p:nvPr/>
        </p:nvCxnSpPr>
        <p:spPr>
          <a:xfrm>
            <a:off x="4832350" y="4246562"/>
            <a:ext cx="2782887" cy="46037"/>
          </a:xfrm>
          <a:prstGeom prst="straightConnector1">
            <a:avLst/>
          </a:prstGeom>
          <a:noFill/>
          <a:ln cap="sq" cmpd="sng" w="38150">
            <a:solidFill>
              <a:srgbClr val="000000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1035" name="Google Shape;1035;p67"/>
          <p:cNvSpPr/>
          <p:nvPr/>
        </p:nvSpPr>
        <p:spPr>
          <a:xfrm rot="-5400000">
            <a:off x="5664993" y="3967956"/>
            <a:ext cx="276225" cy="166687"/>
          </a:xfrm>
          <a:prstGeom prst="triangle">
            <a:avLst>
              <a:gd fmla="val 50000" name="adj"/>
            </a:avLst>
          </a:prstGeom>
          <a:solidFill>
            <a:srgbClr val="0000CC"/>
          </a:solidFill>
          <a:ln cap="sq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36" name="Google Shape;1036;p67"/>
          <p:cNvSpPr txBox="1"/>
          <p:nvPr/>
        </p:nvSpPr>
        <p:spPr>
          <a:xfrm>
            <a:off x="4941887" y="3759200"/>
            <a:ext cx="134937" cy="320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Times New Roman"/>
              <a:buNone/>
            </a:pPr>
            <a:r>
              <a:rPr b="0" i="0" lang="en-US" sz="21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/>
          </a:p>
        </p:txBody>
      </p:sp>
      <p:sp>
        <p:nvSpPr>
          <p:cNvPr id="1037" name="Google Shape;1037;p67"/>
          <p:cNvSpPr txBox="1"/>
          <p:nvPr/>
        </p:nvSpPr>
        <p:spPr>
          <a:xfrm>
            <a:off x="7423150" y="3703637"/>
            <a:ext cx="1524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/>
          </a:p>
        </p:txBody>
      </p:sp>
      <p:sp>
        <p:nvSpPr>
          <p:cNvPr id="1038" name="Google Shape;1038;p67"/>
          <p:cNvSpPr txBox="1"/>
          <p:nvPr/>
        </p:nvSpPr>
        <p:spPr>
          <a:xfrm>
            <a:off x="6043612" y="3913187"/>
            <a:ext cx="13636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2500"/>
              <a:buFont typeface="Times New Roman"/>
              <a:buNone/>
            </a:pPr>
            <a:r>
              <a:rPr b="0" i="0" lang="en-US" sz="2500" u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Borrowed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2500"/>
              <a:buFont typeface="Times New Roman"/>
              <a:buNone/>
            </a:pPr>
            <a:r>
              <a:rPr b="0" i="0" lang="en-US" sz="2500" u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by</a:t>
            </a:r>
            <a:endParaRPr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44" name="Shape 10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5" name="Google Shape;1045;p68"/>
          <p:cNvSpPr txBox="1"/>
          <p:nvPr/>
        </p:nvSpPr>
        <p:spPr>
          <a:xfrm>
            <a:off x="701675" y="0"/>
            <a:ext cx="7797800" cy="1139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Association Implementation: Example 2</a:t>
            </a:r>
            <a:endParaRPr/>
          </a:p>
        </p:txBody>
      </p:sp>
      <p:sp>
        <p:nvSpPr>
          <p:cNvPr id="1046" name="Google Shape;1046;p68"/>
          <p:cNvSpPr txBox="1"/>
          <p:nvPr/>
        </p:nvSpPr>
        <p:spPr>
          <a:xfrm>
            <a:off x="631825" y="1389062"/>
            <a:ext cx="1752600" cy="763587"/>
          </a:xfrm>
          <a:prstGeom prst="rect">
            <a:avLst/>
          </a:prstGeom>
          <a:solidFill>
            <a:srgbClr val="FFCCFF"/>
          </a:solidFill>
          <a:ln cap="sq" cmpd="sng" w="284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50400" lIns="100800" spcFirstLastPara="1" rIns="100800" wrap="square" tIns="50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3100"/>
              <a:buFont typeface="Times New Roman"/>
              <a:buNone/>
            </a:pPr>
            <a:r>
              <a:rPr b="0" i="0" lang="en-US" sz="3100" u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Student</a:t>
            </a:r>
            <a:endParaRPr/>
          </a:p>
        </p:txBody>
      </p:sp>
      <p:sp>
        <p:nvSpPr>
          <p:cNvPr id="1047" name="Google Shape;1047;p68"/>
          <p:cNvSpPr txBox="1"/>
          <p:nvPr/>
        </p:nvSpPr>
        <p:spPr>
          <a:xfrm>
            <a:off x="6577012" y="1465262"/>
            <a:ext cx="1828800" cy="687387"/>
          </a:xfrm>
          <a:prstGeom prst="rect">
            <a:avLst/>
          </a:prstGeom>
          <a:solidFill>
            <a:srgbClr val="00CC99"/>
          </a:solidFill>
          <a:ln cap="sq" cmpd="sng" w="284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50400" lIns="100800" spcFirstLastPara="1" rIns="100800" wrap="square" tIns="50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3100"/>
              <a:buFont typeface="Times New Roman"/>
              <a:buNone/>
            </a:pPr>
            <a:r>
              <a:rPr b="0" i="0" lang="en-US" sz="3100" u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Course</a:t>
            </a:r>
            <a:endParaRPr/>
          </a:p>
        </p:txBody>
      </p:sp>
      <p:cxnSp>
        <p:nvCxnSpPr>
          <p:cNvPr id="1048" name="Google Shape;1048;p68"/>
          <p:cNvCxnSpPr/>
          <p:nvPr/>
        </p:nvCxnSpPr>
        <p:spPr>
          <a:xfrm flipH="1" rot="10800000">
            <a:off x="2384425" y="1836737"/>
            <a:ext cx="4192587" cy="14287"/>
          </a:xfrm>
          <a:prstGeom prst="straightConnector1">
            <a:avLst/>
          </a:prstGeom>
          <a:noFill/>
          <a:ln cap="sq" cmpd="sng" w="38150">
            <a:solidFill>
              <a:srgbClr val="000000"/>
            </a:solidFill>
            <a:prstDash val="solid"/>
            <a:miter lim="800000"/>
            <a:headEnd len="lg" w="lg" type="stealth"/>
            <a:tailEnd len="lg" w="lg" type="stealth"/>
          </a:ln>
        </p:spPr>
      </p:cxnSp>
      <p:sp>
        <p:nvSpPr>
          <p:cNvPr id="1049" name="Google Shape;1049;p68"/>
          <p:cNvSpPr txBox="1"/>
          <p:nvPr/>
        </p:nvSpPr>
        <p:spPr>
          <a:xfrm>
            <a:off x="2444750" y="1362075"/>
            <a:ext cx="180975" cy="4524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50" name="Google Shape;1050;p68"/>
          <p:cNvSpPr txBox="1"/>
          <p:nvPr/>
        </p:nvSpPr>
        <p:spPr>
          <a:xfrm>
            <a:off x="5180012" y="1309687"/>
            <a:ext cx="1220787" cy="528637"/>
          </a:xfrm>
          <a:prstGeom prst="rect">
            <a:avLst/>
          </a:prstGeom>
          <a:noFill/>
          <a:ln>
            <a:noFill/>
          </a:ln>
        </p:spPr>
        <p:txBody>
          <a:bodyPr anchorCtr="0" anchor="t" bIns="50400" lIns="100800" spcFirstLastPara="1" rIns="100800" wrap="square" tIns="504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2600"/>
              <a:buFont typeface="Times New Roman"/>
              <a:buNone/>
            </a:pPr>
            <a:r>
              <a:rPr b="0" i="0" lang="en-US" sz="2600" u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credits</a:t>
            </a:r>
            <a:endParaRPr/>
          </a:p>
        </p:txBody>
      </p:sp>
      <p:sp>
        <p:nvSpPr>
          <p:cNvPr id="1051" name="Google Shape;1051;p68"/>
          <p:cNvSpPr txBox="1"/>
          <p:nvPr/>
        </p:nvSpPr>
        <p:spPr>
          <a:xfrm>
            <a:off x="2498725" y="1838325"/>
            <a:ext cx="1227137" cy="436562"/>
          </a:xfrm>
          <a:prstGeom prst="rect">
            <a:avLst/>
          </a:prstGeom>
          <a:noFill/>
          <a:ln>
            <a:noFill/>
          </a:ln>
        </p:spPr>
        <p:txBody>
          <a:bodyPr anchorCtr="0" anchor="t" bIns="50400" lIns="100800" spcFirstLastPara="1" rIns="100800" wrap="square" tIns="504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2200"/>
              <a:buFont typeface="Times New Roman"/>
              <a:buNone/>
            </a:pPr>
            <a:r>
              <a:rPr b="0" i="0" lang="en-US" sz="2200" u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1..300</a:t>
            </a:r>
            <a:endParaRPr/>
          </a:p>
        </p:txBody>
      </p:sp>
      <p:sp>
        <p:nvSpPr>
          <p:cNvPr id="1052" name="Google Shape;1052;p68"/>
          <p:cNvSpPr txBox="1"/>
          <p:nvPr/>
        </p:nvSpPr>
        <p:spPr>
          <a:xfrm>
            <a:off x="5051425" y="1355725"/>
            <a:ext cx="1425575" cy="4524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53" name="Google Shape;1053;p68"/>
          <p:cNvSpPr txBox="1"/>
          <p:nvPr/>
        </p:nvSpPr>
        <p:spPr>
          <a:xfrm>
            <a:off x="5789612" y="1838325"/>
            <a:ext cx="622300" cy="436562"/>
          </a:xfrm>
          <a:prstGeom prst="rect">
            <a:avLst/>
          </a:prstGeom>
          <a:noFill/>
          <a:ln>
            <a:noFill/>
          </a:ln>
        </p:spPr>
        <p:txBody>
          <a:bodyPr anchorCtr="0" anchor="t" bIns="50400" lIns="100800" spcFirstLastPara="1" rIns="100800" wrap="square" tIns="504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2200"/>
              <a:buFont typeface="Times New Roman"/>
              <a:buNone/>
            </a:pPr>
            <a:r>
              <a:rPr b="0" i="0" lang="en-US" sz="2200" u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1..5</a:t>
            </a:r>
            <a:endParaRPr/>
          </a:p>
        </p:txBody>
      </p:sp>
      <p:sp>
        <p:nvSpPr>
          <p:cNvPr id="1054" name="Google Shape;1054;p68"/>
          <p:cNvSpPr txBox="1"/>
          <p:nvPr/>
        </p:nvSpPr>
        <p:spPr>
          <a:xfrm>
            <a:off x="2379662" y="1339850"/>
            <a:ext cx="2557462" cy="496887"/>
          </a:xfrm>
          <a:prstGeom prst="rect">
            <a:avLst/>
          </a:prstGeom>
          <a:noFill/>
          <a:ln>
            <a:noFill/>
          </a:ln>
        </p:spPr>
        <p:txBody>
          <a:bodyPr anchorCtr="0" anchor="t" bIns="50400" lIns="100800" spcFirstLastPara="1" rIns="100800" wrap="square" tIns="504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2600"/>
              <a:buFont typeface="Times New Roman"/>
              <a:buNone/>
            </a:pPr>
            <a:r>
              <a:rPr b="0" i="0" lang="en-US" sz="2600" u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hasEnrolmentOf</a:t>
            </a:r>
            <a:endParaRPr/>
          </a:p>
        </p:txBody>
      </p:sp>
      <p:sp>
        <p:nvSpPr>
          <p:cNvPr id="1055" name="Google Shape;1055;p68"/>
          <p:cNvSpPr txBox="1"/>
          <p:nvPr/>
        </p:nvSpPr>
        <p:spPr>
          <a:xfrm>
            <a:off x="217487" y="2460625"/>
            <a:ext cx="8858250" cy="4368800"/>
          </a:xfrm>
          <a:prstGeom prst="rect">
            <a:avLst/>
          </a:prstGeom>
          <a:solidFill>
            <a:srgbClr val="FFFFCC"/>
          </a:solidFill>
          <a:ln cap="sq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14325" lvl="0" marL="4222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00"/>
              </a:buClr>
              <a:buSzPts val="3200"/>
              <a:buFont typeface="Times New Roman"/>
              <a:buNone/>
            </a:pPr>
            <a:r>
              <a:rPr b="0" i="0" lang="en-US" sz="3200" u="non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 Student {                  Observe the</a:t>
            </a:r>
            <a:endParaRPr/>
          </a:p>
          <a:p>
            <a:pPr indent="-314325" lvl="0" marL="422275" marR="0" rtl="0" algn="l">
              <a:lnSpc>
                <a:spcPct val="90000"/>
              </a:lnSpc>
              <a:spcBef>
                <a:spcPts val="1300"/>
              </a:spcBef>
              <a:spcAft>
                <a:spcPts val="0"/>
              </a:spcAft>
              <a:buClr>
                <a:srgbClr val="003300"/>
              </a:buClr>
              <a:buSzPts val="3200"/>
              <a:buFont typeface="Times New Roman"/>
              <a:buNone/>
            </a:pPr>
            <a:r>
              <a:rPr b="0" i="0" lang="en-US" sz="3200" u="non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Course credits[5];       </a:t>
            </a:r>
            <a:r>
              <a:rPr lang="en-US" sz="3200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</a:t>
            </a:r>
            <a:r>
              <a:rPr b="0" i="0" lang="en-US" sz="3200" u="non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Navigation</a:t>
            </a:r>
            <a:endParaRPr/>
          </a:p>
          <a:p>
            <a:pPr indent="-314325" lvl="0" marL="422275" marR="0" rtl="0" algn="l">
              <a:lnSpc>
                <a:spcPct val="90000"/>
              </a:lnSpc>
              <a:spcBef>
                <a:spcPts val="1300"/>
              </a:spcBef>
              <a:spcAft>
                <a:spcPts val="0"/>
              </a:spcAft>
              <a:buClr>
                <a:srgbClr val="003300"/>
              </a:buClr>
              <a:buSzPts val="3200"/>
              <a:buFont typeface="Times New Roman"/>
              <a:buNone/>
            </a:pPr>
            <a:r>
              <a:rPr b="0" i="0" lang="en-US" sz="3200" u="non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…</a:t>
            </a:r>
            <a:endParaRPr/>
          </a:p>
          <a:p>
            <a:pPr indent="-314325" lvl="0" marL="422275" marR="0" rtl="0" algn="l">
              <a:lnSpc>
                <a:spcPct val="90000"/>
              </a:lnSpc>
              <a:spcBef>
                <a:spcPts val="1300"/>
              </a:spcBef>
              <a:spcAft>
                <a:spcPts val="0"/>
              </a:spcAft>
              <a:buClr>
                <a:srgbClr val="003300"/>
              </a:buClr>
              <a:buSzPts val="3200"/>
              <a:buFont typeface="Times New Roman"/>
              <a:buNone/>
            </a:pPr>
            <a:r>
              <a:rPr b="0" i="0" lang="en-US" sz="3200" u="non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  <a:p>
            <a:pPr indent="-314325" lvl="0" marL="422275" marR="0" rtl="0" algn="l">
              <a:lnSpc>
                <a:spcPct val="90000"/>
              </a:lnSpc>
              <a:spcBef>
                <a:spcPts val="1300"/>
              </a:spcBef>
              <a:spcAft>
                <a:spcPts val="0"/>
              </a:spcAft>
              <a:buClr>
                <a:srgbClr val="003300"/>
              </a:buClr>
              <a:buSzPts val="3200"/>
              <a:buFont typeface="Times New Roman"/>
              <a:buNone/>
            </a:pPr>
            <a:r>
              <a:rPr b="0" i="0" lang="en-US" sz="3200" u="non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 Course {</a:t>
            </a:r>
            <a:endParaRPr/>
          </a:p>
          <a:p>
            <a:pPr indent="-314325" lvl="0" marL="422275" marR="0" rtl="0" algn="l">
              <a:lnSpc>
                <a:spcPct val="90000"/>
              </a:lnSpc>
              <a:spcBef>
                <a:spcPts val="1300"/>
              </a:spcBef>
              <a:spcAft>
                <a:spcPts val="0"/>
              </a:spcAft>
              <a:buClr>
                <a:srgbClr val="003300"/>
              </a:buClr>
              <a:buSzPts val="3200"/>
              <a:buFont typeface="Times New Roman"/>
              <a:buNone/>
            </a:pPr>
            <a:r>
              <a:rPr b="0" i="0" lang="en-US" sz="3200" u="non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Student hasEnrolmentOf[300];</a:t>
            </a:r>
            <a:endParaRPr/>
          </a:p>
          <a:p>
            <a:pPr indent="-314325" lvl="0" marL="422275" marR="0" rtl="0" algn="l">
              <a:lnSpc>
                <a:spcPct val="90000"/>
              </a:lnSpc>
              <a:spcBef>
                <a:spcPts val="1300"/>
              </a:spcBef>
              <a:spcAft>
                <a:spcPts val="0"/>
              </a:spcAft>
              <a:buClr>
                <a:srgbClr val="003300"/>
              </a:buClr>
              <a:buSzPts val="3200"/>
              <a:buFont typeface="Times New Roman"/>
              <a:buNone/>
            </a:pPr>
            <a:r>
              <a:rPr b="0" i="0" lang="en-US" sz="3200" u="non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…</a:t>
            </a:r>
            <a:endParaRPr/>
          </a:p>
          <a:p>
            <a:pPr indent="-314325" lvl="0" marL="422275" marR="0" rtl="0" algn="l">
              <a:lnSpc>
                <a:spcPct val="90000"/>
              </a:lnSpc>
              <a:spcBef>
                <a:spcPts val="1300"/>
              </a:spcBef>
              <a:spcAft>
                <a:spcPts val="0"/>
              </a:spcAft>
              <a:buClr>
                <a:srgbClr val="003300"/>
              </a:buClr>
              <a:buSzPts val="3200"/>
              <a:buFont typeface="Times New Roman"/>
              <a:buNone/>
            </a:pPr>
            <a:r>
              <a:rPr b="0" i="0" lang="en-US" sz="3200" u="non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None/>
            </a:pPr>
            <a:r>
              <a:t/>
            </a:r>
            <a:endParaRPr b="0" i="0" sz="3200" u="none">
              <a:solidFill>
                <a:srgbClr val="0033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56" name="Google Shape;1056;p68"/>
          <p:cNvSpPr txBox="1"/>
          <p:nvPr/>
        </p:nvSpPr>
        <p:spPr>
          <a:xfrm>
            <a:off x="3673475" y="1838325"/>
            <a:ext cx="1244600" cy="496887"/>
          </a:xfrm>
          <a:prstGeom prst="rect">
            <a:avLst/>
          </a:prstGeom>
          <a:noFill/>
          <a:ln>
            <a:noFill/>
          </a:ln>
        </p:spPr>
        <p:txBody>
          <a:bodyPr anchorCtr="0" anchor="t" bIns="50400" lIns="100800" spcFirstLastPara="1" rIns="100800" wrap="square" tIns="504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2600"/>
              <a:buFont typeface="Times New Roman"/>
              <a:buNone/>
            </a:pPr>
            <a:r>
              <a:rPr b="0" i="0" lang="en-US" sz="2600" u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enrols</a:t>
            </a:r>
            <a:endParaRPr/>
          </a:p>
        </p:txBody>
      </p:sp>
      <p:pic>
        <p:nvPicPr>
          <p:cNvPr id="1057" name="Google Shape;1057;p6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94237" y="1914525"/>
            <a:ext cx="165100" cy="276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63" name="Shape 10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" name="Google Shape;1064;p69"/>
          <p:cNvSpPr txBox="1"/>
          <p:nvPr/>
        </p:nvSpPr>
        <p:spPr>
          <a:xfrm>
            <a:off x="3581400" y="3867150"/>
            <a:ext cx="1479550" cy="496887"/>
          </a:xfrm>
          <a:prstGeom prst="rect">
            <a:avLst/>
          </a:prstGeom>
          <a:noFill/>
          <a:ln cap="sq" cmpd="sng" w="28425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50400" lIns="100800" spcFirstLastPara="1" rIns="100800" wrap="square" tIns="504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Times New Roman"/>
              <a:buNone/>
            </a:pPr>
            <a:r>
              <a:rPr b="0" i="0" lang="en-US" sz="26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works for</a:t>
            </a:r>
            <a:endParaRPr/>
          </a:p>
        </p:txBody>
      </p:sp>
      <p:sp>
        <p:nvSpPr>
          <p:cNvPr id="1065" name="Google Shape;1065;p69"/>
          <p:cNvSpPr txBox="1"/>
          <p:nvPr/>
        </p:nvSpPr>
        <p:spPr>
          <a:xfrm>
            <a:off x="701675" y="0"/>
            <a:ext cx="7797800" cy="1139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1" i="0" lang="en-US" sz="5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Association Example 2</a:t>
            </a:r>
            <a:endParaRPr/>
          </a:p>
        </p:txBody>
      </p:sp>
      <p:sp>
        <p:nvSpPr>
          <p:cNvPr id="1066" name="Google Shape;1066;p69"/>
          <p:cNvSpPr txBox="1"/>
          <p:nvPr/>
        </p:nvSpPr>
        <p:spPr>
          <a:xfrm>
            <a:off x="584200" y="1216025"/>
            <a:ext cx="8559800" cy="40782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39725" lvl="0" marL="339725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1" i="0" lang="en-US" sz="2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Person works for a Company.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None/>
            </a:pPr>
            <a:r>
              <a:t/>
            </a:r>
            <a:endParaRPr b="1" i="0" sz="28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7" name="Google Shape;1067;p69"/>
          <p:cNvSpPr txBox="1"/>
          <p:nvPr/>
        </p:nvSpPr>
        <p:spPr>
          <a:xfrm>
            <a:off x="762000" y="3087687"/>
            <a:ext cx="1752600" cy="1181100"/>
          </a:xfrm>
          <a:prstGeom prst="rect">
            <a:avLst/>
          </a:prstGeom>
          <a:solidFill>
            <a:srgbClr val="FF9933"/>
          </a:solidFill>
          <a:ln cap="sq" cmpd="sng" w="284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50400" lIns="100800" spcFirstLastPara="1" rIns="100800" wrap="square" tIns="50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Times New Roman"/>
              <a:buNone/>
            </a:pPr>
            <a:r>
              <a:rPr b="0" i="0" lang="en-US" sz="39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Person</a:t>
            </a:r>
            <a:endParaRPr/>
          </a:p>
        </p:txBody>
      </p:sp>
      <p:sp>
        <p:nvSpPr>
          <p:cNvPr id="1068" name="Google Shape;1068;p69"/>
          <p:cNvSpPr txBox="1"/>
          <p:nvPr/>
        </p:nvSpPr>
        <p:spPr>
          <a:xfrm>
            <a:off x="6629400" y="3205162"/>
            <a:ext cx="1828800" cy="1062037"/>
          </a:xfrm>
          <a:prstGeom prst="rect">
            <a:avLst/>
          </a:prstGeom>
          <a:solidFill>
            <a:srgbClr val="66FFFF"/>
          </a:solidFill>
          <a:ln cap="sq" cmpd="sng" w="284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50400" lIns="100800" spcFirstLastPara="1" rIns="100800" wrap="square" tIns="50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Times New Roman"/>
              <a:buNone/>
            </a:pPr>
            <a:r>
              <a:rPr b="0" i="0" lang="en-US" sz="35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Company</a:t>
            </a:r>
            <a:endParaRPr/>
          </a:p>
        </p:txBody>
      </p:sp>
      <p:cxnSp>
        <p:nvCxnSpPr>
          <p:cNvPr id="1069" name="Google Shape;1069;p69"/>
          <p:cNvCxnSpPr/>
          <p:nvPr/>
        </p:nvCxnSpPr>
        <p:spPr>
          <a:xfrm>
            <a:off x="2514600" y="3960812"/>
            <a:ext cx="4116387" cy="3175"/>
          </a:xfrm>
          <a:prstGeom prst="straightConnector1">
            <a:avLst/>
          </a:prstGeom>
          <a:noFill/>
          <a:ln cap="sq" cmpd="sng" w="38150">
            <a:solidFill>
              <a:srgbClr val="0000CC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1070" name="Google Shape;1070;p69"/>
          <p:cNvSpPr txBox="1"/>
          <p:nvPr/>
        </p:nvSpPr>
        <p:spPr>
          <a:xfrm>
            <a:off x="2590800" y="3352800"/>
            <a:ext cx="1287462" cy="436562"/>
          </a:xfrm>
          <a:prstGeom prst="rect">
            <a:avLst/>
          </a:prstGeom>
          <a:noFill/>
          <a:ln cap="sq" cmpd="sng" w="28425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50400" lIns="100800" spcFirstLastPara="1" rIns="100800" wrap="square" tIns="504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</a:pPr>
            <a:r>
              <a:rPr b="0" i="0" lang="en-US" sz="2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employee</a:t>
            </a:r>
            <a:endParaRPr/>
          </a:p>
        </p:txBody>
      </p:sp>
      <p:sp>
        <p:nvSpPr>
          <p:cNvPr id="1071" name="Google Shape;1071;p69"/>
          <p:cNvSpPr txBox="1"/>
          <p:nvPr/>
        </p:nvSpPr>
        <p:spPr>
          <a:xfrm>
            <a:off x="5122862" y="3421062"/>
            <a:ext cx="1452562" cy="436562"/>
          </a:xfrm>
          <a:prstGeom prst="rect">
            <a:avLst/>
          </a:prstGeom>
          <a:noFill/>
          <a:ln cap="sq" cmpd="sng" w="28425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50400" lIns="100800" spcFirstLastPara="1" rIns="100800" wrap="square" tIns="504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</a:pPr>
            <a:r>
              <a:rPr b="0" i="0" lang="en-US" sz="2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employer</a:t>
            </a:r>
            <a:endParaRPr/>
          </a:p>
        </p:txBody>
      </p:sp>
      <p:sp>
        <p:nvSpPr>
          <p:cNvPr id="1072" name="Google Shape;1072;p69"/>
          <p:cNvSpPr/>
          <p:nvPr/>
        </p:nvSpPr>
        <p:spPr>
          <a:xfrm rot="5700000">
            <a:off x="5165725" y="4083050"/>
            <a:ext cx="354012" cy="150812"/>
          </a:xfrm>
          <a:prstGeom prst="triangle">
            <a:avLst>
              <a:gd fmla="val 50000" name="adj"/>
            </a:avLst>
          </a:prstGeom>
          <a:solidFill>
            <a:srgbClr val="0000CC"/>
          </a:solidFill>
          <a:ln cap="sq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73" name="Google Shape;1073;p69"/>
          <p:cNvSpPr txBox="1"/>
          <p:nvPr/>
        </p:nvSpPr>
        <p:spPr>
          <a:xfrm>
            <a:off x="3854450" y="4879975"/>
            <a:ext cx="2254250" cy="436562"/>
          </a:xfrm>
          <a:prstGeom prst="rect">
            <a:avLst/>
          </a:prstGeom>
          <a:noFill/>
          <a:ln>
            <a:noFill/>
          </a:ln>
        </p:spPr>
        <p:txBody>
          <a:bodyPr anchorCtr="0" anchor="t" bIns="50400" lIns="100800" spcFirstLastPara="1" rIns="100800" wrap="square" tIns="504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2200"/>
              <a:buFont typeface="Times New Roman"/>
              <a:buNone/>
            </a:pPr>
            <a:r>
              <a:rPr b="0" i="0" lang="en-US" sz="2200" u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Association Name</a:t>
            </a:r>
            <a:endParaRPr/>
          </a:p>
        </p:txBody>
      </p:sp>
      <p:cxnSp>
        <p:nvCxnSpPr>
          <p:cNvPr id="1074" name="Google Shape;1074;p69"/>
          <p:cNvCxnSpPr/>
          <p:nvPr/>
        </p:nvCxnSpPr>
        <p:spPr>
          <a:xfrm rot="10800000">
            <a:off x="4033837" y="4257675"/>
            <a:ext cx="1455737" cy="714375"/>
          </a:xfrm>
          <a:prstGeom prst="straightConnector1">
            <a:avLst/>
          </a:prstGeom>
          <a:noFill/>
          <a:ln cap="sq" cmpd="sng" w="38150">
            <a:solidFill>
              <a:srgbClr val="FC0128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1075" name="Google Shape;1075;p69"/>
          <p:cNvSpPr txBox="1"/>
          <p:nvPr/>
        </p:nvSpPr>
        <p:spPr>
          <a:xfrm>
            <a:off x="3522662" y="1908175"/>
            <a:ext cx="730250" cy="436562"/>
          </a:xfrm>
          <a:prstGeom prst="rect">
            <a:avLst/>
          </a:prstGeom>
          <a:noFill/>
          <a:ln>
            <a:noFill/>
          </a:ln>
        </p:spPr>
        <p:txBody>
          <a:bodyPr anchorCtr="0" anchor="t" bIns="50400" lIns="100800" spcFirstLastPara="1" rIns="100800" wrap="square" tIns="504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2200"/>
              <a:buFont typeface="Times New Roman"/>
              <a:buNone/>
            </a:pPr>
            <a:r>
              <a:rPr b="0" i="0" lang="en-US" sz="2200" u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Role</a:t>
            </a:r>
            <a:endParaRPr/>
          </a:p>
        </p:txBody>
      </p:sp>
      <p:cxnSp>
        <p:nvCxnSpPr>
          <p:cNvPr id="1076" name="Google Shape;1076;p69"/>
          <p:cNvCxnSpPr/>
          <p:nvPr/>
        </p:nvCxnSpPr>
        <p:spPr>
          <a:xfrm flipH="1">
            <a:off x="3048000" y="2322512"/>
            <a:ext cx="766762" cy="1103312"/>
          </a:xfrm>
          <a:prstGeom prst="straightConnector1">
            <a:avLst/>
          </a:prstGeom>
          <a:noFill/>
          <a:ln cap="sq" cmpd="sng" w="38150">
            <a:solidFill>
              <a:srgbClr val="FC0128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1077" name="Google Shape;1077;p69"/>
          <p:cNvCxnSpPr/>
          <p:nvPr/>
        </p:nvCxnSpPr>
        <p:spPr>
          <a:xfrm>
            <a:off x="3949700" y="2322512"/>
            <a:ext cx="1747837" cy="1114425"/>
          </a:xfrm>
          <a:prstGeom prst="straightConnector1">
            <a:avLst/>
          </a:prstGeom>
          <a:noFill/>
          <a:ln cap="sq" cmpd="sng" w="38150">
            <a:solidFill>
              <a:srgbClr val="FC0128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1078" name="Google Shape;1078;p69"/>
          <p:cNvSpPr txBox="1"/>
          <p:nvPr/>
        </p:nvSpPr>
        <p:spPr>
          <a:xfrm>
            <a:off x="701675" y="5640387"/>
            <a:ext cx="781050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3200"/>
              <a:buFont typeface="Times New Roman"/>
              <a:buNone/>
            </a:pPr>
            <a:r>
              <a:rPr b="0" i="0" lang="en-US" sz="3200" u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Observe: Implicit bidirectional navigation</a:t>
            </a:r>
            <a:endParaRPr/>
          </a:p>
        </p:txBody>
      </p:sp>
      <p:sp>
        <p:nvSpPr>
          <p:cNvPr id="1079" name="Google Shape;1079;p69"/>
          <p:cNvSpPr txBox="1"/>
          <p:nvPr/>
        </p:nvSpPr>
        <p:spPr>
          <a:xfrm>
            <a:off x="5005387" y="1925637"/>
            <a:ext cx="3548062" cy="436562"/>
          </a:xfrm>
          <a:prstGeom prst="rect">
            <a:avLst/>
          </a:prstGeom>
          <a:noFill/>
          <a:ln>
            <a:noFill/>
          </a:ln>
        </p:spPr>
        <p:txBody>
          <a:bodyPr anchorCtr="0" anchor="t" bIns="50400" lIns="100800" spcFirstLastPara="1" rIns="100800" wrap="square" tIns="504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2200"/>
              <a:buFont typeface="Times New Roman"/>
              <a:buNone/>
            </a:pPr>
            <a:r>
              <a:rPr b="0" i="0" lang="en-US" sz="2200" u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Implicit attribute of Company</a:t>
            </a:r>
            <a:endParaRPr/>
          </a:p>
        </p:txBody>
      </p:sp>
      <p:cxnSp>
        <p:nvCxnSpPr>
          <p:cNvPr id="1080" name="Google Shape;1080;p69"/>
          <p:cNvCxnSpPr/>
          <p:nvPr/>
        </p:nvCxnSpPr>
        <p:spPr>
          <a:xfrm flipH="1">
            <a:off x="3532187" y="2254250"/>
            <a:ext cx="1735137" cy="1174750"/>
          </a:xfrm>
          <a:prstGeom prst="straightConnector1">
            <a:avLst/>
          </a:prstGeom>
          <a:noFill/>
          <a:ln cap="sq" cmpd="sng" w="38150">
            <a:solidFill>
              <a:srgbClr val="003300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1081" name="Google Shape;1081;p69"/>
          <p:cNvCxnSpPr/>
          <p:nvPr/>
        </p:nvCxnSpPr>
        <p:spPr>
          <a:xfrm flipH="1">
            <a:off x="5743575" y="2806700"/>
            <a:ext cx="352425" cy="690562"/>
          </a:xfrm>
          <a:prstGeom prst="straightConnector1">
            <a:avLst/>
          </a:prstGeom>
          <a:noFill/>
          <a:ln cap="sq" cmpd="sng" w="38150">
            <a:solidFill>
              <a:srgbClr val="003300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1082" name="Google Shape;1082;p69"/>
          <p:cNvSpPr txBox="1"/>
          <p:nvPr/>
        </p:nvSpPr>
        <p:spPr>
          <a:xfrm>
            <a:off x="5370512" y="2530475"/>
            <a:ext cx="3221037" cy="436562"/>
          </a:xfrm>
          <a:prstGeom prst="rect">
            <a:avLst/>
          </a:prstGeom>
          <a:noFill/>
          <a:ln>
            <a:noFill/>
          </a:ln>
        </p:spPr>
        <p:txBody>
          <a:bodyPr anchorCtr="0" anchor="t" bIns="50400" lIns="100800" spcFirstLastPara="1" rIns="100800" wrap="square" tIns="504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2200"/>
              <a:buFont typeface="Times New Roman"/>
              <a:buNone/>
            </a:pPr>
            <a:r>
              <a:rPr b="0" i="0" lang="en-US" sz="2200" u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Implicit attribute of Person</a:t>
            </a:r>
            <a:endParaRPr/>
          </a:p>
        </p:txBody>
      </p:sp>
      <p:sp>
        <p:nvSpPr>
          <p:cNvPr id="1083" name="Google Shape;1083;p69"/>
          <p:cNvSpPr txBox="1"/>
          <p:nvPr/>
        </p:nvSpPr>
        <p:spPr>
          <a:xfrm>
            <a:off x="839787" y="6262687"/>
            <a:ext cx="781050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3200"/>
              <a:buFont typeface="Times New Roman"/>
              <a:buNone/>
            </a:pPr>
            <a:r>
              <a:rPr b="0" i="0" lang="en-US" sz="3200" u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Implementation?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CC"/>
        </a:solidFill>
      </p:bgPr>
    </p:bg>
    <p:spTree>
      <p:nvGrpSpPr>
        <p:cNvPr id="1089" name="Shape 10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0" name="Google Shape;1090;p70"/>
          <p:cNvSpPr txBox="1"/>
          <p:nvPr/>
        </p:nvSpPr>
        <p:spPr>
          <a:xfrm>
            <a:off x="701675" y="-234950"/>
            <a:ext cx="7797800" cy="1139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Example 2 Implementation </a:t>
            </a:r>
            <a:endParaRPr/>
          </a:p>
        </p:txBody>
      </p:sp>
      <p:sp>
        <p:nvSpPr>
          <p:cNvPr id="1091" name="Google Shape;1091;p70"/>
          <p:cNvSpPr txBox="1"/>
          <p:nvPr/>
        </p:nvSpPr>
        <p:spPr>
          <a:xfrm>
            <a:off x="217487" y="2668587"/>
            <a:ext cx="8086725" cy="327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8950" lIns="99700" spcFirstLastPara="1" rIns="99700" wrap="square" tIns="48950">
            <a:noAutofit/>
          </a:bodyPr>
          <a:lstStyle/>
          <a:p>
            <a:pPr indent="-282575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2800"/>
              <a:buFont typeface="Times New Roman"/>
              <a:buNone/>
            </a:pPr>
            <a:r>
              <a:rPr b="0" i="0" lang="en-US" sz="2800" u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public class Person {</a:t>
            </a:r>
            <a:endParaRPr/>
          </a:p>
          <a:p>
            <a:pPr indent="-282575" lvl="0" marL="28575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CC"/>
              </a:buClr>
              <a:buSzPts val="2800"/>
              <a:buFont typeface="Times New Roman"/>
              <a:buNone/>
            </a:pPr>
            <a:r>
              <a:rPr b="0" i="0" lang="en-US" sz="2800" u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private Company employer;</a:t>
            </a:r>
            <a:endParaRPr/>
          </a:p>
          <a:p>
            <a:pPr indent="-282575" lvl="0" marL="28575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CC"/>
              </a:buClr>
              <a:buSzPts val="2800"/>
              <a:buFont typeface="Times New Roman"/>
              <a:buNone/>
            </a:pPr>
            <a:r>
              <a:rPr b="0" i="0" lang="en-US" sz="2800" u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public Company getWorksFor() {</a:t>
            </a:r>
            <a:endParaRPr/>
          </a:p>
          <a:p>
            <a:pPr indent="-282575" lvl="0" marL="28575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CC"/>
              </a:buClr>
              <a:buSzPts val="2800"/>
              <a:buFont typeface="Times New Roman"/>
              <a:buNone/>
            </a:pPr>
            <a:r>
              <a:rPr b="0" i="0" lang="en-US" sz="2800" u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return employer;</a:t>
            </a:r>
            <a:endParaRPr/>
          </a:p>
          <a:p>
            <a:pPr indent="-282575" lvl="0" marL="28575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CC"/>
              </a:buClr>
              <a:buSzPts val="2800"/>
              <a:buFont typeface="Times New Roman"/>
              <a:buNone/>
            </a:pPr>
            <a:r>
              <a:rPr b="0" i="0" lang="en-US" sz="2800" u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}</a:t>
            </a:r>
            <a:endParaRPr/>
          </a:p>
          <a:p>
            <a:pPr indent="-282575" lvl="0" marL="28575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CC"/>
              </a:buClr>
              <a:buSzPts val="2800"/>
              <a:buFont typeface="Times New Roman"/>
              <a:buNone/>
            </a:pPr>
            <a:r>
              <a:rPr b="0" i="0" lang="en-US" sz="2800" u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public void setWorksFor(Company c) {</a:t>
            </a:r>
            <a:endParaRPr/>
          </a:p>
          <a:p>
            <a:pPr indent="-282575" lvl="0" marL="28575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CC"/>
              </a:buClr>
              <a:buSzPts val="2800"/>
              <a:buFont typeface="Times New Roman"/>
              <a:buNone/>
            </a:pPr>
            <a:r>
              <a:rPr b="0" i="0" lang="en-US" sz="2800" u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employer=c;</a:t>
            </a:r>
            <a:endParaRPr/>
          </a:p>
          <a:p>
            <a:pPr indent="-282575" lvl="0" marL="28575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CC"/>
              </a:buClr>
              <a:buSzPts val="2800"/>
              <a:buFont typeface="Times New Roman"/>
              <a:buNone/>
            </a:pPr>
            <a:r>
              <a:rPr b="0" i="0" lang="en-US" sz="2800" u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}</a:t>
            </a:r>
            <a:endParaRPr/>
          </a:p>
          <a:p>
            <a:pPr indent="-282575" lvl="0" marL="28575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CC"/>
              </a:buClr>
              <a:buSzPts val="2800"/>
              <a:buFont typeface="Times New Roman"/>
              <a:buNone/>
            </a:pPr>
            <a:r>
              <a:rPr b="0" i="0" lang="en-US" sz="2800" u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</p:txBody>
      </p:sp>
      <p:sp>
        <p:nvSpPr>
          <p:cNvPr id="1092" name="Google Shape;1092;p70"/>
          <p:cNvSpPr txBox="1"/>
          <p:nvPr/>
        </p:nvSpPr>
        <p:spPr>
          <a:xfrm>
            <a:off x="355600" y="663575"/>
            <a:ext cx="8304212" cy="3359150"/>
          </a:xfrm>
          <a:prstGeom prst="rect">
            <a:avLst/>
          </a:prstGeom>
          <a:noFill/>
          <a:ln>
            <a:noFill/>
          </a:ln>
        </p:spPr>
        <p:txBody>
          <a:bodyPr anchorCtr="0" anchor="t" bIns="48950" lIns="99700" spcFirstLastPara="1" rIns="99700" wrap="square" tIns="48950">
            <a:noAutofit/>
          </a:bodyPr>
          <a:lstStyle/>
          <a:p>
            <a:pPr indent="-282575" lvl="0" marL="28575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2800"/>
              <a:buFont typeface="Times New Roman"/>
              <a:buNone/>
            </a:pPr>
            <a:r>
              <a:rPr b="0" i="0" lang="en-US" sz="2800" u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public class Company {</a:t>
            </a:r>
            <a:endParaRPr/>
          </a:p>
          <a:p>
            <a:pPr indent="-282575" lvl="0" marL="285750" marR="0" rtl="0" algn="l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>
                <a:srgbClr val="0000CC"/>
              </a:buClr>
              <a:buSzPts val="2800"/>
              <a:buFont typeface="Times New Roman"/>
              <a:buNone/>
            </a:pPr>
            <a:r>
              <a:rPr b="0" i="0" lang="en-US" sz="2800" u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private Person employee;</a:t>
            </a:r>
            <a:endParaRPr/>
          </a:p>
          <a:p>
            <a:pPr indent="-282575" lvl="0" marL="285750" marR="0" rtl="0" algn="l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>
                <a:srgbClr val="0000CC"/>
              </a:buClr>
              <a:buSzPts val="2800"/>
              <a:buFont typeface="Times New Roman"/>
              <a:buNone/>
            </a:pPr>
            <a:r>
              <a:rPr b="0" i="0" lang="en-US" sz="2800" u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public void setCompany(Person p){ employee=p;}</a:t>
            </a:r>
            <a:endParaRPr/>
          </a:p>
          <a:p>
            <a:pPr indent="-282575" lvl="0" marL="285750" marR="0" rtl="0" algn="l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>
                <a:srgbClr val="0000CC"/>
              </a:buClr>
              <a:buSzPts val="2800"/>
              <a:buFont typeface="Times New Roman"/>
              <a:buNone/>
            </a:pPr>
            <a:r>
              <a:rPr b="0" i="0" lang="en-US" sz="2800" u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98" name="Shape 10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" name="Google Shape;1099;p71"/>
          <p:cNvSpPr txBox="1"/>
          <p:nvPr/>
        </p:nvSpPr>
        <p:spPr>
          <a:xfrm>
            <a:off x="644525" y="0"/>
            <a:ext cx="8143875" cy="1139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Code for Association Multiplicity</a:t>
            </a:r>
            <a:endParaRPr/>
          </a:p>
        </p:txBody>
      </p:sp>
      <p:sp>
        <p:nvSpPr>
          <p:cNvPr id="1100" name="Google Shape;1100;p71"/>
          <p:cNvSpPr txBox="1"/>
          <p:nvPr/>
        </p:nvSpPr>
        <p:spPr>
          <a:xfrm>
            <a:off x="217487" y="1077912"/>
            <a:ext cx="8926512" cy="5710237"/>
          </a:xfrm>
          <a:prstGeom prst="rect">
            <a:avLst/>
          </a:prstGeom>
          <a:solidFill>
            <a:srgbClr val="CCFFCC"/>
          </a:solidFill>
          <a:ln cap="sq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14325" lvl="0" marL="422275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class Customer{</a:t>
            </a:r>
            <a:endParaRPr/>
          </a:p>
          <a:p>
            <a:pPr indent="-314325" lvl="0" marL="422275" marR="0" rtl="0" algn="l">
              <a:lnSpc>
                <a:spcPct val="110000"/>
              </a:lnSpc>
              <a:spcBef>
                <a:spcPts val="1600"/>
              </a:spcBef>
              <a:spcAft>
                <a:spcPts val="0"/>
              </a:spcAft>
              <a:buClr>
                <a:srgbClr val="0000CC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		    private ArrayList &lt;Account&gt; accounts = 				            new ArrayList&lt;Account&gt;();</a:t>
            </a:r>
            <a:endParaRPr/>
          </a:p>
          <a:p>
            <a:pPr indent="-314325" lvl="0" marL="422275" marR="0" rtl="0" algn="l">
              <a:lnSpc>
                <a:spcPct val="110000"/>
              </a:lnSpc>
              <a:spcBef>
                <a:spcPts val="1600"/>
              </a:spcBef>
              <a:spcAft>
                <a:spcPts val="0"/>
              </a:spcAft>
              <a:buClr>
                <a:srgbClr val="0000CC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    public Customer() {</a:t>
            </a:r>
            <a:endParaRPr/>
          </a:p>
          <a:p>
            <a:pPr indent="-314325" lvl="0" marL="422275" marR="0" rtl="0" algn="l">
              <a:lnSpc>
                <a:spcPct val="110000"/>
              </a:lnSpc>
              <a:spcBef>
                <a:spcPts val="1600"/>
              </a:spcBef>
              <a:spcAft>
                <a:spcPts val="0"/>
              </a:spcAft>
              <a:buClr>
                <a:srgbClr val="0000CC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        Account defaultAccount = new Account();</a:t>
            </a:r>
            <a:endParaRPr/>
          </a:p>
          <a:p>
            <a:pPr indent="-314325" lvl="0" marL="422275" marR="0" rtl="0" algn="l">
              <a:lnSpc>
                <a:spcPct val="110000"/>
              </a:lnSpc>
              <a:spcBef>
                <a:spcPts val="1600"/>
              </a:spcBef>
              <a:spcAft>
                <a:spcPts val="0"/>
              </a:spcAft>
              <a:buClr>
                <a:srgbClr val="0000CC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          accounts.add(defaultAccount);</a:t>
            </a:r>
            <a:endParaRPr/>
          </a:p>
          <a:p>
            <a:pPr indent="-314325" lvl="0" marL="422275" marR="0" rtl="0" algn="l">
              <a:lnSpc>
                <a:spcPct val="110000"/>
              </a:lnSpc>
              <a:spcBef>
                <a:spcPts val="1600"/>
              </a:spcBef>
              <a:spcAft>
                <a:spcPts val="0"/>
              </a:spcAft>
              <a:buClr>
                <a:srgbClr val="0000CC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     }</a:t>
            </a:r>
            <a:endParaRPr/>
          </a:p>
          <a:p>
            <a:pPr indent="-314325" lvl="0" marL="422275" marR="0" rtl="0" algn="l">
              <a:lnSpc>
                <a:spcPct val="110000"/>
              </a:lnSpc>
              <a:spcBef>
                <a:spcPts val="1600"/>
              </a:spcBef>
              <a:spcAft>
                <a:spcPts val="0"/>
              </a:spcAft>
              <a:buClr>
                <a:srgbClr val="0000CC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/>
          </a:p>
        </p:txBody>
      </p:sp>
      <p:sp>
        <p:nvSpPr>
          <p:cNvPr id="1101" name="Google Shape;1101;p71"/>
          <p:cNvSpPr txBox="1"/>
          <p:nvPr/>
        </p:nvSpPr>
        <p:spPr>
          <a:xfrm>
            <a:off x="3189287" y="5861050"/>
            <a:ext cx="1449387" cy="747712"/>
          </a:xfrm>
          <a:prstGeom prst="rect">
            <a:avLst/>
          </a:prstGeom>
          <a:solidFill>
            <a:srgbClr val="FFCCFF"/>
          </a:solidFill>
          <a:ln cap="sq" cmpd="sng" w="284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50400" lIns="100800" spcFirstLastPara="1" rIns="100800" wrap="square" tIns="50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Customer</a:t>
            </a:r>
            <a:endParaRPr/>
          </a:p>
        </p:txBody>
      </p:sp>
      <p:sp>
        <p:nvSpPr>
          <p:cNvPr id="1102" name="Google Shape;1102;p71"/>
          <p:cNvSpPr txBox="1"/>
          <p:nvPr/>
        </p:nvSpPr>
        <p:spPr>
          <a:xfrm>
            <a:off x="7273925" y="5789612"/>
            <a:ext cx="1238250" cy="817562"/>
          </a:xfrm>
          <a:prstGeom prst="rect">
            <a:avLst/>
          </a:prstGeom>
          <a:solidFill>
            <a:srgbClr val="FFCCFF"/>
          </a:solidFill>
          <a:ln cap="sq" cmpd="sng" w="284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50400" lIns="100800" spcFirstLastPara="1" rIns="100800" wrap="square" tIns="50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Account</a:t>
            </a:r>
            <a:endParaRPr/>
          </a:p>
        </p:txBody>
      </p:sp>
      <p:cxnSp>
        <p:nvCxnSpPr>
          <p:cNvPr id="1103" name="Google Shape;1103;p71"/>
          <p:cNvCxnSpPr/>
          <p:nvPr/>
        </p:nvCxnSpPr>
        <p:spPr>
          <a:xfrm flipH="1" rot="10800000">
            <a:off x="4638675" y="6107112"/>
            <a:ext cx="2635250" cy="19050"/>
          </a:xfrm>
          <a:prstGeom prst="straightConnector1">
            <a:avLst/>
          </a:prstGeom>
          <a:noFill/>
          <a:ln cap="sq" cmpd="sng" w="38150">
            <a:solidFill>
              <a:srgbClr val="000000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1104" name="Google Shape;1104;p71"/>
          <p:cNvSpPr/>
          <p:nvPr/>
        </p:nvSpPr>
        <p:spPr>
          <a:xfrm rot="5400000">
            <a:off x="5868987" y="5881687"/>
            <a:ext cx="363537" cy="179387"/>
          </a:xfrm>
          <a:prstGeom prst="triangle">
            <a:avLst>
              <a:gd fmla="val 50000" name="adj"/>
            </a:avLst>
          </a:prstGeom>
          <a:solidFill>
            <a:srgbClr val="0000CC"/>
          </a:solidFill>
          <a:ln cap="sq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05" name="Google Shape;1105;p71"/>
          <p:cNvSpPr txBox="1"/>
          <p:nvPr/>
        </p:nvSpPr>
        <p:spPr>
          <a:xfrm>
            <a:off x="6577012" y="6135687"/>
            <a:ext cx="47625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2500"/>
              <a:buFont typeface="Times New Roman"/>
              <a:buNone/>
            </a:pPr>
            <a:r>
              <a:rPr b="0" i="0" lang="en-US" sz="2500" u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1..*</a:t>
            </a:r>
            <a:endParaRPr/>
          </a:p>
        </p:txBody>
      </p:sp>
      <p:sp>
        <p:nvSpPr>
          <p:cNvPr id="1106" name="Google Shape;1106;p71"/>
          <p:cNvSpPr txBox="1"/>
          <p:nvPr/>
        </p:nvSpPr>
        <p:spPr>
          <a:xfrm>
            <a:off x="4641850" y="6135687"/>
            <a:ext cx="190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3000"/>
              <a:buFont typeface="Times New Roman"/>
              <a:buNone/>
            </a:pPr>
            <a:r>
              <a:rPr b="0" i="0" lang="en-US" sz="3000" u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/>
          </a:p>
        </p:txBody>
      </p:sp>
      <p:sp>
        <p:nvSpPr>
          <p:cNvPr id="1107" name="Google Shape;1107;p71"/>
          <p:cNvSpPr txBox="1"/>
          <p:nvPr/>
        </p:nvSpPr>
        <p:spPr>
          <a:xfrm>
            <a:off x="5268912" y="5778500"/>
            <a:ext cx="13081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2500"/>
              <a:buFont typeface="Times New Roman"/>
              <a:buNone/>
            </a:pPr>
            <a:r>
              <a:rPr b="0" i="0" lang="en-US" sz="2500" u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has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0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0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0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0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0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0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0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13" name="Shape 1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4" name="Google Shape;1114;p72"/>
          <p:cNvSpPr txBox="1"/>
          <p:nvPr/>
        </p:nvSpPr>
        <p:spPr>
          <a:xfrm>
            <a:off x="701675" y="0"/>
            <a:ext cx="7797800" cy="1139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8950" lIns="99700" spcFirstLastPara="1" rIns="99700" wrap="square" tIns="489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1-1 Association Example 3</a:t>
            </a:r>
            <a:endParaRPr/>
          </a:p>
        </p:txBody>
      </p:sp>
      <p:sp>
        <p:nvSpPr>
          <p:cNvPr id="1115" name="Google Shape;1115;p72"/>
          <p:cNvSpPr txBox="1"/>
          <p:nvPr/>
        </p:nvSpPr>
        <p:spPr>
          <a:xfrm>
            <a:off x="5889625" y="1625600"/>
            <a:ext cx="2692400" cy="558800"/>
          </a:xfrm>
          <a:prstGeom prst="rect">
            <a:avLst/>
          </a:prstGeom>
          <a:solidFill>
            <a:srgbClr val="FFFF00"/>
          </a:solidFill>
          <a:ln cap="sq" cmpd="sng" w="2375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16" name="Google Shape;1116;p72"/>
          <p:cNvSpPr txBox="1"/>
          <p:nvPr/>
        </p:nvSpPr>
        <p:spPr>
          <a:xfrm>
            <a:off x="6808787" y="1719262"/>
            <a:ext cx="1204912" cy="4270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None/>
            </a:pPr>
            <a:r>
              <a:rPr b="0" i="0" lang="en-US" sz="2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Account</a:t>
            </a:r>
            <a:endParaRPr/>
          </a:p>
        </p:txBody>
      </p:sp>
      <p:sp>
        <p:nvSpPr>
          <p:cNvPr id="1117" name="Google Shape;1117;p72"/>
          <p:cNvSpPr txBox="1"/>
          <p:nvPr/>
        </p:nvSpPr>
        <p:spPr>
          <a:xfrm>
            <a:off x="1039812" y="1614487"/>
            <a:ext cx="2670175" cy="558800"/>
          </a:xfrm>
          <a:prstGeom prst="rect">
            <a:avLst/>
          </a:prstGeom>
          <a:solidFill>
            <a:srgbClr val="FFFF00"/>
          </a:solidFill>
          <a:ln cap="sq" cmpd="sng" w="2375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18" name="Google Shape;1118;p72"/>
          <p:cNvSpPr txBox="1"/>
          <p:nvPr/>
        </p:nvSpPr>
        <p:spPr>
          <a:xfrm>
            <a:off x="1785937" y="1719262"/>
            <a:ext cx="1501775" cy="4270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None/>
            </a:pPr>
            <a:r>
              <a:rPr b="0" i="0" lang="en-US" sz="2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Advertiser</a:t>
            </a:r>
            <a:endParaRPr/>
          </a:p>
        </p:txBody>
      </p:sp>
      <p:cxnSp>
        <p:nvCxnSpPr>
          <p:cNvPr id="1119" name="Google Shape;1119;p72"/>
          <p:cNvCxnSpPr/>
          <p:nvPr/>
        </p:nvCxnSpPr>
        <p:spPr>
          <a:xfrm flipH="1">
            <a:off x="3700462" y="1835150"/>
            <a:ext cx="2187575" cy="1587"/>
          </a:xfrm>
          <a:prstGeom prst="straightConnector1">
            <a:avLst/>
          </a:prstGeom>
          <a:noFill/>
          <a:ln cap="sq" cmpd="sng" w="23750">
            <a:solidFill>
              <a:srgbClr val="000000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1120" name="Google Shape;1120;p72"/>
          <p:cNvSpPr txBox="1"/>
          <p:nvPr/>
        </p:nvSpPr>
        <p:spPr>
          <a:xfrm>
            <a:off x="5692775" y="1423987"/>
            <a:ext cx="179387" cy="4270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None/>
            </a:pPr>
            <a:r>
              <a:rPr b="0" i="0" lang="en-US" sz="2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/>
          </a:p>
        </p:txBody>
      </p:sp>
      <p:sp>
        <p:nvSpPr>
          <p:cNvPr id="1121" name="Google Shape;1121;p72"/>
          <p:cNvSpPr txBox="1"/>
          <p:nvPr/>
        </p:nvSpPr>
        <p:spPr>
          <a:xfrm>
            <a:off x="3740150" y="1450975"/>
            <a:ext cx="179387" cy="4270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None/>
            </a:pPr>
            <a:r>
              <a:rPr b="0" i="0" lang="en-US" sz="2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/>
          </a:p>
        </p:txBody>
      </p:sp>
      <p:sp>
        <p:nvSpPr>
          <p:cNvPr id="1122" name="Google Shape;1122;p72"/>
          <p:cNvSpPr txBox="1"/>
          <p:nvPr/>
        </p:nvSpPr>
        <p:spPr>
          <a:xfrm>
            <a:off x="1828800" y="3181350"/>
            <a:ext cx="6783387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8950" lIns="99700" spcFirstLastPara="1" rIns="99700" wrap="square" tIns="489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Times New Roman"/>
              <a:buNone/>
            </a:pPr>
            <a:r>
              <a:rPr b="0" i="0" lang="en-US" sz="26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public class Advertiser {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Times New Roman"/>
              <a:buNone/>
            </a:pPr>
            <a:r>
              <a:rPr b="0" i="0" lang="en-US" sz="26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private Account account;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Times New Roman"/>
              <a:buNone/>
            </a:pPr>
            <a:r>
              <a:rPr b="0" i="0" lang="en-US" sz="26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public Advertiser() {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Times New Roman"/>
              <a:buNone/>
            </a:pPr>
            <a:r>
              <a:rPr b="0" i="0" lang="en-US" sz="26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account = new Account(this);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Times New Roman"/>
              <a:buNone/>
            </a:pPr>
            <a:r>
              <a:rPr b="0" i="0" lang="en-US" sz="26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}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Times New Roman"/>
              <a:buNone/>
            </a:pPr>
            <a:r>
              <a:rPr b="0" i="0" lang="en-US" sz="26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public Account getAccount() {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Times New Roman"/>
              <a:buNone/>
            </a:pPr>
            <a:r>
              <a:rPr b="0" i="0" lang="en-US" sz="26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return account;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Times New Roman"/>
              <a:buNone/>
            </a:pPr>
            <a:r>
              <a:rPr b="0" i="0" lang="en-US" sz="26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}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Times New Roman"/>
              <a:buNone/>
            </a:pPr>
            <a:r>
              <a:rPr b="0" i="0" lang="en-US" sz="26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</p:txBody>
      </p:sp>
      <p:cxnSp>
        <p:nvCxnSpPr>
          <p:cNvPr id="1123" name="Google Shape;1123;p72"/>
          <p:cNvCxnSpPr/>
          <p:nvPr/>
        </p:nvCxnSpPr>
        <p:spPr>
          <a:xfrm>
            <a:off x="2146300" y="2066925"/>
            <a:ext cx="2025650" cy="1162050"/>
          </a:xfrm>
          <a:prstGeom prst="straightConnector1">
            <a:avLst/>
          </a:prstGeom>
          <a:noFill/>
          <a:ln cap="sq" cmpd="sng" w="12600">
            <a:solidFill>
              <a:srgbClr val="FF0000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1124" name="Google Shape;1124;p72"/>
          <p:cNvCxnSpPr/>
          <p:nvPr/>
        </p:nvCxnSpPr>
        <p:spPr>
          <a:xfrm flipH="1">
            <a:off x="4546600" y="2046287"/>
            <a:ext cx="3390900" cy="1574800"/>
          </a:xfrm>
          <a:prstGeom prst="straightConnector1">
            <a:avLst/>
          </a:prstGeom>
          <a:noFill/>
          <a:ln cap="sq" cmpd="sng" w="12600">
            <a:solidFill>
              <a:srgbClr val="FF0000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1125" name="Google Shape;1125;p72"/>
          <p:cNvSpPr txBox="1"/>
          <p:nvPr/>
        </p:nvSpPr>
        <p:spPr>
          <a:xfrm>
            <a:off x="4322762" y="1302538"/>
            <a:ext cx="966900" cy="5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3200"/>
              <a:buFont typeface="Times New Roman"/>
              <a:buNone/>
            </a:pPr>
            <a:r>
              <a:rPr b="0" i="0" lang="en-US" sz="3200" u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has</a:t>
            </a:r>
            <a:endParaRPr/>
          </a:p>
        </p:txBody>
      </p:sp>
      <p:sp>
        <p:nvSpPr>
          <p:cNvPr id="1126" name="Google Shape;1126;p72"/>
          <p:cNvSpPr txBox="1"/>
          <p:nvPr/>
        </p:nvSpPr>
        <p:spPr>
          <a:xfrm>
            <a:off x="7215125" y="4722387"/>
            <a:ext cx="1876500" cy="2064900"/>
          </a:xfrm>
          <a:prstGeom prst="rect">
            <a:avLst/>
          </a:prstGeom>
          <a:solidFill>
            <a:srgbClr val="006600"/>
          </a:solidFill>
          <a:ln cap="sq" cmpd="sng" w="952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Font typeface="Times New Roman"/>
              <a:buNone/>
            </a:pPr>
            <a:r>
              <a:rPr b="0" i="0" lang="en-US" sz="3200" u="none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Now, Write code for Account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32" name="Shape 1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3" name="Google Shape;1133;p73"/>
          <p:cNvSpPr txBox="1"/>
          <p:nvPr/>
        </p:nvSpPr>
        <p:spPr>
          <a:xfrm>
            <a:off x="769937" y="-130175"/>
            <a:ext cx="7797800" cy="1139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8950" lIns="99700" spcFirstLastPara="1" rIns="99700" wrap="square" tIns="489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1-1 Association</a:t>
            </a:r>
            <a:endParaRPr/>
          </a:p>
        </p:txBody>
      </p:sp>
      <p:sp>
        <p:nvSpPr>
          <p:cNvPr id="1134" name="Google Shape;1134;p73"/>
          <p:cNvSpPr txBox="1"/>
          <p:nvPr/>
        </p:nvSpPr>
        <p:spPr>
          <a:xfrm>
            <a:off x="285750" y="2322512"/>
            <a:ext cx="4179887" cy="327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8950" lIns="99700" spcFirstLastPara="1" rIns="99700" wrap="square" tIns="48950">
            <a:noAutofit/>
          </a:bodyPr>
          <a:lstStyle/>
          <a:p>
            <a:pPr indent="-282575" lvl="0" marL="28575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19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public class Advertiser {</a:t>
            </a:r>
            <a:endParaRPr sz="900"/>
          </a:p>
          <a:p>
            <a:pPr indent="-282575" lvl="0" marL="285750" marR="0" rtl="0" algn="l">
              <a:lnSpc>
                <a:spcPct val="110000"/>
              </a:lnSpc>
              <a:spcBef>
                <a:spcPts val="13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19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private Account account;</a:t>
            </a:r>
            <a:endParaRPr sz="900"/>
          </a:p>
          <a:p>
            <a:pPr indent="-282575" lvl="0" marL="285750" marR="0" rtl="0" algn="l">
              <a:lnSpc>
                <a:spcPct val="110000"/>
              </a:lnSpc>
              <a:spcBef>
                <a:spcPts val="13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19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public Advertiser() {</a:t>
            </a:r>
            <a:endParaRPr sz="900"/>
          </a:p>
          <a:p>
            <a:pPr indent="-282575" lvl="0" marL="285750" marR="0" rtl="0" algn="l">
              <a:lnSpc>
                <a:spcPct val="110000"/>
              </a:lnSpc>
              <a:spcBef>
                <a:spcPts val="13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19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	account = new Account(this);</a:t>
            </a:r>
            <a:endParaRPr sz="900"/>
          </a:p>
          <a:p>
            <a:pPr indent="-282575" lvl="0" marL="285750" marR="0" rtl="0" algn="l">
              <a:lnSpc>
                <a:spcPct val="110000"/>
              </a:lnSpc>
              <a:spcBef>
                <a:spcPts val="13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19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}</a:t>
            </a:r>
            <a:endParaRPr sz="900"/>
          </a:p>
          <a:p>
            <a:pPr indent="-282575" lvl="0" marL="285750" marR="0" rtl="0" algn="l">
              <a:lnSpc>
                <a:spcPct val="110000"/>
              </a:lnSpc>
              <a:spcBef>
                <a:spcPts val="13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19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public Account getAccount() {</a:t>
            </a:r>
            <a:endParaRPr sz="900"/>
          </a:p>
          <a:p>
            <a:pPr indent="0" lvl="0" marL="0" marR="0" rtl="0" algn="l">
              <a:lnSpc>
                <a:spcPct val="110000"/>
              </a:lnSpc>
              <a:spcBef>
                <a:spcPts val="13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19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return account;</a:t>
            </a:r>
            <a:endParaRPr sz="900"/>
          </a:p>
          <a:p>
            <a:pPr indent="-282575" lvl="0" marL="285750" marR="0" rtl="0" algn="l">
              <a:lnSpc>
                <a:spcPct val="110000"/>
              </a:lnSpc>
              <a:spcBef>
                <a:spcPts val="13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}</a:t>
            </a:r>
            <a:endParaRPr/>
          </a:p>
          <a:p>
            <a:pPr indent="-282575" lvl="0" marL="285750" marR="0" rtl="0" algn="l">
              <a:lnSpc>
                <a:spcPct val="110000"/>
              </a:lnSpc>
              <a:spcBef>
                <a:spcPts val="13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/>
          </a:p>
        </p:txBody>
      </p:sp>
      <p:sp>
        <p:nvSpPr>
          <p:cNvPr id="1135" name="Google Shape;1135;p73"/>
          <p:cNvSpPr txBox="1"/>
          <p:nvPr/>
        </p:nvSpPr>
        <p:spPr>
          <a:xfrm>
            <a:off x="4467225" y="2557462"/>
            <a:ext cx="4676775" cy="4051300"/>
          </a:xfrm>
          <a:prstGeom prst="rect">
            <a:avLst/>
          </a:prstGeom>
          <a:solidFill>
            <a:srgbClr val="FFFFCC"/>
          </a:solidFill>
          <a:ln cap="sq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8950" lIns="99700" spcFirstLastPara="1" rIns="99700" wrap="square" tIns="48950">
            <a:noAutofit/>
          </a:bodyPr>
          <a:lstStyle/>
          <a:p>
            <a:pPr indent="-282575" lvl="0" marL="285750" marR="0" rtl="0" algn="l">
              <a:lnSpc>
                <a:spcPct val="7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public class Account {</a:t>
            </a:r>
            <a:endParaRPr sz="1200"/>
          </a:p>
          <a:p>
            <a:pPr indent="-282575" lvl="0" marL="285750" marR="0" rtl="0" algn="l">
              <a:lnSpc>
                <a:spcPct val="78000"/>
              </a:lnSpc>
              <a:spcBef>
                <a:spcPts val="13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	private Advertiser owner;</a:t>
            </a:r>
            <a:endParaRPr sz="1200"/>
          </a:p>
          <a:p>
            <a:pPr indent="-282575" lvl="0" marL="285750" marR="0" rtl="0" algn="l">
              <a:lnSpc>
                <a:spcPct val="78000"/>
              </a:lnSpc>
              <a:spcBef>
                <a:spcPts val="13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publicAccount(Advertiser owner) {</a:t>
            </a:r>
            <a:endParaRPr sz="1200"/>
          </a:p>
          <a:p>
            <a:pPr indent="-282575" lvl="0" marL="285750" marR="0" rtl="0" algn="l">
              <a:lnSpc>
                <a:spcPct val="78000"/>
              </a:lnSpc>
              <a:spcBef>
                <a:spcPts val="13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	this.owner = owner;</a:t>
            </a:r>
            <a:endParaRPr sz="1200"/>
          </a:p>
          <a:p>
            <a:pPr indent="-282575" lvl="0" marL="285750" marR="0" rtl="0" algn="l">
              <a:lnSpc>
                <a:spcPct val="78000"/>
              </a:lnSpc>
              <a:spcBef>
                <a:spcPts val="13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}</a:t>
            </a:r>
            <a:endParaRPr sz="1200"/>
          </a:p>
          <a:p>
            <a:pPr indent="-282575" lvl="0" marL="285750" marR="0" rtl="0" algn="l">
              <a:lnSpc>
                <a:spcPct val="78000"/>
              </a:lnSpc>
              <a:spcBef>
                <a:spcPts val="13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public Advertiser getOwner() {</a:t>
            </a:r>
            <a:endParaRPr sz="1200"/>
          </a:p>
          <a:p>
            <a:pPr indent="-282575" lvl="0" marL="285750" marR="0" rtl="0" algn="l">
              <a:lnSpc>
                <a:spcPct val="78000"/>
              </a:lnSpc>
              <a:spcBef>
                <a:spcPts val="13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	return owner;</a:t>
            </a:r>
            <a:endParaRPr sz="1200"/>
          </a:p>
          <a:p>
            <a:pPr indent="-282575" lvl="0" marL="285750" marR="0" rtl="0" algn="l">
              <a:lnSpc>
                <a:spcPct val="78000"/>
              </a:lnSpc>
              <a:spcBef>
                <a:spcPts val="13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}</a:t>
            </a:r>
            <a:endParaRPr sz="1200"/>
          </a:p>
          <a:p>
            <a:pPr indent="-282575" lvl="0" marL="285750" marR="0" rtl="0" algn="l">
              <a:lnSpc>
                <a:spcPct val="78000"/>
              </a:lnSpc>
              <a:spcBef>
                <a:spcPts val="13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/>
          </a:p>
        </p:txBody>
      </p:sp>
      <p:grpSp>
        <p:nvGrpSpPr>
          <p:cNvPr id="1136" name="Google Shape;1136;p73"/>
          <p:cNvGrpSpPr/>
          <p:nvPr/>
        </p:nvGrpSpPr>
        <p:grpSpPr>
          <a:xfrm>
            <a:off x="927100" y="801687"/>
            <a:ext cx="7858125" cy="2293937"/>
            <a:chOff x="584" y="505"/>
            <a:chExt cx="4950" cy="1445"/>
          </a:xfrm>
        </p:grpSpPr>
        <p:sp>
          <p:nvSpPr>
            <p:cNvPr id="1137" name="Google Shape;1137;p73"/>
            <p:cNvSpPr txBox="1"/>
            <p:nvPr/>
          </p:nvSpPr>
          <p:spPr>
            <a:xfrm>
              <a:off x="3727" y="526"/>
              <a:ext cx="1807" cy="332"/>
            </a:xfrm>
            <a:prstGeom prst="rect">
              <a:avLst/>
            </a:prstGeom>
            <a:solidFill>
              <a:srgbClr val="FFFF00"/>
            </a:solidFill>
            <a:ln cap="sq" cmpd="sng" w="2375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38" name="Google Shape;1138;p73"/>
            <p:cNvSpPr txBox="1"/>
            <p:nvPr/>
          </p:nvSpPr>
          <p:spPr>
            <a:xfrm>
              <a:off x="4143" y="548"/>
              <a:ext cx="9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Times New Roman"/>
                <a:buNone/>
              </a:pPr>
              <a:r>
                <a:rPr b="0" i="0" lang="en-US" sz="28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Account</a:t>
              </a:r>
              <a:endParaRPr/>
            </a:p>
          </p:txBody>
        </p:sp>
        <p:sp>
          <p:nvSpPr>
            <p:cNvPr id="1139" name="Google Shape;1139;p73"/>
            <p:cNvSpPr txBox="1"/>
            <p:nvPr/>
          </p:nvSpPr>
          <p:spPr>
            <a:xfrm>
              <a:off x="584" y="526"/>
              <a:ext cx="1733" cy="332"/>
            </a:xfrm>
            <a:prstGeom prst="rect">
              <a:avLst/>
            </a:prstGeom>
            <a:solidFill>
              <a:srgbClr val="FFFF00"/>
            </a:solidFill>
            <a:ln cap="sq" cmpd="sng" w="2375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40" name="Google Shape;1140;p73"/>
            <p:cNvSpPr txBox="1"/>
            <p:nvPr/>
          </p:nvSpPr>
          <p:spPr>
            <a:xfrm>
              <a:off x="833" y="548"/>
              <a:ext cx="12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Times New Roman"/>
                <a:buNone/>
              </a:pPr>
              <a:r>
                <a:rPr b="0" i="0" lang="en-US" sz="28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Advertiser</a:t>
              </a:r>
              <a:endParaRPr/>
            </a:p>
          </p:txBody>
        </p:sp>
        <p:cxnSp>
          <p:nvCxnSpPr>
            <p:cNvPr id="1141" name="Google Shape;1141;p73"/>
            <p:cNvCxnSpPr/>
            <p:nvPr/>
          </p:nvCxnSpPr>
          <p:spPr>
            <a:xfrm rot="10800000">
              <a:off x="2327" y="724"/>
              <a:ext cx="1408" cy="0"/>
            </a:xfrm>
            <a:prstGeom prst="straightConnector1">
              <a:avLst/>
            </a:prstGeom>
            <a:noFill/>
            <a:ln cap="sq" cmpd="sng" w="23750">
              <a:solidFill>
                <a:srgbClr val="000000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sp>
          <p:nvSpPr>
            <p:cNvPr id="1142" name="Google Shape;1142;p73"/>
            <p:cNvSpPr txBox="1"/>
            <p:nvPr/>
          </p:nvSpPr>
          <p:spPr>
            <a:xfrm>
              <a:off x="3625" y="505"/>
              <a:ext cx="112" cy="26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Times New Roman"/>
                <a:buNone/>
              </a:pPr>
              <a:r>
                <a:rPr b="0" i="0" lang="en-US" sz="28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</a:t>
              </a:r>
              <a:endParaRPr/>
            </a:p>
          </p:txBody>
        </p:sp>
        <p:sp>
          <p:nvSpPr>
            <p:cNvPr id="1143" name="Google Shape;1143;p73"/>
            <p:cNvSpPr txBox="1"/>
            <p:nvPr/>
          </p:nvSpPr>
          <p:spPr>
            <a:xfrm>
              <a:off x="2369" y="505"/>
              <a:ext cx="112" cy="26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Times New Roman"/>
                <a:buNone/>
              </a:pPr>
              <a:r>
                <a:rPr b="0" i="0" lang="en-US" sz="28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</a:t>
              </a:r>
              <a:endParaRPr/>
            </a:p>
          </p:txBody>
        </p:sp>
        <p:cxnSp>
          <p:nvCxnSpPr>
            <p:cNvPr id="1144" name="Google Shape;1144;p73"/>
            <p:cNvCxnSpPr/>
            <p:nvPr/>
          </p:nvCxnSpPr>
          <p:spPr>
            <a:xfrm flipH="1">
              <a:off x="1369" y="890"/>
              <a:ext cx="134" cy="635"/>
            </a:xfrm>
            <a:prstGeom prst="straightConnector1">
              <a:avLst/>
            </a:prstGeom>
            <a:noFill/>
            <a:ln cap="rnd" cmpd="sng" w="57225">
              <a:solidFill>
                <a:srgbClr val="FF0000"/>
              </a:solidFill>
              <a:prstDash val="solid"/>
              <a:miter lim="800000"/>
              <a:headEnd len="med" w="med" type="none"/>
              <a:tailEnd len="med" w="med" type="triangle"/>
            </a:ln>
          </p:spPr>
        </p:cxnSp>
        <p:cxnSp>
          <p:nvCxnSpPr>
            <p:cNvPr id="1145" name="Google Shape;1145;p73"/>
            <p:cNvCxnSpPr/>
            <p:nvPr/>
          </p:nvCxnSpPr>
          <p:spPr>
            <a:xfrm>
              <a:off x="1503" y="877"/>
              <a:ext cx="2862" cy="1073"/>
            </a:xfrm>
            <a:prstGeom prst="straightConnector1">
              <a:avLst/>
            </a:prstGeom>
            <a:noFill/>
            <a:ln cap="rnd" cmpd="sng" w="57225">
              <a:solidFill>
                <a:srgbClr val="FF0000"/>
              </a:solidFill>
              <a:prstDash val="solid"/>
              <a:miter lim="800000"/>
              <a:headEnd len="med" w="med" type="none"/>
              <a:tailEnd len="med" w="med" type="triangle"/>
            </a:ln>
          </p:spPr>
        </p:cxnSp>
        <p:cxnSp>
          <p:nvCxnSpPr>
            <p:cNvPr id="1146" name="Google Shape;1146;p73"/>
            <p:cNvCxnSpPr/>
            <p:nvPr/>
          </p:nvCxnSpPr>
          <p:spPr>
            <a:xfrm flipH="1">
              <a:off x="4185" y="860"/>
              <a:ext cx="195" cy="775"/>
            </a:xfrm>
            <a:prstGeom prst="straightConnector1">
              <a:avLst/>
            </a:prstGeom>
            <a:noFill/>
            <a:ln cap="rnd" cmpd="sng" w="57225">
              <a:solidFill>
                <a:srgbClr val="FF0000"/>
              </a:solidFill>
              <a:prstDash val="solid"/>
              <a:miter lim="800000"/>
              <a:headEnd len="med" w="med" type="none"/>
              <a:tailEnd len="med" w="med" type="triangle"/>
            </a:ln>
          </p:spPr>
        </p:cxnSp>
        <p:cxnSp>
          <p:nvCxnSpPr>
            <p:cNvPr id="1147" name="Google Shape;1147;p73"/>
            <p:cNvCxnSpPr/>
            <p:nvPr/>
          </p:nvCxnSpPr>
          <p:spPr>
            <a:xfrm flipH="1">
              <a:off x="2123" y="860"/>
              <a:ext cx="2257" cy="1035"/>
            </a:xfrm>
            <a:prstGeom prst="straightConnector1">
              <a:avLst/>
            </a:prstGeom>
            <a:noFill/>
            <a:ln cap="rnd" cmpd="sng" w="57225">
              <a:solidFill>
                <a:srgbClr val="FF0000"/>
              </a:solidFill>
              <a:prstDash val="solid"/>
              <a:miter lim="800000"/>
              <a:headEnd len="med" w="med" type="none"/>
              <a:tailEnd len="med" w="med" type="triangle"/>
            </a:ln>
          </p:spPr>
        </p:cxnSp>
      </p:grp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53" name="Shape 1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4" name="Google Shape;1154;p74"/>
          <p:cNvSpPr txBox="1"/>
          <p:nvPr/>
        </p:nvSpPr>
        <p:spPr>
          <a:xfrm>
            <a:off x="631825" y="111125"/>
            <a:ext cx="7797800" cy="1139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Quiz: </a:t>
            </a:r>
            <a:r>
              <a:rPr b="1" i="0" lang="en-US" sz="36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Read and understand UML class diagram</a:t>
            </a:r>
            <a:r>
              <a:rPr b="1" i="0" lang="en-US" sz="40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sp>
        <p:nvSpPr>
          <p:cNvPr id="1155" name="Google Shape;1155;p74"/>
          <p:cNvSpPr txBox="1"/>
          <p:nvPr/>
        </p:nvSpPr>
        <p:spPr>
          <a:xfrm>
            <a:off x="304800" y="4983162"/>
            <a:ext cx="8759825" cy="1855787"/>
          </a:xfrm>
          <a:prstGeom prst="rect">
            <a:avLst/>
          </a:prstGeom>
          <a:noFill/>
          <a:ln>
            <a:noFill/>
          </a:ln>
        </p:spPr>
        <p:txBody>
          <a:bodyPr anchorCtr="0" anchor="t" bIns="50400" lIns="100800" spcFirstLastPara="1" rIns="100800" wrap="square" tIns="50400">
            <a:spAutoFit/>
          </a:bodyPr>
          <a:lstStyle/>
          <a:p>
            <a:pPr indent="-19050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3000"/>
              <a:buFont typeface="Comic Sans MS"/>
              <a:buChar char="•"/>
            </a:pPr>
            <a:r>
              <a:rPr b="0" i="0" lang="en-US" sz="3000" u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1 CPU has 0 to two Controllers</a:t>
            </a:r>
            <a:endParaRPr/>
          </a:p>
          <a:p>
            <a:pPr indent="-190500" lvl="0" marL="0" marR="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rgbClr val="0000FF"/>
              </a:buClr>
              <a:buSzPts val="3000"/>
              <a:buFont typeface="Comic Sans MS"/>
              <a:buChar char="•"/>
            </a:pPr>
            <a:r>
              <a:rPr b="0" i="0" lang="en-US" sz="3000" u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1-4 DiskDrives controlled by 1 SCSIController</a:t>
            </a:r>
            <a:endParaRPr/>
          </a:p>
          <a:p>
            <a:pPr indent="-190500" lvl="0" marL="0" marR="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rgbClr val="0000FF"/>
              </a:buClr>
              <a:buSzPts val="3000"/>
              <a:buFont typeface="Comic Sans MS"/>
              <a:buChar char="•"/>
            </a:pPr>
            <a:r>
              <a:rPr b="0" i="0" lang="en-US" sz="3000" u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SCSIController is a (specialized) Controller</a:t>
            </a:r>
            <a:endParaRPr/>
          </a:p>
        </p:txBody>
      </p:sp>
      <p:sp>
        <p:nvSpPr>
          <p:cNvPr id="1156" name="Google Shape;1156;p74"/>
          <p:cNvSpPr txBox="1"/>
          <p:nvPr/>
        </p:nvSpPr>
        <p:spPr>
          <a:xfrm>
            <a:off x="538162" y="1724025"/>
            <a:ext cx="1741487" cy="565150"/>
          </a:xfrm>
          <a:prstGeom prst="rect">
            <a:avLst/>
          </a:prstGeom>
          <a:solidFill>
            <a:srgbClr val="FFFF00"/>
          </a:solidFill>
          <a:ln cap="sq" cmpd="sng" w="284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50400" lIns="100800" spcFirstLastPara="1" rIns="100800" wrap="square" tIns="50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CPU</a:t>
            </a:r>
            <a:endParaRPr/>
          </a:p>
        </p:txBody>
      </p:sp>
      <p:sp>
        <p:nvSpPr>
          <p:cNvPr id="1157" name="Google Shape;1157;p74"/>
          <p:cNvSpPr txBox="1"/>
          <p:nvPr/>
        </p:nvSpPr>
        <p:spPr>
          <a:xfrm>
            <a:off x="5946775" y="1724025"/>
            <a:ext cx="2016125" cy="565150"/>
          </a:xfrm>
          <a:prstGeom prst="rect">
            <a:avLst/>
          </a:prstGeom>
          <a:solidFill>
            <a:srgbClr val="FFFF00"/>
          </a:solidFill>
          <a:ln cap="sq" cmpd="sng" w="284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50400" lIns="100800" spcFirstLastPara="1" rIns="100800" wrap="square" tIns="50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Controller</a:t>
            </a:r>
            <a:endParaRPr/>
          </a:p>
        </p:txBody>
      </p:sp>
      <p:sp>
        <p:nvSpPr>
          <p:cNvPr id="1158" name="Google Shape;1158;p74"/>
          <p:cNvSpPr txBox="1"/>
          <p:nvPr/>
        </p:nvSpPr>
        <p:spPr>
          <a:xfrm>
            <a:off x="5670550" y="3578225"/>
            <a:ext cx="2841625" cy="565150"/>
          </a:xfrm>
          <a:prstGeom prst="rect">
            <a:avLst/>
          </a:prstGeom>
          <a:solidFill>
            <a:srgbClr val="FFFF00"/>
          </a:solidFill>
          <a:ln cap="sq" cmpd="sng" w="284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50400" lIns="100800" spcFirstLastPara="1" rIns="100800" wrap="square" tIns="50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SCSIController</a:t>
            </a:r>
            <a:endParaRPr/>
          </a:p>
        </p:txBody>
      </p:sp>
      <p:sp>
        <p:nvSpPr>
          <p:cNvPr id="1159" name="Google Shape;1159;p74"/>
          <p:cNvSpPr txBox="1"/>
          <p:nvPr/>
        </p:nvSpPr>
        <p:spPr>
          <a:xfrm>
            <a:off x="355600" y="3578225"/>
            <a:ext cx="2108200" cy="565150"/>
          </a:xfrm>
          <a:prstGeom prst="rect">
            <a:avLst/>
          </a:prstGeom>
          <a:solidFill>
            <a:srgbClr val="FFFF00"/>
          </a:solidFill>
          <a:ln cap="sq" cmpd="sng" w="284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50400" lIns="100800" spcFirstLastPara="1" rIns="100800" wrap="square" tIns="50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DiskDrive</a:t>
            </a:r>
            <a:endParaRPr/>
          </a:p>
        </p:txBody>
      </p:sp>
      <p:sp>
        <p:nvSpPr>
          <p:cNvPr id="1160" name="Google Shape;1160;p74"/>
          <p:cNvSpPr/>
          <p:nvPr/>
        </p:nvSpPr>
        <p:spPr>
          <a:xfrm rot="-120000">
            <a:off x="6770687" y="2289175"/>
            <a:ext cx="363537" cy="406400"/>
          </a:xfrm>
          <a:prstGeom prst="triangle">
            <a:avLst>
              <a:gd fmla="val 50000" name="adj"/>
            </a:avLst>
          </a:prstGeom>
          <a:solidFill>
            <a:srgbClr val="CCFF99"/>
          </a:solidFill>
          <a:ln cap="sq" cmpd="sng" w="3815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161" name="Google Shape;1161;p74"/>
          <p:cNvCxnSpPr/>
          <p:nvPr/>
        </p:nvCxnSpPr>
        <p:spPr>
          <a:xfrm>
            <a:off x="6954837" y="2708275"/>
            <a:ext cx="1587" cy="869950"/>
          </a:xfrm>
          <a:prstGeom prst="straightConnector1">
            <a:avLst/>
          </a:prstGeom>
          <a:noFill/>
          <a:ln cap="sq" cmpd="sng" w="38150">
            <a:solidFill>
              <a:srgbClr val="000000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162" name="Google Shape;1162;p74"/>
          <p:cNvCxnSpPr/>
          <p:nvPr/>
        </p:nvCxnSpPr>
        <p:spPr>
          <a:xfrm flipH="1" rot="10800000">
            <a:off x="2279650" y="1962150"/>
            <a:ext cx="3665537" cy="20637"/>
          </a:xfrm>
          <a:prstGeom prst="straightConnector1">
            <a:avLst/>
          </a:prstGeom>
          <a:noFill/>
          <a:ln cap="sq" cmpd="sng" w="38150">
            <a:solidFill>
              <a:srgbClr val="000000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163" name="Google Shape;1163;p74"/>
          <p:cNvCxnSpPr/>
          <p:nvPr/>
        </p:nvCxnSpPr>
        <p:spPr>
          <a:xfrm>
            <a:off x="2463800" y="3821112"/>
            <a:ext cx="3206750" cy="1587"/>
          </a:xfrm>
          <a:prstGeom prst="straightConnector1">
            <a:avLst/>
          </a:prstGeom>
          <a:noFill/>
          <a:ln cap="sq" cmpd="sng" w="38150">
            <a:solidFill>
              <a:srgbClr val="000000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1164" name="Google Shape;1164;p74"/>
          <p:cNvSpPr txBox="1"/>
          <p:nvPr/>
        </p:nvSpPr>
        <p:spPr>
          <a:xfrm>
            <a:off x="2646362" y="1901825"/>
            <a:ext cx="92075" cy="517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3400"/>
              <a:buFont typeface="Times New Roman"/>
              <a:buNone/>
            </a:pPr>
            <a:r>
              <a:rPr b="0" i="0" lang="en-US" sz="3400" u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/>
          </a:p>
        </p:txBody>
      </p:sp>
      <p:sp>
        <p:nvSpPr>
          <p:cNvPr id="1165" name="Google Shape;1165;p74"/>
          <p:cNvSpPr txBox="1"/>
          <p:nvPr/>
        </p:nvSpPr>
        <p:spPr>
          <a:xfrm>
            <a:off x="4994275" y="1930400"/>
            <a:ext cx="1306512" cy="5794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3800"/>
              <a:buFont typeface="Times New Roman"/>
              <a:buNone/>
            </a:pPr>
            <a:r>
              <a:rPr b="0" i="0" lang="en-US" sz="3800" u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0..2</a:t>
            </a:r>
            <a:endParaRPr/>
          </a:p>
        </p:txBody>
      </p:sp>
      <p:sp>
        <p:nvSpPr>
          <p:cNvPr id="1166" name="Google Shape;1166;p74"/>
          <p:cNvSpPr txBox="1"/>
          <p:nvPr/>
        </p:nvSpPr>
        <p:spPr>
          <a:xfrm>
            <a:off x="2828925" y="3273425"/>
            <a:ext cx="1651000" cy="517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3400"/>
              <a:buFont typeface="Times New Roman"/>
              <a:buNone/>
            </a:pPr>
            <a:r>
              <a:rPr b="0" i="0" lang="en-US" sz="3400" u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1..4</a:t>
            </a:r>
            <a:endParaRPr/>
          </a:p>
        </p:txBody>
      </p:sp>
      <p:sp>
        <p:nvSpPr>
          <p:cNvPr id="1167" name="Google Shape;1167;p74"/>
          <p:cNvSpPr txBox="1"/>
          <p:nvPr/>
        </p:nvSpPr>
        <p:spPr>
          <a:xfrm>
            <a:off x="5213350" y="3273425"/>
            <a:ext cx="92075" cy="517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3400"/>
              <a:buFont typeface="Times New Roman"/>
              <a:buNone/>
            </a:pPr>
            <a:r>
              <a:rPr b="0" i="0" lang="en-US" sz="3400" u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/>
          </a:p>
        </p:txBody>
      </p:sp>
      <p:sp>
        <p:nvSpPr>
          <p:cNvPr id="1168" name="Google Shape;1168;p74"/>
          <p:cNvSpPr txBox="1"/>
          <p:nvPr/>
        </p:nvSpPr>
        <p:spPr>
          <a:xfrm>
            <a:off x="3603625" y="3797300"/>
            <a:ext cx="179705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3200"/>
              <a:buFont typeface="Times New Roman"/>
              <a:buNone/>
            </a:pPr>
            <a:r>
              <a:rPr b="0" i="0" lang="en-US" sz="3200" u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controls</a:t>
            </a:r>
            <a:endParaRPr/>
          </a:p>
        </p:txBody>
      </p:sp>
      <p:sp>
        <p:nvSpPr>
          <p:cNvPr id="1169" name="Google Shape;1169;p74"/>
          <p:cNvSpPr/>
          <p:nvPr/>
        </p:nvSpPr>
        <p:spPr>
          <a:xfrm rot="-5400000">
            <a:off x="3271837" y="3922712"/>
            <a:ext cx="276225" cy="165100"/>
          </a:xfrm>
          <a:prstGeom prst="triangle">
            <a:avLst>
              <a:gd fmla="val 50000" name="adj"/>
            </a:avLst>
          </a:prstGeom>
          <a:solidFill>
            <a:srgbClr val="0000CC"/>
          </a:solidFill>
          <a:ln cap="sq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70" name="Google Shape;1170;p74"/>
          <p:cNvSpPr txBox="1"/>
          <p:nvPr/>
        </p:nvSpPr>
        <p:spPr>
          <a:xfrm>
            <a:off x="3743325" y="1562100"/>
            <a:ext cx="966787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3200"/>
              <a:buFont typeface="Times New Roman"/>
              <a:buNone/>
            </a:pPr>
            <a:r>
              <a:rPr b="0" i="0" lang="en-US" sz="3200" u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has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5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5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5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76" name="Shape 1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" name="Google Shape;1177;p75"/>
          <p:cNvSpPr txBox="1"/>
          <p:nvPr/>
        </p:nvSpPr>
        <p:spPr>
          <a:xfrm>
            <a:off x="839787" y="-234950"/>
            <a:ext cx="7797800" cy="1139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Java Code?</a:t>
            </a:r>
            <a:endParaRPr/>
          </a:p>
        </p:txBody>
      </p:sp>
      <p:sp>
        <p:nvSpPr>
          <p:cNvPr id="1178" name="Google Shape;1178;p75"/>
          <p:cNvSpPr txBox="1"/>
          <p:nvPr/>
        </p:nvSpPr>
        <p:spPr>
          <a:xfrm>
            <a:off x="0" y="733425"/>
            <a:ext cx="8469312" cy="5807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80987" lvl="1" marL="8540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class CPU {</a:t>
            </a:r>
            <a:endParaRPr/>
          </a:p>
          <a:p>
            <a:pPr indent="-280987" lvl="1" marL="8540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CC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	Controller [ ] myCtlrs;</a:t>
            </a:r>
            <a:endParaRPr/>
          </a:p>
          <a:p>
            <a:pPr indent="-280987" lvl="1" marL="8540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CC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/>
          </a:p>
          <a:p>
            <a:pPr indent="-280987" lvl="1" marL="8540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CC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class Controller {</a:t>
            </a:r>
            <a:endParaRPr/>
          </a:p>
          <a:p>
            <a:pPr indent="-280987" lvl="1" marL="8540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CC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	CPU myCPU;</a:t>
            </a:r>
            <a:endParaRPr/>
          </a:p>
          <a:p>
            <a:pPr indent="-280987" lvl="1" marL="8540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CC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/>
          </a:p>
          <a:p>
            <a:pPr indent="-280987" lvl="1" marL="8540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CC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class SCSIController extends Controller {</a:t>
            </a:r>
            <a:endParaRPr/>
          </a:p>
          <a:p>
            <a:pPr indent="-280987" lvl="1" marL="8540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CC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	DiskDrive [ ] myDrives = new DiskDrive[4];</a:t>
            </a:r>
            <a:endParaRPr/>
          </a:p>
          <a:p>
            <a:pPr indent="-280987" lvl="1" marL="8540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CC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/>
          </a:p>
          <a:p>
            <a:pPr indent="-280987" lvl="1" marL="8540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CC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Class DiskDrive {</a:t>
            </a:r>
            <a:endParaRPr/>
          </a:p>
          <a:p>
            <a:pPr indent="-280987" lvl="1" marL="8540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CC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	 SCSIController mySCSI;</a:t>
            </a:r>
            <a:endParaRPr/>
          </a:p>
          <a:p>
            <a:pPr indent="-280987" lvl="1" marL="8540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CC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/>
          </a:p>
        </p:txBody>
      </p:sp>
      <p:grpSp>
        <p:nvGrpSpPr>
          <p:cNvPr id="1179" name="Google Shape;1179;p75"/>
          <p:cNvGrpSpPr/>
          <p:nvPr/>
        </p:nvGrpSpPr>
        <p:grpSpPr>
          <a:xfrm>
            <a:off x="3881437" y="658812"/>
            <a:ext cx="5181600" cy="2024062"/>
            <a:chOff x="2445" y="415"/>
            <a:chExt cx="3264" cy="1275"/>
          </a:xfrm>
        </p:grpSpPr>
        <p:sp>
          <p:nvSpPr>
            <p:cNvPr id="1180" name="Google Shape;1180;p75"/>
            <p:cNvSpPr txBox="1"/>
            <p:nvPr/>
          </p:nvSpPr>
          <p:spPr>
            <a:xfrm>
              <a:off x="2518" y="491"/>
              <a:ext cx="695" cy="262"/>
            </a:xfrm>
            <a:prstGeom prst="rect">
              <a:avLst/>
            </a:prstGeom>
            <a:solidFill>
              <a:srgbClr val="FFFF00"/>
            </a:solidFill>
            <a:ln cap="sq" cmpd="sng" w="284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50400" lIns="100800" spcFirstLastPara="1" rIns="100800" wrap="square" tIns="504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Times New Roman"/>
                <a:buNone/>
              </a:pPr>
              <a:r>
                <a:rPr b="0" i="0" lang="en-US" sz="18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CPU</a:t>
              </a:r>
              <a:endParaRPr/>
            </a:p>
          </p:txBody>
        </p:sp>
        <p:sp>
          <p:nvSpPr>
            <p:cNvPr id="1181" name="Google Shape;1181;p75"/>
            <p:cNvSpPr txBox="1"/>
            <p:nvPr/>
          </p:nvSpPr>
          <p:spPr>
            <a:xfrm>
              <a:off x="4684" y="491"/>
              <a:ext cx="805" cy="262"/>
            </a:xfrm>
            <a:prstGeom prst="rect">
              <a:avLst/>
            </a:prstGeom>
            <a:solidFill>
              <a:srgbClr val="FFFF00"/>
            </a:solidFill>
            <a:ln cap="sq" cmpd="sng" w="284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50400" lIns="100800" spcFirstLastPara="1" rIns="100800" wrap="square" tIns="504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Times New Roman"/>
                <a:buNone/>
              </a:pPr>
              <a:r>
                <a:rPr b="0" i="0" lang="en-US" sz="18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Controller</a:t>
              </a:r>
              <a:endParaRPr/>
            </a:p>
          </p:txBody>
        </p:sp>
        <p:sp>
          <p:nvSpPr>
            <p:cNvPr id="1182" name="Google Shape;1182;p75"/>
            <p:cNvSpPr txBox="1"/>
            <p:nvPr/>
          </p:nvSpPr>
          <p:spPr>
            <a:xfrm>
              <a:off x="4574" y="1356"/>
              <a:ext cx="1135" cy="262"/>
            </a:xfrm>
            <a:prstGeom prst="rect">
              <a:avLst/>
            </a:prstGeom>
            <a:solidFill>
              <a:srgbClr val="FFFF00"/>
            </a:solidFill>
            <a:ln cap="sq" cmpd="sng" w="284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50400" lIns="100800" spcFirstLastPara="1" rIns="100800" wrap="square" tIns="504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Times New Roman"/>
                <a:buNone/>
              </a:pPr>
              <a:r>
                <a:rPr b="0" i="0" lang="en-US" sz="18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SCSIController</a:t>
              </a:r>
              <a:endParaRPr/>
            </a:p>
          </p:txBody>
        </p:sp>
        <p:sp>
          <p:nvSpPr>
            <p:cNvPr id="1183" name="Google Shape;1183;p75"/>
            <p:cNvSpPr txBox="1"/>
            <p:nvPr/>
          </p:nvSpPr>
          <p:spPr>
            <a:xfrm>
              <a:off x="2445" y="1356"/>
              <a:ext cx="842" cy="262"/>
            </a:xfrm>
            <a:prstGeom prst="rect">
              <a:avLst/>
            </a:prstGeom>
            <a:solidFill>
              <a:srgbClr val="FFFF00"/>
            </a:solidFill>
            <a:ln cap="sq" cmpd="sng" w="284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50400" lIns="100800" spcFirstLastPara="1" rIns="100800" wrap="square" tIns="504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Times New Roman"/>
                <a:buNone/>
              </a:pPr>
              <a:r>
                <a:rPr b="0" i="0" lang="en-US" sz="18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DiskDrive</a:t>
              </a:r>
              <a:endParaRPr/>
            </a:p>
          </p:txBody>
        </p:sp>
        <p:sp>
          <p:nvSpPr>
            <p:cNvPr id="1184" name="Google Shape;1184;p75"/>
            <p:cNvSpPr/>
            <p:nvPr/>
          </p:nvSpPr>
          <p:spPr>
            <a:xfrm rot="-120000">
              <a:off x="5013" y="756"/>
              <a:ext cx="143" cy="188"/>
            </a:xfrm>
            <a:prstGeom prst="triangle">
              <a:avLst>
                <a:gd fmla="val 50000" name="adj"/>
              </a:avLst>
            </a:prstGeom>
            <a:solidFill>
              <a:srgbClr val="CCFF99"/>
            </a:solidFill>
            <a:ln cap="sq" cmpd="sng" w="3815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1185" name="Google Shape;1185;p75"/>
            <p:cNvCxnSpPr/>
            <p:nvPr/>
          </p:nvCxnSpPr>
          <p:spPr>
            <a:xfrm>
              <a:off x="5087" y="950"/>
              <a:ext cx="0" cy="404"/>
            </a:xfrm>
            <a:prstGeom prst="straightConnector1">
              <a:avLst/>
            </a:prstGeom>
            <a:noFill/>
            <a:ln cap="sq" cmpd="sng" w="38150">
              <a:solidFill>
                <a:srgbClr val="000000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1186" name="Google Shape;1186;p75"/>
            <p:cNvCxnSpPr/>
            <p:nvPr/>
          </p:nvCxnSpPr>
          <p:spPr>
            <a:xfrm flipH="1" rot="10800000">
              <a:off x="3215" y="601"/>
              <a:ext cx="1466" cy="9"/>
            </a:xfrm>
            <a:prstGeom prst="straightConnector1">
              <a:avLst/>
            </a:prstGeom>
            <a:noFill/>
            <a:ln cap="sq" cmpd="sng" w="38150">
              <a:solidFill>
                <a:srgbClr val="000000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1187" name="Google Shape;1187;p75"/>
            <p:cNvCxnSpPr/>
            <p:nvPr/>
          </p:nvCxnSpPr>
          <p:spPr>
            <a:xfrm>
              <a:off x="3289" y="1470"/>
              <a:ext cx="1282" cy="0"/>
            </a:xfrm>
            <a:prstGeom prst="straightConnector1">
              <a:avLst/>
            </a:prstGeom>
            <a:noFill/>
            <a:ln cap="sq" cmpd="sng" w="38150">
              <a:solidFill>
                <a:srgbClr val="000000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sp>
          <p:nvSpPr>
            <p:cNvPr id="1188" name="Google Shape;1188;p75"/>
            <p:cNvSpPr txBox="1"/>
            <p:nvPr/>
          </p:nvSpPr>
          <p:spPr>
            <a:xfrm>
              <a:off x="3362" y="574"/>
              <a:ext cx="35" cy="1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CC"/>
                </a:buClr>
                <a:buSzPts val="2000"/>
                <a:buFont typeface="Times New Roman"/>
                <a:buNone/>
              </a:pPr>
              <a:r>
                <a:rPr b="0" i="0" lang="en-US" sz="2000" u="none">
                  <a:solidFill>
                    <a:srgbClr val="0000CC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</a:t>
              </a:r>
              <a:endParaRPr/>
            </a:p>
          </p:txBody>
        </p:sp>
        <p:sp>
          <p:nvSpPr>
            <p:cNvPr id="1189" name="Google Shape;1189;p75"/>
            <p:cNvSpPr txBox="1"/>
            <p:nvPr/>
          </p:nvSpPr>
          <p:spPr>
            <a:xfrm>
              <a:off x="4303" y="587"/>
              <a:ext cx="521" cy="2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CC"/>
                </a:buClr>
                <a:buSzPts val="2200"/>
                <a:buFont typeface="Times New Roman"/>
                <a:buNone/>
              </a:pPr>
              <a:r>
                <a:rPr b="0" i="0" lang="en-US" sz="2200" u="none">
                  <a:solidFill>
                    <a:srgbClr val="0000CC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   *</a:t>
              </a:r>
              <a:endParaRPr/>
            </a:p>
          </p:txBody>
        </p:sp>
        <p:sp>
          <p:nvSpPr>
            <p:cNvPr id="1190" name="Google Shape;1190;p75"/>
            <p:cNvSpPr txBox="1"/>
            <p:nvPr/>
          </p:nvSpPr>
          <p:spPr>
            <a:xfrm>
              <a:off x="3435" y="1214"/>
              <a:ext cx="658" cy="1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CC"/>
                </a:buClr>
                <a:buSzPts val="2000"/>
                <a:buFont typeface="Times New Roman"/>
                <a:buNone/>
              </a:pPr>
              <a:r>
                <a:rPr b="0" i="0" lang="en-US" sz="2000" u="none">
                  <a:solidFill>
                    <a:srgbClr val="0000CC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1..4</a:t>
              </a:r>
              <a:endParaRPr/>
            </a:p>
          </p:txBody>
        </p:sp>
        <p:sp>
          <p:nvSpPr>
            <p:cNvPr id="1191" name="Google Shape;1191;p75"/>
            <p:cNvSpPr txBox="1"/>
            <p:nvPr/>
          </p:nvSpPr>
          <p:spPr>
            <a:xfrm>
              <a:off x="4389" y="1214"/>
              <a:ext cx="36" cy="1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CC"/>
                </a:buClr>
                <a:buSzPts val="2000"/>
                <a:buFont typeface="Times New Roman"/>
                <a:buNone/>
              </a:pPr>
              <a:r>
                <a:rPr b="0" i="0" lang="en-US" sz="2000" u="none">
                  <a:solidFill>
                    <a:srgbClr val="0000CC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</a:t>
              </a:r>
              <a:endParaRPr/>
            </a:p>
          </p:txBody>
        </p:sp>
        <p:sp>
          <p:nvSpPr>
            <p:cNvPr id="1192" name="Google Shape;1192;p75"/>
            <p:cNvSpPr txBox="1"/>
            <p:nvPr/>
          </p:nvSpPr>
          <p:spPr>
            <a:xfrm>
              <a:off x="3745" y="1459"/>
              <a:ext cx="717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800" lIns="90000" spcFirstLastPara="1" rIns="90000" wrap="square" tIns="468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CC"/>
                </a:buClr>
                <a:buSzPts val="1800"/>
                <a:buFont typeface="Times New Roman"/>
                <a:buNone/>
              </a:pPr>
              <a:r>
                <a:rPr b="0" i="0" lang="en-US" sz="1800" u="none">
                  <a:solidFill>
                    <a:srgbClr val="0000CC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controls</a:t>
              </a:r>
              <a:endParaRPr/>
            </a:p>
          </p:txBody>
        </p:sp>
        <p:sp>
          <p:nvSpPr>
            <p:cNvPr id="1193" name="Google Shape;1193;p75"/>
            <p:cNvSpPr/>
            <p:nvPr/>
          </p:nvSpPr>
          <p:spPr>
            <a:xfrm rot="-5400000">
              <a:off x="3603" y="1522"/>
              <a:ext cx="127" cy="64"/>
            </a:xfrm>
            <a:prstGeom prst="triangle">
              <a:avLst>
                <a:gd fmla="val 50000" name="adj"/>
              </a:avLst>
            </a:prstGeom>
            <a:solidFill>
              <a:srgbClr val="0000CC"/>
            </a:solidFill>
            <a:ln cap="sq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94" name="Google Shape;1194;p75"/>
            <p:cNvSpPr txBox="1"/>
            <p:nvPr/>
          </p:nvSpPr>
          <p:spPr>
            <a:xfrm>
              <a:off x="3801" y="415"/>
              <a:ext cx="384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800" lIns="90000" spcFirstLastPara="1" rIns="90000" wrap="square" tIns="468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CC"/>
                </a:buClr>
                <a:buSzPts val="1800"/>
                <a:buFont typeface="Times New Roman"/>
                <a:buNone/>
              </a:pPr>
              <a:r>
                <a:rPr b="0" i="0" lang="en-US" sz="1800" u="none">
                  <a:solidFill>
                    <a:srgbClr val="0000CC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has</a:t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7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7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7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7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7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7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7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8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78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8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78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8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78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8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78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8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78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00" name="Shape 1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1" name="Google Shape;1201;p76"/>
          <p:cNvSpPr txBox="1"/>
          <p:nvPr/>
        </p:nvSpPr>
        <p:spPr>
          <a:xfrm>
            <a:off x="701675" y="0"/>
            <a:ext cx="7797800" cy="1139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Quiz 1:  Write Java Code</a:t>
            </a:r>
            <a:endParaRPr/>
          </a:p>
        </p:txBody>
      </p:sp>
      <p:sp>
        <p:nvSpPr>
          <p:cNvPr id="1202" name="Google Shape;1202;p76"/>
          <p:cNvSpPr txBox="1"/>
          <p:nvPr/>
        </p:nvSpPr>
        <p:spPr>
          <a:xfrm>
            <a:off x="5619750" y="2487612"/>
            <a:ext cx="2697162" cy="441325"/>
          </a:xfrm>
          <a:prstGeom prst="rect">
            <a:avLst/>
          </a:prstGeom>
          <a:solidFill>
            <a:srgbClr val="FFFF00"/>
          </a:solidFill>
          <a:ln cap="sq" cmpd="sng" w="2375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03" name="Google Shape;1203;p76"/>
          <p:cNvSpPr txBox="1"/>
          <p:nvPr/>
        </p:nvSpPr>
        <p:spPr>
          <a:xfrm>
            <a:off x="6538912" y="2470150"/>
            <a:ext cx="1203325" cy="4270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2800"/>
              <a:buFont typeface="Times New Roman"/>
              <a:buNone/>
            </a:pPr>
            <a:r>
              <a:rPr b="0" i="0" lang="en-US" sz="2800" u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Member</a:t>
            </a:r>
            <a:endParaRPr/>
          </a:p>
        </p:txBody>
      </p:sp>
      <p:sp>
        <p:nvSpPr>
          <p:cNvPr id="1204" name="Google Shape;1204;p76"/>
          <p:cNvSpPr txBox="1"/>
          <p:nvPr/>
        </p:nvSpPr>
        <p:spPr>
          <a:xfrm>
            <a:off x="769937" y="2476500"/>
            <a:ext cx="2674937" cy="441325"/>
          </a:xfrm>
          <a:prstGeom prst="rect">
            <a:avLst/>
          </a:prstGeom>
          <a:solidFill>
            <a:srgbClr val="FFFF00"/>
          </a:solidFill>
          <a:ln cap="sq" cmpd="sng" w="2375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05" name="Google Shape;1205;p76"/>
          <p:cNvSpPr txBox="1"/>
          <p:nvPr/>
        </p:nvSpPr>
        <p:spPr>
          <a:xfrm>
            <a:off x="1516062" y="2511425"/>
            <a:ext cx="771525" cy="4270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2800"/>
              <a:buFont typeface="Times New Roman"/>
              <a:buNone/>
            </a:pPr>
            <a:r>
              <a:rPr b="0" i="0" lang="en-US" sz="2800" u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Book</a:t>
            </a:r>
            <a:endParaRPr/>
          </a:p>
        </p:txBody>
      </p:sp>
      <p:cxnSp>
        <p:nvCxnSpPr>
          <p:cNvPr id="1206" name="Google Shape;1206;p76"/>
          <p:cNvCxnSpPr/>
          <p:nvPr/>
        </p:nvCxnSpPr>
        <p:spPr>
          <a:xfrm flipH="1">
            <a:off x="3430587" y="2697162"/>
            <a:ext cx="2192337" cy="1587"/>
          </a:xfrm>
          <a:prstGeom prst="straightConnector1">
            <a:avLst/>
          </a:prstGeom>
          <a:noFill/>
          <a:ln cap="sq" cmpd="sng" w="38150">
            <a:solidFill>
              <a:srgbClr val="0000CC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1207" name="Google Shape;1207;p76"/>
          <p:cNvSpPr txBox="1"/>
          <p:nvPr/>
        </p:nvSpPr>
        <p:spPr>
          <a:xfrm>
            <a:off x="5422900" y="2441575"/>
            <a:ext cx="1555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Lucida Sans"/>
              <a:buNone/>
            </a:pPr>
            <a:r>
              <a:rPr b="0" i="0" lang="en-US" sz="2000" u="none">
                <a:solidFill>
                  <a:srgbClr val="000000"/>
                </a:solidFill>
                <a:latin typeface="Lucida Sans"/>
                <a:ea typeface="Lucida Sans"/>
                <a:cs typeface="Lucida Sans"/>
                <a:sym typeface="Lucida Sans"/>
              </a:rPr>
              <a:t>1</a:t>
            </a:r>
            <a:endParaRPr/>
          </a:p>
        </p:txBody>
      </p:sp>
      <p:sp>
        <p:nvSpPr>
          <p:cNvPr id="1208" name="Google Shape;1208;p76"/>
          <p:cNvSpPr txBox="1"/>
          <p:nvPr/>
        </p:nvSpPr>
        <p:spPr>
          <a:xfrm>
            <a:off x="3470275" y="2441575"/>
            <a:ext cx="1555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Lucida Sans"/>
              <a:buNone/>
            </a:pPr>
            <a:r>
              <a:rPr b="0" i="0" lang="en-US" sz="2000" u="none">
                <a:solidFill>
                  <a:srgbClr val="000000"/>
                </a:solidFill>
                <a:latin typeface="Lucida Sans"/>
                <a:ea typeface="Lucida Sans"/>
                <a:cs typeface="Lucida Sans"/>
                <a:sym typeface="Lucida Sans"/>
              </a:rPr>
              <a:t>1</a:t>
            </a:r>
            <a:endParaRPr/>
          </a:p>
        </p:txBody>
      </p:sp>
      <p:grpSp>
        <p:nvGrpSpPr>
          <p:cNvPr id="1209" name="Google Shape;1209;p76"/>
          <p:cNvGrpSpPr/>
          <p:nvPr/>
        </p:nvGrpSpPr>
        <p:grpSpPr>
          <a:xfrm>
            <a:off x="4441825" y="2787650"/>
            <a:ext cx="203200" cy="642937"/>
            <a:chOff x="2798" y="1756"/>
            <a:chExt cx="128" cy="405"/>
          </a:xfrm>
        </p:grpSpPr>
        <p:sp>
          <p:nvSpPr>
            <p:cNvPr id="1210" name="Google Shape;1210;p76"/>
            <p:cNvSpPr/>
            <p:nvPr/>
          </p:nvSpPr>
          <p:spPr>
            <a:xfrm>
              <a:off x="2856" y="1961"/>
              <a:ext cx="27" cy="27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1211" name="Google Shape;1211;p76"/>
            <p:cNvCxnSpPr/>
            <p:nvPr/>
          </p:nvCxnSpPr>
          <p:spPr>
            <a:xfrm>
              <a:off x="2870" y="1976"/>
              <a:ext cx="56" cy="0"/>
            </a:xfrm>
            <a:prstGeom prst="straightConnector1">
              <a:avLst/>
            </a:prstGeom>
            <a:noFill/>
            <a:ln>
              <a:noFill/>
            </a:ln>
          </p:spPr>
        </p:cxnSp>
        <p:sp>
          <p:nvSpPr>
            <p:cNvPr id="1212" name="Google Shape;1212;p76"/>
            <p:cNvSpPr/>
            <p:nvPr/>
          </p:nvSpPr>
          <p:spPr>
            <a:xfrm>
              <a:off x="2798" y="1943"/>
              <a:ext cx="128" cy="218"/>
            </a:xfrm>
            <a:custGeom>
              <a:rect b="b" l="l" r="r" t="t"/>
              <a:pathLst>
                <a:path extrusionOk="0" h="220" w="131">
                  <a:moveTo>
                    <a:pt x="131" y="0"/>
                  </a:moveTo>
                  <a:lnTo>
                    <a:pt x="73" y="220"/>
                  </a:lnTo>
                  <a:lnTo>
                    <a:pt x="0" y="0"/>
                  </a:lnTo>
                </a:path>
              </a:pathLst>
            </a:cu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1213" name="Google Shape;1213;p76"/>
            <p:cNvCxnSpPr/>
            <p:nvPr/>
          </p:nvCxnSpPr>
          <p:spPr>
            <a:xfrm>
              <a:off x="2798" y="1976"/>
              <a:ext cx="71" cy="0"/>
            </a:xfrm>
            <a:prstGeom prst="straightConnector1">
              <a:avLst/>
            </a:prstGeom>
            <a:noFill/>
            <a:ln>
              <a:noFill/>
            </a:ln>
          </p:spPr>
        </p:cxnSp>
        <p:sp>
          <p:nvSpPr>
            <p:cNvPr id="1214" name="Google Shape;1214;p76"/>
            <p:cNvSpPr/>
            <p:nvPr/>
          </p:nvSpPr>
          <p:spPr>
            <a:xfrm>
              <a:off x="2798" y="1943"/>
              <a:ext cx="128" cy="218"/>
            </a:xfrm>
            <a:custGeom>
              <a:rect b="b" l="l" r="r" t="t"/>
              <a:pathLst>
                <a:path extrusionOk="0" h="220" w="131">
                  <a:moveTo>
                    <a:pt x="73" y="0"/>
                  </a:moveTo>
                  <a:lnTo>
                    <a:pt x="131" y="0"/>
                  </a:lnTo>
                  <a:lnTo>
                    <a:pt x="73" y="220"/>
                  </a:lnTo>
                  <a:lnTo>
                    <a:pt x="0" y="0"/>
                  </a:lnTo>
                  <a:lnTo>
                    <a:pt x="73" y="0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15" name="Google Shape;1215;p76"/>
            <p:cNvSpPr txBox="1"/>
            <p:nvPr/>
          </p:nvSpPr>
          <p:spPr>
            <a:xfrm>
              <a:off x="2841" y="1756"/>
              <a:ext cx="27" cy="13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16" name="Google Shape;1216;p76"/>
            <p:cNvSpPr txBox="1"/>
            <p:nvPr/>
          </p:nvSpPr>
          <p:spPr>
            <a:xfrm>
              <a:off x="2841" y="1976"/>
              <a:ext cx="27" cy="12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17" name="Google Shape;1217;p76"/>
            <p:cNvSpPr txBox="1"/>
            <p:nvPr/>
          </p:nvSpPr>
          <p:spPr>
            <a:xfrm>
              <a:off x="2841" y="1771"/>
              <a:ext cx="27" cy="203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1218" name="Google Shape;1218;p76"/>
          <p:cNvSpPr txBox="1"/>
          <p:nvPr/>
        </p:nvSpPr>
        <p:spPr>
          <a:xfrm>
            <a:off x="3681412" y="3409950"/>
            <a:ext cx="1566862" cy="3508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2300"/>
              <a:buFont typeface="Times New Roman"/>
              <a:buNone/>
            </a:pPr>
            <a:r>
              <a:rPr b="0" i="0" lang="en-US" sz="2300" u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Source code?</a:t>
            </a:r>
            <a:endParaRPr/>
          </a:p>
        </p:txBody>
      </p:sp>
      <p:sp>
        <p:nvSpPr>
          <p:cNvPr id="1219" name="Google Shape;1219;p76"/>
          <p:cNvSpPr txBox="1"/>
          <p:nvPr/>
        </p:nvSpPr>
        <p:spPr>
          <a:xfrm>
            <a:off x="5381625" y="3248025"/>
            <a:ext cx="428625" cy="7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50400" lIns="100800" spcFirstLastPara="1" rIns="100800" wrap="square" tIns="504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4000"/>
              <a:buFont typeface="Times New Roman"/>
              <a:buNone/>
            </a:pPr>
            <a:r>
              <a:rPr b="0" i="0" lang="en-US" sz="4000" u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?</a:t>
            </a:r>
            <a:endParaRPr/>
          </a:p>
        </p:txBody>
      </p:sp>
      <p:sp>
        <p:nvSpPr>
          <p:cNvPr id="1220" name="Google Shape;1220;p76"/>
          <p:cNvSpPr txBox="1"/>
          <p:nvPr/>
        </p:nvSpPr>
        <p:spPr>
          <a:xfrm>
            <a:off x="5822950" y="3128962"/>
            <a:ext cx="541337" cy="10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50400" lIns="100800" spcFirstLastPara="1" rIns="100800" wrap="square" tIns="504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6000"/>
              <a:buFont typeface="Times New Roman"/>
              <a:buNone/>
            </a:pPr>
            <a:r>
              <a:rPr b="0" i="0" lang="en-US" sz="6000" u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?</a:t>
            </a:r>
            <a:endParaRPr/>
          </a:p>
        </p:txBody>
      </p:sp>
      <p:sp>
        <p:nvSpPr>
          <p:cNvPr id="1221" name="Google Shape;1221;p76"/>
          <p:cNvSpPr txBox="1"/>
          <p:nvPr/>
        </p:nvSpPr>
        <p:spPr>
          <a:xfrm>
            <a:off x="4167187" y="2373312"/>
            <a:ext cx="700087" cy="3508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2300"/>
              <a:buFont typeface="Times New Roman"/>
              <a:buNone/>
            </a:pPr>
            <a:r>
              <a:rPr b="0" i="0" lang="en-US" sz="2300" u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issues</a:t>
            </a:r>
            <a:endParaRPr/>
          </a:p>
        </p:txBody>
      </p:sp>
      <p:sp>
        <p:nvSpPr>
          <p:cNvPr id="1222" name="Google Shape;1222;p76"/>
          <p:cNvSpPr/>
          <p:nvPr/>
        </p:nvSpPr>
        <p:spPr>
          <a:xfrm rot="-5400000">
            <a:off x="4729956" y="2790031"/>
            <a:ext cx="204787" cy="104775"/>
          </a:xfrm>
          <a:prstGeom prst="triangle">
            <a:avLst>
              <a:gd fmla="val 50000" name="adj"/>
            </a:avLst>
          </a:prstGeom>
          <a:solidFill>
            <a:srgbClr val="0000CC"/>
          </a:solidFill>
          <a:ln cap="sq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0"/>
                                        <p:tgtEl>
                                          <p:spTgt spid="121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1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0"/>
                                        <p:tgtEl>
                                          <p:spTgt spid="122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28" name="Shape 1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" name="Google Shape;1229;p77"/>
          <p:cNvSpPr txBox="1"/>
          <p:nvPr/>
        </p:nvSpPr>
        <p:spPr>
          <a:xfrm>
            <a:off x="701675" y="0"/>
            <a:ext cx="7797800" cy="6635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Quiz 2: Draw UML Class Diagram</a:t>
            </a:r>
            <a:endParaRPr/>
          </a:p>
        </p:txBody>
      </p:sp>
      <p:sp>
        <p:nvSpPr>
          <p:cNvPr id="1230" name="Google Shape;1230;p77"/>
          <p:cNvSpPr txBox="1"/>
          <p:nvPr/>
        </p:nvSpPr>
        <p:spPr>
          <a:xfrm>
            <a:off x="304800" y="1371600"/>
            <a:ext cx="8383587" cy="396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31" name="Google Shape;1231;p77"/>
          <p:cNvSpPr txBox="1"/>
          <p:nvPr/>
        </p:nvSpPr>
        <p:spPr>
          <a:xfrm>
            <a:off x="-381000" y="671512"/>
            <a:ext cx="9526500" cy="67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50400" lIns="100800" spcFirstLastPara="1" rIns="100800" wrap="square" tIns="50400">
            <a:spAutoFit/>
          </a:bodyPr>
          <a:lstStyle/>
          <a:p>
            <a:pPr indent="0" lvl="2" marL="100806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99"/>
              </a:buClr>
              <a:buSzPts val="2600"/>
              <a:buFont typeface="Comic Sans MS"/>
              <a:buNone/>
            </a:pPr>
            <a:r>
              <a:rPr b="1" i="0" lang="en-US" sz="2100" u="none" cap="none" strike="noStrike">
                <a:solidFill>
                  <a:srgbClr val="003399"/>
                </a:solidFill>
                <a:latin typeface="Comic Sans MS"/>
                <a:ea typeface="Comic Sans MS"/>
                <a:cs typeface="Comic Sans MS"/>
                <a:sym typeface="Comic Sans MS"/>
              </a:rPr>
              <a:t>public class TreeMap {</a:t>
            </a:r>
            <a:endParaRPr sz="900"/>
          </a:p>
          <a:p>
            <a:pPr indent="0" lvl="2" marL="1008062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3399"/>
              </a:buClr>
              <a:buSzPts val="2600"/>
              <a:buFont typeface="Comic Sans MS"/>
              <a:buNone/>
            </a:pPr>
            <a:r>
              <a:rPr b="1" i="0" lang="en-US" sz="2100" u="none" cap="none" strike="noStrike">
                <a:solidFill>
                  <a:srgbClr val="003399"/>
                </a:solidFill>
                <a:latin typeface="Comic Sans MS"/>
                <a:ea typeface="Comic Sans MS"/>
                <a:cs typeface="Comic Sans MS"/>
                <a:sym typeface="Comic Sans MS"/>
              </a:rPr>
              <a:t>  TreeMapNode topNode = null;</a:t>
            </a:r>
            <a:endParaRPr sz="900"/>
          </a:p>
          <a:p>
            <a:pPr indent="0" lvl="2" marL="1008062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3399"/>
              </a:buClr>
              <a:buSzPts val="2600"/>
              <a:buFont typeface="Comic Sans MS"/>
              <a:buNone/>
            </a:pPr>
            <a:r>
              <a:rPr b="1" i="0" lang="en-US" sz="2100" u="none" cap="none" strike="noStrike">
                <a:solidFill>
                  <a:srgbClr val="003399"/>
                </a:solidFill>
                <a:latin typeface="Comic Sans MS"/>
                <a:ea typeface="Comic Sans MS"/>
                <a:cs typeface="Comic Sans MS"/>
                <a:sym typeface="Comic Sans MS"/>
              </a:rPr>
              <a:t>  public void add(Comparable key, Object value) {…}</a:t>
            </a:r>
            <a:endParaRPr sz="900"/>
          </a:p>
          <a:p>
            <a:pPr indent="0" lvl="2" marL="1008062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3399"/>
              </a:buClr>
              <a:buSzPts val="2600"/>
              <a:buFont typeface="Comic Sans MS"/>
              <a:buNone/>
            </a:pPr>
            <a:r>
              <a:rPr b="1" i="0" lang="en-US" sz="2100" u="none" cap="none" strike="noStrike">
                <a:solidFill>
                  <a:srgbClr val="003399"/>
                </a:solidFill>
                <a:latin typeface="Comic Sans MS"/>
                <a:ea typeface="Comic Sans MS"/>
                <a:cs typeface="Comic Sans MS"/>
                <a:sym typeface="Comic Sans MS"/>
              </a:rPr>
              <a:t>  public Object get(Comparable key) {…}</a:t>
            </a:r>
            <a:endParaRPr sz="900"/>
          </a:p>
          <a:p>
            <a:pPr indent="0" lvl="2" marL="1008062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3399"/>
              </a:buClr>
              <a:buSzPts val="2600"/>
              <a:buFont typeface="Comic Sans MS"/>
              <a:buNone/>
            </a:pPr>
            <a:r>
              <a:rPr b="1" i="0" lang="en-US" sz="2100" u="none" cap="none" strike="noStrike">
                <a:solidFill>
                  <a:srgbClr val="003399"/>
                </a:solidFill>
                <a:latin typeface="Comic Sans MS"/>
                <a:ea typeface="Comic Sans MS"/>
                <a:cs typeface="Comic Sans MS"/>
                <a:sym typeface="Comic Sans MS"/>
              </a:rPr>
              <a:t>}</a:t>
            </a:r>
            <a:endParaRPr sz="900"/>
          </a:p>
          <a:p>
            <a:pPr indent="0" lvl="2" marL="1008062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Times New Roman"/>
              <a:buNone/>
            </a:pPr>
            <a:r>
              <a:t/>
            </a:r>
            <a:endParaRPr b="1" i="0" sz="2100" u="none" cap="none" strike="noStrike">
              <a:solidFill>
                <a:srgbClr val="003399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2" marL="1008062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3399"/>
              </a:buClr>
              <a:buSzPts val="2600"/>
              <a:buFont typeface="Comic Sans MS"/>
              <a:buNone/>
            </a:pPr>
            <a:r>
              <a:rPr b="1" i="0" lang="en-US" sz="2100" u="none" cap="none" strike="noStrike">
                <a:solidFill>
                  <a:srgbClr val="003399"/>
                </a:solidFill>
                <a:latin typeface="Comic Sans MS"/>
                <a:ea typeface="Comic Sans MS"/>
                <a:cs typeface="Comic Sans MS"/>
                <a:sym typeface="Comic Sans MS"/>
              </a:rPr>
              <a:t>class TreeMapNode {</a:t>
            </a:r>
            <a:endParaRPr sz="900"/>
          </a:p>
          <a:p>
            <a:pPr indent="0" lvl="2" marL="1008062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3399"/>
              </a:buClr>
              <a:buSzPts val="2600"/>
              <a:buFont typeface="Comic Sans MS"/>
              <a:buNone/>
            </a:pPr>
            <a:r>
              <a:rPr b="1" i="0" lang="en-US" sz="2100" u="none" cap="none" strike="noStrike">
                <a:solidFill>
                  <a:srgbClr val="003399"/>
                </a:solidFill>
                <a:latin typeface="Comic Sans MS"/>
                <a:ea typeface="Comic Sans MS"/>
                <a:cs typeface="Comic Sans MS"/>
                <a:sym typeface="Comic Sans MS"/>
              </a:rPr>
              <a:t>  private Comparable itsKey;</a:t>
            </a:r>
            <a:endParaRPr sz="900"/>
          </a:p>
          <a:p>
            <a:pPr indent="0" lvl="2" marL="1008062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3399"/>
              </a:buClr>
              <a:buSzPts val="2600"/>
              <a:buFont typeface="Comic Sans MS"/>
              <a:buNone/>
            </a:pPr>
            <a:r>
              <a:rPr b="1" i="0" lang="en-US" sz="2100" u="none" cap="none" strike="noStrike">
                <a:solidFill>
                  <a:srgbClr val="003399"/>
                </a:solidFill>
                <a:latin typeface="Comic Sans MS"/>
                <a:ea typeface="Comic Sans MS"/>
                <a:cs typeface="Comic Sans MS"/>
                <a:sym typeface="Comic Sans MS"/>
              </a:rPr>
              <a:t>  private Object itsValue;</a:t>
            </a:r>
            <a:endParaRPr sz="900"/>
          </a:p>
          <a:p>
            <a:pPr indent="0" lvl="2" marL="1008062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3399"/>
              </a:buClr>
              <a:buSzPts val="2600"/>
              <a:buFont typeface="Comic Sans MS"/>
              <a:buNone/>
            </a:pPr>
            <a:r>
              <a:rPr b="1" i="0" lang="en-US" sz="2100" u="none" cap="none" strike="noStrike">
                <a:solidFill>
                  <a:srgbClr val="003399"/>
                </a:solidFill>
                <a:latin typeface="Comic Sans MS"/>
                <a:ea typeface="Comic Sans MS"/>
                <a:cs typeface="Comic Sans MS"/>
                <a:sym typeface="Comic Sans MS"/>
              </a:rPr>
              <a:t>  private TreeMapNode nodes[] = new TreeMapNode[2];</a:t>
            </a:r>
            <a:endParaRPr sz="900"/>
          </a:p>
          <a:p>
            <a:pPr indent="0" lvl="2" marL="1008062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Times New Roman"/>
              <a:buNone/>
            </a:pPr>
            <a:r>
              <a:t/>
            </a:r>
            <a:endParaRPr b="1" i="0" sz="2100" u="none" cap="none" strike="noStrike">
              <a:solidFill>
                <a:srgbClr val="003399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2" marL="1008062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3399"/>
              </a:buClr>
              <a:buSzPts val="2600"/>
              <a:buFont typeface="Comic Sans MS"/>
              <a:buNone/>
            </a:pPr>
            <a:r>
              <a:rPr b="1" i="0" lang="en-US" sz="2100" u="none" cap="none" strike="noStrike">
                <a:solidFill>
                  <a:srgbClr val="003399"/>
                </a:solidFill>
                <a:latin typeface="Comic Sans MS"/>
                <a:ea typeface="Comic Sans MS"/>
                <a:cs typeface="Comic Sans MS"/>
                <a:sym typeface="Comic Sans MS"/>
              </a:rPr>
              <a:t>  public TreeMapNode(Comparable key, Object value) {…}</a:t>
            </a:r>
            <a:endParaRPr sz="900"/>
          </a:p>
          <a:p>
            <a:pPr indent="0" lvl="2" marL="1008062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Times New Roman"/>
              <a:buNone/>
            </a:pPr>
            <a:r>
              <a:t/>
            </a:r>
            <a:endParaRPr b="1" i="0" sz="2100" u="none" cap="none" strike="noStrike">
              <a:solidFill>
                <a:srgbClr val="003399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2" marL="1008062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3399"/>
              </a:buClr>
              <a:buSzPts val="2600"/>
              <a:buFont typeface="Comic Sans MS"/>
              <a:buNone/>
            </a:pPr>
            <a:r>
              <a:rPr b="1" i="0" lang="en-US" sz="2100" u="none" cap="none" strike="noStrike">
                <a:solidFill>
                  <a:srgbClr val="003399"/>
                </a:solidFill>
                <a:latin typeface="Comic Sans MS"/>
                <a:ea typeface="Comic Sans MS"/>
                <a:cs typeface="Comic Sans MS"/>
                <a:sym typeface="Comic Sans MS"/>
              </a:rPr>
              <a:t>  public Object find(Comparable key) {…}</a:t>
            </a:r>
            <a:endParaRPr sz="900"/>
          </a:p>
          <a:p>
            <a:pPr indent="0" lvl="2" marL="1008062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3399"/>
              </a:buClr>
              <a:buSzPts val="2600"/>
              <a:buFont typeface="Comic Sans MS"/>
              <a:buNone/>
            </a:pPr>
            <a:r>
              <a:rPr b="1" i="0" lang="en-US" sz="2100" u="none" cap="none" strike="noStrike">
                <a:solidFill>
                  <a:srgbClr val="003399"/>
                </a:solidFill>
                <a:latin typeface="Comic Sans MS"/>
                <a:ea typeface="Comic Sans MS"/>
                <a:cs typeface="Comic Sans MS"/>
                <a:sym typeface="Comic Sans MS"/>
              </a:rPr>
              <a:t>  public void add(Comparable key, Object value) {…}</a:t>
            </a:r>
            <a:endParaRPr sz="900"/>
          </a:p>
          <a:p>
            <a:pPr indent="0" lvl="2" marL="1008062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3399"/>
              </a:buClr>
              <a:buSzPts val="2600"/>
              <a:buFont typeface="Comic Sans MS"/>
              <a:buNone/>
            </a:pPr>
            <a:r>
              <a:rPr b="1" i="0" lang="en-US" sz="2100" u="none" cap="none" strike="noStrike">
                <a:solidFill>
                  <a:srgbClr val="003399"/>
                </a:solidFill>
                <a:latin typeface="Comic Sans MS"/>
                <a:ea typeface="Comic Sans MS"/>
                <a:cs typeface="Comic Sans MS"/>
                <a:sym typeface="Comic Sans MS"/>
              </a:rPr>
              <a:t>}</a:t>
            </a:r>
            <a:endParaRPr sz="900"/>
          </a:p>
          <a:p>
            <a:pPr indent="0" lvl="2" marL="1008062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Times New Roman"/>
              <a:buNone/>
            </a:pPr>
            <a:r>
              <a:t/>
            </a:r>
            <a:endParaRPr b="1" i="0" sz="2100" u="none" cap="none" strike="noStrike">
              <a:solidFill>
                <a:srgbClr val="003399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2" marL="1008062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Times New Roman"/>
              <a:buNone/>
            </a:pPr>
            <a:r>
              <a:t/>
            </a:r>
            <a:endParaRPr b="1" i="0" sz="21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2" marL="1008062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Times New Roman"/>
              <a:buNone/>
            </a:pPr>
            <a:r>
              <a:t/>
            </a:r>
            <a:endParaRPr b="1" i="0" sz="21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1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37" name="Shape 1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8" name="Google Shape;1238;p78"/>
          <p:cNvSpPr txBox="1"/>
          <p:nvPr/>
        </p:nvSpPr>
        <p:spPr>
          <a:xfrm>
            <a:off x="147637" y="6111875"/>
            <a:ext cx="831850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50400" lIns="100800" spcFirstLastPara="1" rIns="100800" wrap="square" tIns="504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3400"/>
              <a:buFont typeface="Times New Roman"/>
              <a:buNone/>
            </a:pPr>
            <a:r>
              <a:rPr b="0" i="0" lang="en-US" sz="3400" u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and we can add more classes to the diamond…</a:t>
            </a:r>
            <a:endParaRPr/>
          </a:p>
        </p:txBody>
      </p:sp>
      <p:sp>
        <p:nvSpPr>
          <p:cNvPr id="1239" name="Google Shape;1239;p78"/>
          <p:cNvSpPr txBox="1"/>
          <p:nvPr/>
        </p:nvSpPr>
        <p:spPr>
          <a:xfrm>
            <a:off x="701675" y="0"/>
            <a:ext cx="7802562" cy="1139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Times New Roman"/>
              <a:buNone/>
            </a:pPr>
            <a:r>
              <a:rPr b="0" i="0" lang="en-US" sz="4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Ternary Association</a:t>
            </a:r>
            <a:endParaRPr/>
          </a:p>
        </p:txBody>
      </p:sp>
      <p:grpSp>
        <p:nvGrpSpPr>
          <p:cNvPr id="1240" name="Google Shape;1240;p78"/>
          <p:cNvGrpSpPr/>
          <p:nvPr/>
        </p:nvGrpSpPr>
        <p:grpSpPr>
          <a:xfrm>
            <a:off x="1219200" y="1463675"/>
            <a:ext cx="6016625" cy="4381500"/>
            <a:chOff x="768" y="922"/>
            <a:chExt cx="3790" cy="2760"/>
          </a:xfrm>
        </p:grpSpPr>
        <p:sp>
          <p:nvSpPr>
            <p:cNvPr id="1241" name="Google Shape;1241;p78"/>
            <p:cNvSpPr txBox="1"/>
            <p:nvPr/>
          </p:nvSpPr>
          <p:spPr>
            <a:xfrm>
              <a:off x="768" y="948"/>
              <a:ext cx="1246" cy="1006"/>
            </a:xfrm>
            <a:prstGeom prst="rect">
              <a:avLst/>
            </a:prstGeom>
            <a:solidFill>
              <a:srgbClr val="FFFF66"/>
            </a:solidFill>
            <a:ln cap="sq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1242" name="Google Shape;1242;p78"/>
            <p:cNvCxnSpPr/>
            <p:nvPr/>
          </p:nvCxnSpPr>
          <p:spPr>
            <a:xfrm>
              <a:off x="768" y="1284"/>
              <a:ext cx="1246" cy="0"/>
            </a:xfrm>
            <a:prstGeom prst="straightConnector1">
              <a:avLst/>
            </a:prstGeom>
            <a:noFill/>
            <a:ln cap="sq" cmpd="sng" w="9525">
              <a:solidFill>
                <a:srgbClr val="000000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sp>
          <p:nvSpPr>
            <p:cNvPr id="1243" name="Google Shape;1243;p78"/>
            <p:cNvSpPr txBox="1"/>
            <p:nvPr/>
          </p:nvSpPr>
          <p:spPr>
            <a:xfrm>
              <a:off x="2112" y="2676"/>
              <a:ext cx="1246" cy="1006"/>
            </a:xfrm>
            <a:prstGeom prst="rect">
              <a:avLst/>
            </a:prstGeom>
            <a:solidFill>
              <a:srgbClr val="FFFF66"/>
            </a:solidFill>
            <a:ln cap="sq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1244" name="Google Shape;1244;p78"/>
            <p:cNvCxnSpPr/>
            <p:nvPr/>
          </p:nvCxnSpPr>
          <p:spPr>
            <a:xfrm>
              <a:off x="2112" y="3012"/>
              <a:ext cx="1246" cy="0"/>
            </a:xfrm>
            <a:prstGeom prst="straightConnector1">
              <a:avLst/>
            </a:prstGeom>
            <a:noFill/>
            <a:ln cap="sq" cmpd="sng" w="9525">
              <a:solidFill>
                <a:srgbClr val="000000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sp>
          <p:nvSpPr>
            <p:cNvPr id="1245" name="Google Shape;1245;p78"/>
            <p:cNvSpPr txBox="1"/>
            <p:nvPr/>
          </p:nvSpPr>
          <p:spPr>
            <a:xfrm>
              <a:off x="3264" y="948"/>
              <a:ext cx="1246" cy="1006"/>
            </a:xfrm>
            <a:prstGeom prst="rect">
              <a:avLst/>
            </a:prstGeom>
            <a:solidFill>
              <a:srgbClr val="FFFF66"/>
            </a:solidFill>
            <a:ln cap="sq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1246" name="Google Shape;1246;p78"/>
            <p:cNvCxnSpPr/>
            <p:nvPr/>
          </p:nvCxnSpPr>
          <p:spPr>
            <a:xfrm>
              <a:off x="3264" y="1284"/>
              <a:ext cx="1246" cy="0"/>
            </a:xfrm>
            <a:prstGeom prst="straightConnector1">
              <a:avLst/>
            </a:prstGeom>
            <a:noFill/>
            <a:ln cap="sq" cmpd="sng" w="9525">
              <a:solidFill>
                <a:srgbClr val="000000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sp>
          <p:nvSpPr>
            <p:cNvPr id="1247" name="Google Shape;1247;p78"/>
            <p:cNvSpPr/>
            <p:nvPr/>
          </p:nvSpPr>
          <p:spPr>
            <a:xfrm>
              <a:off x="2448" y="1188"/>
              <a:ext cx="430" cy="382"/>
            </a:xfrm>
            <a:prstGeom prst="diamond">
              <a:avLst/>
            </a:prstGeom>
            <a:noFill/>
            <a:ln cap="sq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1248" name="Google Shape;1248;p78"/>
            <p:cNvCxnSpPr/>
            <p:nvPr/>
          </p:nvCxnSpPr>
          <p:spPr>
            <a:xfrm>
              <a:off x="2880" y="1380"/>
              <a:ext cx="381" cy="0"/>
            </a:xfrm>
            <a:prstGeom prst="straightConnector1">
              <a:avLst/>
            </a:prstGeom>
            <a:noFill/>
            <a:ln cap="sq" cmpd="sng" w="38150">
              <a:solidFill>
                <a:srgbClr val="000000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1249" name="Google Shape;1249;p78"/>
            <p:cNvCxnSpPr/>
            <p:nvPr/>
          </p:nvCxnSpPr>
          <p:spPr>
            <a:xfrm rot="10800000">
              <a:off x="2014" y="1380"/>
              <a:ext cx="434" cy="0"/>
            </a:xfrm>
            <a:prstGeom prst="straightConnector1">
              <a:avLst/>
            </a:prstGeom>
            <a:noFill/>
            <a:ln cap="sq" cmpd="sng" w="38150">
              <a:solidFill>
                <a:srgbClr val="000000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1250" name="Google Shape;1250;p78"/>
            <p:cNvCxnSpPr/>
            <p:nvPr/>
          </p:nvCxnSpPr>
          <p:spPr>
            <a:xfrm>
              <a:off x="2640" y="1572"/>
              <a:ext cx="0" cy="1102"/>
            </a:xfrm>
            <a:prstGeom prst="straightConnector1">
              <a:avLst/>
            </a:prstGeom>
            <a:noFill/>
            <a:ln cap="sq" cmpd="sng" w="38150">
              <a:solidFill>
                <a:srgbClr val="000000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sp>
          <p:nvSpPr>
            <p:cNvPr id="1251" name="Google Shape;1251;p78"/>
            <p:cNvSpPr txBox="1"/>
            <p:nvPr/>
          </p:nvSpPr>
          <p:spPr>
            <a:xfrm>
              <a:off x="1104" y="922"/>
              <a:ext cx="626" cy="3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0400" lIns="100800" spcFirstLastPara="1" rIns="100800" wrap="square" tIns="504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400"/>
                <a:buFont typeface="Times New Roman"/>
                <a:buNone/>
              </a:pPr>
              <a:r>
                <a:rPr b="0" i="0" lang="en-US" sz="34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Man</a:t>
              </a:r>
              <a:endParaRPr/>
            </a:p>
          </p:txBody>
        </p:sp>
        <p:sp>
          <p:nvSpPr>
            <p:cNvPr id="1252" name="Google Shape;1252;p78"/>
            <p:cNvSpPr txBox="1"/>
            <p:nvPr/>
          </p:nvSpPr>
          <p:spPr>
            <a:xfrm>
              <a:off x="3358" y="922"/>
              <a:ext cx="12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0400" lIns="100800" spcFirstLastPara="1" rIns="100800" wrap="square" tIns="504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400"/>
                <a:buFont typeface="Times New Roman"/>
                <a:buNone/>
              </a:pPr>
              <a:r>
                <a:rPr b="0" i="0" lang="en-US" sz="34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Woman</a:t>
              </a:r>
              <a:endParaRPr/>
            </a:p>
          </p:txBody>
        </p:sp>
        <p:sp>
          <p:nvSpPr>
            <p:cNvPr id="1253" name="Google Shape;1253;p78"/>
            <p:cNvSpPr txBox="1"/>
            <p:nvPr/>
          </p:nvSpPr>
          <p:spPr>
            <a:xfrm>
              <a:off x="2325" y="2650"/>
              <a:ext cx="9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0400" lIns="100800" spcFirstLastPara="1" rIns="100800" wrap="square" tIns="504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400"/>
                <a:buFont typeface="Times New Roman"/>
                <a:buNone/>
              </a:pPr>
              <a:r>
                <a:rPr b="0" i="0" lang="en-US" sz="34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Priest</a:t>
              </a:r>
              <a:endParaRPr/>
            </a:p>
          </p:txBody>
        </p:sp>
        <p:sp>
          <p:nvSpPr>
            <p:cNvPr id="1254" name="Google Shape;1254;p78"/>
            <p:cNvSpPr txBox="1"/>
            <p:nvPr/>
          </p:nvSpPr>
          <p:spPr>
            <a:xfrm>
              <a:off x="2689" y="2046"/>
              <a:ext cx="9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0400" lIns="100800" spcFirstLastPara="1" rIns="100800" wrap="square" tIns="504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Times New Roman"/>
                <a:buNone/>
              </a:pPr>
              <a:r>
                <a:rPr b="0" i="0" lang="en-US" sz="30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marry</a:t>
              </a:r>
              <a:endParaRPr/>
            </a:p>
          </p:txBody>
        </p:sp>
        <p:sp>
          <p:nvSpPr>
            <p:cNvPr id="1255" name="Google Shape;1255;p78"/>
            <p:cNvSpPr txBox="1"/>
            <p:nvPr/>
          </p:nvSpPr>
          <p:spPr>
            <a:xfrm>
              <a:off x="2026" y="1125"/>
              <a:ext cx="241" cy="3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800" lIns="90000" spcFirstLastPara="1" rIns="90000" wrap="square" tIns="46800">
              <a:spAutoFit/>
            </a:bodyPr>
            <a:lstStyle/>
            <a:p>
              <a:pPr indent="0" lvl="0" marL="0" marR="0" rtl="0" algn="l">
                <a:lnSpc>
                  <a:spcPct val="87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Times New Roman"/>
                <a:buNone/>
              </a:pPr>
              <a:r>
                <a:rPr b="0" i="0" lang="en-US" sz="32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</a:t>
              </a:r>
              <a:endParaRPr/>
            </a:p>
          </p:txBody>
        </p:sp>
        <p:sp>
          <p:nvSpPr>
            <p:cNvPr id="1256" name="Google Shape;1256;p78"/>
            <p:cNvSpPr txBox="1"/>
            <p:nvPr/>
          </p:nvSpPr>
          <p:spPr>
            <a:xfrm>
              <a:off x="3071" y="1115"/>
              <a:ext cx="241" cy="3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800" lIns="90000" spcFirstLastPara="1" rIns="90000" wrap="square" tIns="46800">
              <a:spAutoFit/>
            </a:bodyPr>
            <a:lstStyle/>
            <a:p>
              <a:pPr indent="0" lvl="0" marL="0" marR="0" rtl="0" algn="l">
                <a:lnSpc>
                  <a:spcPct val="87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Times New Roman"/>
                <a:buNone/>
              </a:pPr>
              <a:r>
                <a:rPr b="0" i="0" lang="en-US" sz="32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</a:t>
              </a:r>
              <a:endParaRPr/>
            </a:p>
          </p:txBody>
        </p:sp>
        <p:sp>
          <p:nvSpPr>
            <p:cNvPr id="1257" name="Google Shape;1257;p78"/>
            <p:cNvSpPr txBox="1"/>
            <p:nvPr/>
          </p:nvSpPr>
          <p:spPr>
            <a:xfrm>
              <a:off x="2031" y="2377"/>
              <a:ext cx="499" cy="3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800" lIns="90000" spcFirstLastPara="1" rIns="90000" wrap="square" tIns="46800">
              <a:spAutoFit/>
            </a:bodyPr>
            <a:lstStyle/>
            <a:p>
              <a:pPr indent="0" lvl="0" marL="0" marR="0" rtl="0" algn="l">
                <a:lnSpc>
                  <a:spcPct val="87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Times New Roman"/>
                <a:buNone/>
              </a:pPr>
              <a:r>
                <a:rPr b="0" i="0" lang="en-US" sz="32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1..3</a:t>
              </a:r>
              <a:endParaRPr/>
            </a:p>
          </p:txBody>
        </p:sp>
      </p:grp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63" name="Shape 1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4" name="Google Shape;1264;p79"/>
          <p:cNvSpPr txBox="1"/>
          <p:nvPr/>
        </p:nvSpPr>
        <p:spPr>
          <a:xfrm>
            <a:off x="0" y="0"/>
            <a:ext cx="9144000" cy="80168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Implementation of Ternary Association</a:t>
            </a:r>
            <a:endParaRPr/>
          </a:p>
        </p:txBody>
      </p:sp>
      <p:sp>
        <p:nvSpPr>
          <p:cNvPr id="1265" name="Google Shape;1265;p79"/>
          <p:cNvSpPr txBox="1"/>
          <p:nvPr/>
        </p:nvSpPr>
        <p:spPr>
          <a:xfrm>
            <a:off x="0" y="871537"/>
            <a:ext cx="8778875" cy="4630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39725" lvl="0" marL="339725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•"/>
            </a:pPr>
            <a:r>
              <a:rPr b="1" i="0" lang="en-US" sz="36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There are several ways in which ternary association can be implemented.</a:t>
            </a:r>
            <a:endParaRPr/>
          </a:p>
          <a:p>
            <a:pPr indent="-282575" lvl="1" marL="739775" marR="0" rtl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rgbClr val="0000CC"/>
              </a:buClr>
              <a:buSzPts val="3200"/>
              <a:buFont typeface="Arial"/>
              <a:buChar char="•"/>
            </a:pPr>
            <a:r>
              <a:rPr b="1" i="0" lang="en-US" sz="3200" u="none" cap="none" strike="noStrik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One is to decompose it to a set of binary associations</a:t>
            </a:r>
            <a:endParaRPr/>
          </a:p>
        </p:txBody>
      </p:sp>
      <p:sp>
        <p:nvSpPr>
          <p:cNvPr id="1266" name="Google Shape;1266;p79"/>
          <p:cNvSpPr txBox="1"/>
          <p:nvPr/>
        </p:nvSpPr>
        <p:spPr>
          <a:xfrm>
            <a:off x="79375" y="3803650"/>
            <a:ext cx="1509712" cy="1084262"/>
          </a:xfrm>
          <a:prstGeom prst="rect">
            <a:avLst/>
          </a:prstGeom>
          <a:solidFill>
            <a:srgbClr val="FFFF66"/>
          </a:solidFill>
          <a:ln cap="sq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267" name="Google Shape;1267;p79"/>
          <p:cNvCxnSpPr/>
          <p:nvPr/>
        </p:nvCxnSpPr>
        <p:spPr>
          <a:xfrm>
            <a:off x="79375" y="4165600"/>
            <a:ext cx="1509712" cy="1587"/>
          </a:xfrm>
          <a:prstGeom prst="straightConnector1">
            <a:avLst/>
          </a:prstGeom>
          <a:noFill/>
          <a:ln cap="sq" cmpd="sng" w="9525">
            <a:solidFill>
              <a:srgbClr val="000000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1268" name="Google Shape;1268;p79"/>
          <p:cNvSpPr txBox="1"/>
          <p:nvPr/>
        </p:nvSpPr>
        <p:spPr>
          <a:xfrm>
            <a:off x="3219450" y="5592762"/>
            <a:ext cx="1509712" cy="1084262"/>
          </a:xfrm>
          <a:prstGeom prst="rect">
            <a:avLst/>
          </a:prstGeom>
          <a:solidFill>
            <a:srgbClr val="FFFF66"/>
          </a:solidFill>
          <a:ln cap="sq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269" name="Google Shape;1269;p79"/>
          <p:cNvCxnSpPr/>
          <p:nvPr/>
        </p:nvCxnSpPr>
        <p:spPr>
          <a:xfrm>
            <a:off x="3219450" y="5954712"/>
            <a:ext cx="1509712" cy="1587"/>
          </a:xfrm>
          <a:prstGeom prst="straightConnector1">
            <a:avLst/>
          </a:prstGeom>
          <a:noFill/>
          <a:ln cap="sq" cmpd="sng" w="9525">
            <a:solidFill>
              <a:srgbClr val="000000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1270" name="Google Shape;1270;p79"/>
          <p:cNvSpPr txBox="1"/>
          <p:nvPr/>
        </p:nvSpPr>
        <p:spPr>
          <a:xfrm>
            <a:off x="6934200" y="3795712"/>
            <a:ext cx="1509712" cy="1084262"/>
          </a:xfrm>
          <a:prstGeom prst="rect">
            <a:avLst/>
          </a:prstGeom>
          <a:solidFill>
            <a:srgbClr val="FFFF66"/>
          </a:solidFill>
          <a:ln cap="sq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271" name="Google Shape;1271;p79"/>
          <p:cNvCxnSpPr/>
          <p:nvPr/>
        </p:nvCxnSpPr>
        <p:spPr>
          <a:xfrm>
            <a:off x="6934200" y="4157662"/>
            <a:ext cx="1509712" cy="1587"/>
          </a:xfrm>
          <a:prstGeom prst="straightConnector1">
            <a:avLst/>
          </a:prstGeom>
          <a:noFill/>
          <a:ln cap="sq" cmpd="sng" w="9525">
            <a:solidFill>
              <a:srgbClr val="000000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272" name="Google Shape;1272;p79"/>
          <p:cNvCxnSpPr/>
          <p:nvPr/>
        </p:nvCxnSpPr>
        <p:spPr>
          <a:xfrm>
            <a:off x="4710112" y="4257675"/>
            <a:ext cx="2252662" cy="1587"/>
          </a:xfrm>
          <a:prstGeom prst="straightConnector1">
            <a:avLst/>
          </a:prstGeom>
          <a:noFill/>
          <a:ln cap="sq" cmpd="sng" w="38150">
            <a:solidFill>
              <a:srgbClr val="000000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273" name="Google Shape;1273;p79"/>
          <p:cNvCxnSpPr/>
          <p:nvPr/>
        </p:nvCxnSpPr>
        <p:spPr>
          <a:xfrm flipH="1">
            <a:off x="1597025" y="4327525"/>
            <a:ext cx="1665287" cy="1587"/>
          </a:xfrm>
          <a:prstGeom prst="straightConnector1">
            <a:avLst/>
          </a:prstGeom>
          <a:noFill/>
          <a:ln cap="sq" cmpd="sng" w="38150">
            <a:solidFill>
              <a:srgbClr val="000000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274" name="Google Shape;1274;p79"/>
          <p:cNvCxnSpPr/>
          <p:nvPr/>
        </p:nvCxnSpPr>
        <p:spPr>
          <a:xfrm>
            <a:off x="3949700" y="4879975"/>
            <a:ext cx="1587" cy="690562"/>
          </a:xfrm>
          <a:prstGeom prst="straightConnector1">
            <a:avLst/>
          </a:prstGeom>
          <a:noFill/>
          <a:ln cap="sq" cmpd="sng" w="38150">
            <a:solidFill>
              <a:srgbClr val="000000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1275" name="Google Shape;1275;p79"/>
          <p:cNvSpPr txBox="1"/>
          <p:nvPr/>
        </p:nvSpPr>
        <p:spPr>
          <a:xfrm>
            <a:off x="484187" y="3773487"/>
            <a:ext cx="809625" cy="496887"/>
          </a:xfrm>
          <a:prstGeom prst="rect">
            <a:avLst/>
          </a:prstGeom>
          <a:noFill/>
          <a:ln>
            <a:noFill/>
          </a:ln>
        </p:spPr>
        <p:txBody>
          <a:bodyPr anchorCtr="0" anchor="t" bIns="50400" lIns="100800" spcFirstLastPara="1" rIns="100800" wrap="square" tIns="504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Times New Roman"/>
              <a:buNone/>
            </a:pPr>
            <a:r>
              <a:rPr b="0" i="0" lang="en-US" sz="26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</a:t>
            </a:r>
            <a:endParaRPr/>
          </a:p>
        </p:txBody>
      </p:sp>
      <p:sp>
        <p:nvSpPr>
          <p:cNvPr id="1276" name="Google Shape;1276;p79"/>
          <p:cNvSpPr txBox="1"/>
          <p:nvPr/>
        </p:nvSpPr>
        <p:spPr>
          <a:xfrm>
            <a:off x="7216775" y="3767137"/>
            <a:ext cx="1223962" cy="496887"/>
          </a:xfrm>
          <a:prstGeom prst="rect">
            <a:avLst/>
          </a:prstGeom>
          <a:noFill/>
          <a:ln>
            <a:noFill/>
          </a:ln>
        </p:spPr>
        <p:txBody>
          <a:bodyPr anchorCtr="0" anchor="t" bIns="50400" lIns="100800" spcFirstLastPara="1" rIns="100800" wrap="square" tIns="504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Times New Roman"/>
              <a:buNone/>
            </a:pPr>
            <a:r>
              <a:rPr b="0" i="0" lang="en-US" sz="26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Woman</a:t>
            </a:r>
            <a:endParaRPr/>
          </a:p>
        </p:txBody>
      </p:sp>
      <p:sp>
        <p:nvSpPr>
          <p:cNvPr id="1277" name="Google Shape;1277;p79"/>
          <p:cNvSpPr txBox="1"/>
          <p:nvPr/>
        </p:nvSpPr>
        <p:spPr>
          <a:xfrm>
            <a:off x="3476625" y="5564187"/>
            <a:ext cx="954087" cy="496887"/>
          </a:xfrm>
          <a:prstGeom prst="rect">
            <a:avLst/>
          </a:prstGeom>
          <a:noFill/>
          <a:ln>
            <a:noFill/>
          </a:ln>
        </p:spPr>
        <p:txBody>
          <a:bodyPr anchorCtr="0" anchor="t" bIns="50400" lIns="100800" spcFirstLastPara="1" rIns="100800" wrap="square" tIns="504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Times New Roman"/>
              <a:buNone/>
            </a:pPr>
            <a:r>
              <a:rPr b="0" i="0" lang="en-US" sz="26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Priest</a:t>
            </a:r>
            <a:endParaRPr/>
          </a:p>
        </p:txBody>
      </p:sp>
      <p:sp>
        <p:nvSpPr>
          <p:cNvPr id="1278" name="Google Shape;1278;p79"/>
          <p:cNvSpPr txBox="1"/>
          <p:nvPr/>
        </p:nvSpPr>
        <p:spPr>
          <a:xfrm>
            <a:off x="3897312" y="5106987"/>
            <a:ext cx="1730375" cy="436562"/>
          </a:xfrm>
          <a:prstGeom prst="rect">
            <a:avLst/>
          </a:prstGeom>
          <a:noFill/>
          <a:ln>
            <a:noFill/>
          </a:ln>
        </p:spPr>
        <p:txBody>
          <a:bodyPr anchorCtr="0" anchor="t" bIns="50400" lIns="100800" spcFirstLastPara="1" rIns="100800" wrap="square" tIns="504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</a:pPr>
            <a:r>
              <a:rPr b="0" i="0" lang="en-US" sz="2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Performed by</a:t>
            </a:r>
            <a:endParaRPr/>
          </a:p>
        </p:txBody>
      </p:sp>
      <p:sp>
        <p:nvSpPr>
          <p:cNvPr id="1279" name="Google Shape;1279;p79"/>
          <p:cNvSpPr txBox="1"/>
          <p:nvPr/>
        </p:nvSpPr>
        <p:spPr>
          <a:xfrm>
            <a:off x="1600200" y="3992562"/>
            <a:ext cx="333375" cy="460375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/>
          </a:p>
        </p:txBody>
      </p:sp>
      <p:sp>
        <p:nvSpPr>
          <p:cNvPr id="1280" name="Google Shape;1280;p79"/>
          <p:cNvSpPr txBox="1"/>
          <p:nvPr/>
        </p:nvSpPr>
        <p:spPr>
          <a:xfrm>
            <a:off x="6577012" y="3913187"/>
            <a:ext cx="333375" cy="460375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/>
          </a:p>
        </p:txBody>
      </p:sp>
      <p:sp>
        <p:nvSpPr>
          <p:cNvPr id="1281" name="Google Shape;1281;p79"/>
          <p:cNvSpPr txBox="1"/>
          <p:nvPr/>
        </p:nvSpPr>
        <p:spPr>
          <a:xfrm>
            <a:off x="3121025" y="5272087"/>
            <a:ext cx="638175" cy="460375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1..3</a:t>
            </a:r>
            <a:endParaRPr/>
          </a:p>
        </p:txBody>
      </p:sp>
      <p:sp>
        <p:nvSpPr>
          <p:cNvPr id="1282" name="Google Shape;1282;p79"/>
          <p:cNvSpPr txBox="1"/>
          <p:nvPr/>
        </p:nvSpPr>
        <p:spPr>
          <a:xfrm>
            <a:off x="3259137" y="3803650"/>
            <a:ext cx="1509712" cy="1084262"/>
          </a:xfrm>
          <a:prstGeom prst="rect">
            <a:avLst/>
          </a:prstGeom>
          <a:solidFill>
            <a:srgbClr val="FFFF66"/>
          </a:solidFill>
          <a:ln cap="sq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283" name="Google Shape;1283;p79"/>
          <p:cNvCxnSpPr/>
          <p:nvPr/>
        </p:nvCxnSpPr>
        <p:spPr>
          <a:xfrm>
            <a:off x="3259137" y="4165600"/>
            <a:ext cx="1509712" cy="1587"/>
          </a:xfrm>
          <a:prstGeom prst="straightConnector1">
            <a:avLst/>
          </a:prstGeom>
          <a:noFill/>
          <a:ln cap="sq" cmpd="sng" w="9525">
            <a:solidFill>
              <a:srgbClr val="000000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1284" name="Google Shape;1284;p79"/>
          <p:cNvSpPr txBox="1"/>
          <p:nvPr/>
        </p:nvSpPr>
        <p:spPr>
          <a:xfrm>
            <a:off x="3316287" y="3775075"/>
            <a:ext cx="1412875" cy="496887"/>
          </a:xfrm>
          <a:prstGeom prst="rect">
            <a:avLst/>
          </a:prstGeom>
          <a:noFill/>
          <a:ln>
            <a:noFill/>
          </a:ln>
        </p:spPr>
        <p:txBody>
          <a:bodyPr anchorCtr="0" anchor="t" bIns="50400" lIns="100800" spcFirstLastPara="1" rIns="100800" wrap="square" tIns="504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Times New Roman"/>
              <a:buNone/>
            </a:pPr>
            <a:r>
              <a:rPr b="0" i="0" lang="en-US" sz="26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Marriage</a:t>
            </a:r>
            <a:endParaRPr/>
          </a:p>
        </p:txBody>
      </p:sp>
      <p:sp>
        <p:nvSpPr>
          <p:cNvPr id="1285" name="Google Shape;1285;p79"/>
          <p:cNvSpPr txBox="1"/>
          <p:nvPr/>
        </p:nvSpPr>
        <p:spPr>
          <a:xfrm>
            <a:off x="1600200" y="4327525"/>
            <a:ext cx="1658937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50400" lIns="100800" spcFirstLastPara="1" rIns="100800" wrap="square" tIns="504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</a:pPr>
            <a:r>
              <a:rPr b="0" i="0" lang="en-US" sz="2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Participates in</a:t>
            </a:r>
            <a:endParaRPr/>
          </a:p>
        </p:txBody>
      </p:sp>
      <p:sp>
        <p:nvSpPr>
          <p:cNvPr id="1286" name="Google Shape;1286;p79"/>
          <p:cNvSpPr txBox="1"/>
          <p:nvPr/>
        </p:nvSpPr>
        <p:spPr>
          <a:xfrm>
            <a:off x="2995612" y="3981450"/>
            <a:ext cx="333375" cy="460375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/>
          </a:p>
        </p:txBody>
      </p:sp>
      <p:sp>
        <p:nvSpPr>
          <p:cNvPr id="1287" name="Google Shape;1287;p79"/>
          <p:cNvSpPr txBox="1"/>
          <p:nvPr/>
        </p:nvSpPr>
        <p:spPr>
          <a:xfrm>
            <a:off x="4710112" y="3913187"/>
            <a:ext cx="333375" cy="460375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/>
          </a:p>
        </p:txBody>
      </p:sp>
      <p:sp>
        <p:nvSpPr>
          <p:cNvPr id="1288" name="Google Shape;1288;p79"/>
          <p:cNvSpPr txBox="1"/>
          <p:nvPr/>
        </p:nvSpPr>
        <p:spPr>
          <a:xfrm>
            <a:off x="5056187" y="4189412"/>
            <a:ext cx="1658937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50400" lIns="100800" spcFirstLastPara="1" rIns="100800" wrap="square" tIns="504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</a:pPr>
            <a:r>
              <a:rPr b="0" i="0" lang="en-US" sz="2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Participates in</a:t>
            </a:r>
            <a:endParaRPr/>
          </a:p>
        </p:txBody>
      </p:sp>
      <p:sp>
        <p:nvSpPr>
          <p:cNvPr id="1289" name="Google Shape;1289;p79"/>
          <p:cNvSpPr txBox="1"/>
          <p:nvPr/>
        </p:nvSpPr>
        <p:spPr>
          <a:xfrm>
            <a:off x="3605212" y="4879975"/>
            <a:ext cx="333375" cy="460375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95" name="Shape 1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6" name="Google Shape;1296;p80"/>
          <p:cNvSpPr txBox="1"/>
          <p:nvPr/>
        </p:nvSpPr>
        <p:spPr>
          <a:xfrm>
            <a:off x="1219200" y="2333625"/>
            <a:ext cx="1981200" cy="1600200"/>
          </a:xfrm>
          <a:prstGeom prst="rect">
            <a:avLst/>
          </a:prstGeom>
          <a:solidFill>
            <a:srgbClr val="FFFF66"/>
          </a:solidFill>
          <a:ln cap="sq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297" name="Google Shape;1297;p80"/>
          <p:cNvCxnSpPr/>
          <p:nvPr/>
        </p:nvCxnSpPr>
        <p:spPr>
          <a:xfrm>
            <a:off x="1219200" y="2868612"/>
            <a:ext cx="1981200" cy="1587"/>
          </a:xfrm>
          <a:prstGeom prst="straightConnector1">
            <a:avLst/>
          </a:prstGeom>
          <a:noFill/>
          <a:ln cap="sq" cmpd="sng" w="9525">
            <a:solidFill>
              <a:srgbClr val="000000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1298" name="Google Shape;1298;p80"/>
          <p:cNvSpPr txBox="1"/>
          <p:nvPr/>
        </p:nvSpPr>
        <p:spPr>
          <a:xfrm>
            <a:off x="3352800" y="5078412"/>
            <a:ext cx="1981200" cy="1600200"/>
          </a:xfrm>
          <a:prstGeom prst="rect">
            <a:avLst/>
          </a:prstGeom>
          <a:solidFill>
            <a:srgbClr val="FFFF66"/>
          </a:solidFill>
          <a:ln cap="sq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299" name="Google Shape;1299;p80"/>
          <p:cNvCxnSpPr/>
          <p:nvPr/>
        </p:nvCxnSpPr>
        <p:spPr>
          <a:xfrm>
            <a:off x="3352800" y="5610225"/>
            <a:ext cx="1981200" cy="1587"/>
          </a:xfrm>
          <a:prstGeom prst="straightConnector1">
            <a:avLst/>
          </a:prstGeom>
          <a:noFill/>
          <a:ln cap="sq" cmpd="sng" w="9525">
            <a:solidFill>
              <a:srgbClr val="000000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1300" name="Google Shape;1300;p80"/>
          <p:cNvSpPr txBox="1"/>
          <p:nvPr/>
        </p:nvSpPr>
        <p:spPr>
          <a:xfrm>
            <a:off x="5181600" y="2333625"/>
            <a:ext cx="1981200" cy="1600200"/>
          </a:xfrm>
          <a:prstGeom prst="rect">
            <a:avLst/>
          </a:prstGeom>
          <a:solidFill>
            <a:srgbClr val="FFFF66"/>
          </a:solidFill>
          <a:ln cap="sq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301" name="Google Shape;1301;p80"/>
          <p:cNvCxnSpPr/>
          <p:nvPr/>
        </p:nvCxnSpPr>
        <p:spPr>
          <a:xfrm>
            <a:off x="5181600" y="2868612"/>
            <a:ext cx="1981200" cy="1587"/>
          </a:xfrm>
          <a:prstGeom prst="straightConnector1">
            <a:avLst/>
          </a:prstGeom>
          <a:noFill/>
          <a:ln cap="sq" cmpd="sng" w="9525">
            <a:solidFill>
              <a:srgbClr val="000000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1302" name="Google Shape;1302;p80"/>
          <p:cNvSpPr/>
          <p:nvPr/>
        </p:nvSpPr>
        <p:spPr>
          <a:xfrm>
            <a:off x="3886200" y="2716212"/>
            <a:ext cx="685800" cy="609600"/>
          </a:xfrm>
          <a:prstGeom prst="diamond">
            <a:avLst/>
          </a:prstGeom>
          <a:noFill/>
          <a:ln cap="sq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303" name="Google Shape;1303;p80"/>
          <p:cNvCxnSpPr/>
          <p:nvPr/>
        </p:nvCxnSpPr>
        <p:spPr>
          <a:xfrm>
            <a:off x="4572000" y="3019425"/>
            <a:ext cx="609600" cy="1587"/>
          </a:xfrm>
          <a:prstGeom prst="straightConnector1">
            <a:avLst/>
          </a:prstGeom>
          <a:noFill/>
          <a:ln cap="sq" cmpd="sng" w="38150">
            <a:solidFill>
              <a:srgbClr val="000000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304" name="Google Shape;1304;p80"/>
          <p:cNvCxnSpPr/>
          <p:nvPr/>
        </p:nvCxnSpPr>
        <p:spPr>
          <a:xfrm flipH="1">
            <a:off x="3197225" y="3019425"/>
            <a:ext cx="692150" cy="1587"/>
          </a:xfrm>
          <a:prstGeom prst="straightConnector1">
            <a:avLst/>
          </a:prstGeom>
          <a:noFill/>
          <a:ln cap="sq" cmpd="sng" w="38150">
            <a:solidFill>
              <a:srgbClr val="000000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305" name="Google Shape;1305;p80"/>
          <p:cNvCxnSpPr/>
          <p:nvPr/>
        </p:nvCxnSpPr>
        <p:spPr>
          <a:xfrm>
            <a:off x="4191000" y="3324225"/>
            <a:ext cx="1587" cy="1752600"/>
          </a:xfrm>
          <a:prstGeom prst="straightConnector1">
            <a:avLst/>
          </a:prstGeom>
          <a:noFill/>
          <a:ln cap="sq" cmpd="sng" w="38150">
            <a:solidFill>
              <a:srgbClr val="000000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1306" name="Google Shape;1306;p80"/>
          <p:cNvSpPr txBox="1"/>
          <p:nvPr/>
        </p:nvSpPr>
        <p:spPr>
          <a:xfrm>
            <a:off x="1462087" y="2333625"/>
            <a:ext cx="1306512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50400" lIns="100800" spcFirstLastPara="1" rIns="100800" wrap="square" tIns="504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Times New Roman"/>
              <a:buNone/>
            </a:pPr>
            <a:r>
              <a:rPr b="0" i="0" lang="en-US" sz="3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Player</a:t>
            </a:r>
            <a:endParaRPr/>
          </a:p>
        </p:txBody>
      </p:sp>
      <p:sp>
        <p:nvSpPr>
          <p:cNvPr id="1307" name="Google Shape;1307;p80"/>
          <p:cNvSpPr txBox="1"/>
          <p:nvPr/>
        </p:nvSpPr>
        <p:spPr>
          <a:xfrm>
            <a:off x="5553075" y="2292350"/>
            <a:ext cx="1154112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50400" lIns="100800" spcFirstLastPara="1" rIns="100800" wrap="square" tIns="504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Times New Roman"/>
              <a:buNone/>
            </a:pPr>
            <a:r>
              <a:rPr b="0" i="0" lang="en-US" sz="3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Team</a:t>
            </a:r>
            <a:endParaRPr/>
          </a:p>
        </p:txBody>
      </p:sp>
      <p:sp>
        <p:nvSpPr>
          <p:cNvPr id="1308" name="Google Shape;1308;p80"/>
          <p:cNvSpPr txBox="1"/>
          <p:nvPr/>
        </p:nvSpPr>
        <p:spPr>
          <a:xfrm>
            <a:off x="3690937" y="5035550"/>
            <a:ext cx="142557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50400" lIns="100800" spcFirstLastPara="1" rIns="100800" wrap="square" tIns="504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Times New Roman"/>
              <a:buNone/>
            </a:pPr>
            <a:r>
              <a:rPr b="0" i="0" lang="en-US" sz="3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Season</a:t>
            </a:r>
            <a:endParaRPr/>
          </a:p>
        </p:txBody>
      </p:sp>
      <p:sp>
        <p:nvSpPr>
          <p:cNvPr id="1309" name="Google Shape;1309;p80"/>
          <p:cNvSpPr txBox="1"/>
          <p:nvPr/>
        </p:nvSpPr>
        <p:spPr>
          <a:xfrm>
            <a:off x="3259137" y="14287"/>
            <a:ext cx="1981200" cy="1600200"/>
          </a:xfrm>
          <a:prstGeom prst="rect">
            <a:avLst/>
          </a:prstGeom>
          <a:solidFill>
            <a:srgbClr val="FFFF66"/>
          </a:solidFill>
          <a:ln cap="sq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310" name="Google Shape;1310;p80"/>
          <p:cNvCxnSpPr/>
          <p:nvPr/>
        </p:nvCxnSpPr>
        <p:spPr>
          <a:xfrm>
            <a:off x="3259137" y="547687"/>
            <a:ext cx="1981200" cy="1587"/>
          </a:xfrm>
          <a:prstGeom prst="straightConnector1">
            <a:avLst/>
          </a:prstGeom>
          <a:noFill/>
          <a:ln cap="sq" cmpd="sng" w="9525">
            <a:solidFill>
              <a:srgbClr val="000000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1311" name="Google Shape;1311;p80"/>
          <p:cNvSpPr txBox="1"/>
          <p:nvPr/>
        </p:nvSpPr>
        <p:spPr>
          <a:xfrm>
            <a:off x="3597275" y="-26987"/>
            <a:ext cx="145097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50400" lIns="100800" spcFirstLastPara="1" rIns="100800" wrap="square" tIns="504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Times New Roman"/>
              <a:buNone/>
            </a:pPr>
            <a:r>
              <a:rPr b="0" i="0" lang="en-US" sz="3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Record</a:t>
            </a:r>
            <a:endParaRPr/>
          </a:p>
        </p:txBody>
      </p:sp>
      <p:sp>
        <p:nvSpPr>
          <p:cNvPr id="1312" name="Google Shape;1312;p80"/>
          <p:cNvSpPr txBox="1"/>
          <p:nvPr/>
        </p:nvSpPr>
        <p:spPr>
          <a:xfrm>
            <a:off x="3259137" y="733425"/>
            <a:ext cx="1935162" cy="10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Goals against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Goals for</a:t>
            </a:r>
            <a:endParaRPr/>
          </a:p>
        </p:txBody>
      </p:sp>
      <p:cxnSp>
        <p:nvCxnSpPr>
          <p:cNvPr id="1313" name="Google Shape;1313;p80"/>
          <p:cNvCxnSpPr/>
          <p:nvPr/>
        </p:nvCxnSpPr>
        <p:spPr>
          <a:xfrm>
            <a:off x="4227512" y="1631950"/>
            <a:ext cx="1587" cy="1106487"/>
          </a:xfrm>
          <a:prstGeom prst="straightConnector1">
            <a:avLst/>
          </a:prstGeom>
          <a:noFill/>
          <a:ln cap="sq" cmpd="sng" w="38150">
            <a:solidFill>
              <a:srgbClr val="000000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1314" name="Google Shape;1314;p80"/>
          <p:cNvSpPr txBox="1"/>
          <p:nvPr/>
        </p:nvSpPr>
        <p:spPr>
          <a:xfrm>
            <a:off x="3121025" y="2573337"/>
            <a:ext cx="777875" cy="460375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1..11</a:t>
            </a:r>
            <a:endParaRPr/>
          </a:p>
        </p:txBody>
      </p:sp>
      <p:sp>
        <p:nvSpPr>
          <p:cNvPr id="1315" name="Google Shape;1315;p80"/>
          <p:cNvSpPr txBox="1"/>
          <p:nvPr/>
        </p:nvSpPr>
        <p:spPr>
          <a:xfrm>
            <a:off x="4630737" y="2600325"/>
            <a:ext cx="333375" cy="460375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/>
          </a:p>
        </p:txBody>
      </p:sp>
      <p:sp>
        <p:nvSpPr>
          <p:cNvPr id="1316" name="Google Shape;1316;p80"/>
          <p:cNvSpPr txBox="1"/>
          <p:nvPr/>
        </p:nvSpPr>
        <p:spPr>
          <a:xfrm>
            <a:off x="4225925" y="4757737"/>
            <a:ext cx="384175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22" name="Shape 1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3" name="Google Shape;1323;p81"/>
          <p:cNvSpPr txBox="1"/>
          <p:nvPr/>
        </p:nvSpPr>
        <p:spPr>
          <a:xfrm>
            <a:off x="769937" y="-303212"/>
            <a:ext cx="7797800" cy="1139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1" i="0" lang="en-US" sz="4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Association Quiz</a:t>
            </a:r>
            <a:endParaRPr/>
          </a:p>
        </p:txBody>
      </p:sp>
      <p:sp>
        <p:nvSpPr>
          <p:cNvPr id="1324" name="Google Shape;1324;p81"/>
          <p:cNvSpPr txBox="1"/>
          <p:nvPr/>
        </p:nvSpPr>
        <p:spPr>
          <a:xfrm>
            <a:off x="276225" y="4214812"/>
            <a:ext cx="8788400" cy="1978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39725" lvl="0" marL="339725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2800"/>
              <a:buFont typeface="Arial"/>
              <a:buChar char="•"/>
            </a:pPr>
            <a:r>
              <a:rPr b="1" i="0" lang="en-US" sz="2800" u="non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Association denoted by symbol not attributes.</a:t>
            </a:r>
            <a:r>
              <a:rPr b="1" i="0" lang="en-US" sz="2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indent="-339725" lvl="0" marL="339725" marR="0" rtl="0" algn="l">
              <a:lnSpc>
                <a:spcPct val="120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1" i="0" lang="en-US" sz="2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Implementation (pointers, arrays, vectors, ids etc) is left to the detailed design phase.</a:t>
            </a:r>
            <a:endParaRPr/>
          </a:p>
          <a:p>
            <a:pPr indent="-339725" lvl="0" marL="339725" marR="0" rtl="0" algn="l">
              <a:lnSpc>
                <a:spcPct val="120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1" i="0" lang="en-US" sz="2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Wrong arrow type</a:t>
            </a:r>
            <a:endParaRPr/>
          </a:p>
        </p:txBody>
      </p:sp>
      <p:sp>
        <p:nvSpPr>
          <p:cNvPr id="1325" name="Google Shape;1325;p81"/>
          <p:cNvSpPr/>
          <p:nvPr/>
        </p:nvSpPr>
        <p:spPr>
          <a:xfrm>
            <a:off x="4986337" y="3221037"/>
            <a:ext cx="2971800" cy="622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22261" y="-7165"/>
                </a:moveTo>
                <a:lnTo>
                  <a:pt x="4320" y="-602"/>
                </a:lnTo>
              </a:path>
            </a:pathLst>
          </a:custGeom>
          <a:solidFill>
            <a:srgbClr val="99CCFF"/>
          </a:solidFill>
          <a:ln cap="sq" cmpd="sng" w="5722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50400" lIns="100800" spcFirstLastPara="1" rIns="100800" wrap="square" tIns="50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</a:pPr>
            <a:r>
              <a:rPr b="0" i="0" lang="en-US" sz="2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is the problem?</a:t>
            </a:r>
            <a:endParaRPr/>
          </a:p>
        </p:txBody>
      </p:sp>
      <p:sp>
        <p:nvSpPr>
          <p:cNvPr id="1326" name="Google Shape;1326;p81"/>
          <p:cNvSpPr txBox="1"/>
          <p:nvPr/>
        </p:nvSpPr>
        <p:spPr>
          <a:xfrm>
            <a:off x="493712" y="1355725"/>
            <a:ext cx="3109912" cy="1450975"/>
          </a:xfrm>
          <a:prstGeom prst="rect">
            <a:avLst/>
          </a:prstGeom>
          <a:solidFill>
            <a:srgbClr val="CCFFCC"/>
          </a:solidFill>
          <a:ln cap="sq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27" name="Google Shape;1327;p81"/>
          <p:cNvSpPr txBox="1"/>
          <p:nvPr/>
        </p:nvSpPr>
        <p:spPr>
          <a:xfrm>
            <a:off x="1533525" y="1327150"/>
            <a:ext cx="922337" cy="496887"/>
          </a:xfrm>
          <a:prstGeom prst="rect">
            <a:avLst/>
          </a:prstGeom>
          <a:noFill/>
          <a:ln>
            <a:noFill/>
          </a:ln>
        </p:spPr>
        <p:txBody>
          <a:bodyPr anchorCtr="0" anchor="t" bIns="50400" lIns="100800" spcFirstLastPara="1" rIns="100800" wrap="square" tIns="504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Times New Roman"/>
              <a:buNone/>
            </a:pPr>
            <a:r>
              <a:rPr b="0" i="0" lang="en-US" sz="26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Book</a:t>
            </a:r>
            <a:endParaRPr/>
          </a:p>
        </p:txBody>
      </p:sp>
      <p:sp>
        <p:nvSpPr>
          <p:cNvPr id="1328" name="Google Shape;1328;p81"/>
          <p:cNvSpPr txBox="1"/>
          <p:nvPr/>
        </p:nvSpPr>
        <p:spPr>
          <a:xfrm>
            <a:off x="1112837" y="1860550"/>
            <a:ext cx="1697037" cy="496887"/>
          </a:xfrm>
          <a:prstGeom prst="rect">
            <a:avLst/>
          </a:prstGeom>
          <a:noFill/>
          <a:ln>
            <a:noFill/>
          </a:ln>
        </p:spPr>
        <p:txBody>
          <a:bodyPr anchorCtr="0" anchor="t" bIns="50400" lIns="100800" spcFirstLastPara="1" rIns="100800" wrap="square" tIns="504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Times New Roman"/>
              <a:buNone/>
            </a:pPr>
            <a:r>
              <a:rPr b="0" i="0" lang="en-US" sz="26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title: String</a:t>
            </a:r>
            <a:endParaRPr/>
          </a:p>
        </p:txBody>
      </p:sp>
      <p:sp>
        <p:nvSpPr>
          <p:cNvPr id="1329" name="Google Shape;1329;p81"/>
          <p:cNvSpPr txBox="1"/>
          <p:nvPr/>
        </p:nvSpPr>
        <p:spPr>
          <a:xfrm>
            <a:off x="1103312" y="2263775"/>
            <a:ext cx="1957387" cy="496887"/>
          </a:xfrm>
          <a:prstGeom prst="rect">
            <a:avLst/>
          </a:prstGeom>
          <a:noFill/>
          <a:ln>
            <a:noFill/>
          </a:ln>
        </p:spPr>
        <p:txBody>
          <a:bodyPr anchorCtr="0" anchor="t" bIns="50400" lIns="100800" spcFirstLastPara="1" rIns="100800" wrap="square" tIns="504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Times New Roman"/>
              <a:buNone/>
            </a:pPr>
            <a:r>
              <a:rPr b="0" i="0" lang="en-US" sz="26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editor: String</a:t>
            </a:r>
            <a:endParaRPr/>
          </a:p>
        </p:txBody>
      </p:sp>
      <p:cxnSp>
        <p:nvCxnSpPr>
          <p:cNvPr id="1330" name="Google Shape;1330;p81"/>
          <p:cNvCxnSpPr/>
          <p:nvPr/>
        </p:nvCxnSpPr>
        <p:spPr>
          <a:xfrm>
            <a:off x="493712" y="1811337"/>
            <a:ext cx="3124200" cy="1587"/>
          </a:xfrm>
          <a:prstGeom prst="straightConnector1">
            <a:avLst/>
          </a:prstGeom>
          <a:noFill/>
          <a:ln cap="sq" cmpd="sng" w="9525">
            <a:solidFill>
              <a:srgbClr val="000000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1331" name="Google Shape;1331;p81"/>
          <p:cNvSpPr txBox="1"/>
          <p:nvPr/>
        </p:nvSpPr>
        <p:spPr>
          <a:xfrm>
            <a:off x="5732462" y="1355725"/>
            <a:ext cx="3109912" cy="1450975"/>
          </a:xfrm>
          <a:prstGeom prst="rect">
            <a:avLst/>
          </a:prstGeom>
          <a:solidFill>
            <a:srgbClr val="CCFFCC"/>
          </a:solidFill>
          <a:ln cap="sq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32" name="Google Shape;1332;p81"/>
          <p:cNvSpPr txBox="1"/>
          <p:nvPr/>
        </p:nvSpPr>
        <p:spPr>
          <a:xfrm>
            <a:off x="6716712" y="1327150"/>
            <a:ext cx="1030287" cy="496887"/>
          </a:xfrm>
          <a:prstGeom prst="rect">
            <a:avLst/>
          </a:prstGeom>
          <a:noFill/>
          <a:ln>
            <a:noFill/>
          </a:ln>
        </p:spPr>
        <p:txBody>
          <a:bodyPr anchorCtr="0" anchor="t" bIns="50400" lIns="100800" spcFirstLastPara="1" rIns="100800" wrap="square" tIns="504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Times New Roman"/>
              <a:buNone/>
            </a:pPr>
            <a:r>
              <a:rPr b="0" i="0" lang="en-US" sz="26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Editor</a:t>
            </a:r>
            <a:endParaRPr/>
          </a:p>
        </p:txBody>
      </p:sp>
      <p:sp>
        <p:nvSpPr>
          <p:cNvPr id="1333" name="Google Shape;1333;p81"/>
          <p:cNvSpPr txBox="1"/>
          <p:nvPr/>
        </p:nvSpPr>
        <p:spPr>
          <a:xfrm>
            <a:off x="6351587" y="1860550"/>
            <a:ext cx="1901825" cy="496887"/>
          </a:xfrm>
          <a:prstGeom prst="rect">
            <a:avLst/>
          </a:prstGeom>
          <a:noFill/>
          <a:ln>
            <a:noFill/>
          </a:ln>
        </p:spPr>
        <p:txBody>
          <a:bodyPr anchorCtr="0" anchor="t" bIns="50400" lIns="100800" spcFirstLastPara="1" rIns="100800" wrap="square" tIns="504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Times New Roman"/>
              <a:buNone/>
            </a:pPr>
            <a:r>
              <a:rPr b="0" i="0" lang="en-US" sz="26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name: String</a:t>
            </a:r>
            <a:endParaRPr/>
          </a:p>
        </p:txBody>
      </p:sp>
      <p:sp>
        <p:nvSpPr>
          <p:cNvPr id="1334" name="Google Shape;1334;p81"/>
          <p:cNvSpPr txBox="1"/>
          <p:nvPr/>
        </p:nvSpPr>
        <p:spPr>
          <a:xfrm>
            <a:off x="6342062" y="2263775"/>
            <a:ext cx="2366962" cy="496887"/>
          </a:xfrm>
          <a:prstGeom prst="rect">
            <a:avLst/>
          </a:prstGeom>
          <a:noFill/>
          <a:ln>
            <a:noFill/>
          </a:ln>
        </p:spPr>
        <p:txBody>
          <a:bodyPr anchorCtr="0" anchor="t" bIns="50400" lIns="100800" spcFirstLastPara="1" rIns="100800" wrap="square" tIns="504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Times New Roman"/>
              <a:buNone/>
            </a:pPr>
            <a:r>
              <a:rPr b="0" i="0" lang="en-US" sz="26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myBooks: Book</a:t>
            </a:r>
            <a:endParaRPr/>
          </a:p>
        </p:txBody>
      </p:sp>
      <p:cxnSp>
        <p:nvCxnSpPr>
          <p:cNvPr id="1335" name="Google Shape;1335;p81"/>
          <p:cNvCxnSpPr/>
          <p:nvPr/>
        </p:nvCxnSpPr>
        <p:spPr>
          <a:xfrm>
            <a:off x="5732462" y="1811337"/>
            <a:ext cx="3124200" cy="1587"/>
          </a:xfrm>
          <a:prstGeom prst="straightConnector1">
            <a:avLst/>
          </a:prstGeom>
          <a:noFill/>
          <a:ln cap="sq" cmpd="sng" w="9525">
            <a:solidFill>
              <a:srgbClr val="000000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336" name="Google Shape;1336;p81"/>
          <p:cNvCxnSpPr/>
          <p:nvPr/>
        </p:nvCxnSpPr>
        <p:spPr>
          <a:xfrm>
            <a:off x="3605212" y="2116137"/>
            <a:ext cx="2143125" cy="1587"/>
          </a:xfrm>
          <a:prstGeom prst="straightConnector1">
            <a:avLst/>
          </a:prstGeom>
          <a:noFill/>
          <a:ln cap="sq" cmpd="sng" w="57225">
            <a:solidFill>
              <a:srgbClr val="0000CC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1337" name="Google Shape;1337;p81"/>
          <p:cNvSpPr txBox="1"/>
          <p:nvPr/>
        </p:nvSpPr>
        <p:spPr>
          <a:xfrm>
            <a:off x="977900" y="2322512"/>
            <a:ext cx="2351087" cy="414337"/>
          </a:xfrm>
          <a:prstGeom prst="rect">
            <a:avLst/>
          </a:prstGeom>
          <a:noFill/>
          <a:ln cap="sq" cmpd="sng" w="2842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38" name="Google Shape;1338;p81"/>
          <p:cNvSpPr txBox="1"/>
          <p:nvPr/>
        </p:nvSpPr>
        <p:spPr>
          <a:xfrm>
            <a:off x="6161087" y="2322512"/>
            <a:ext cx="2627312" cy="346075"/>
          </a:xfrm>
          <a:prstGeom prst="rect">
            <a:avLst/>
          </a:prstGeom>
          <a:noFill/>
          <a:ln cap="sq" cmpd="sng" w="381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39" name="Google Shape;1339;p81"/>
          <p:cNvSpPr txBox="1"/>
          <p:nvPr/>
        </p:nvSpPr>
        <p:spPr>
          <a:xfrm>
            <a:off x="3673475" y="1838325"/>
            <a:ext cx="363537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46075" lIns="92150" spcFirstLastPara="1" rIns="92150" wrap="square" tIns="460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2800"/>
              <a:buFont typeface="Times New Roman"/>
              <a:buNone/>
            </a:pPr>
            <a:r>
              <a:rPr b="0" i="0" lang="en-US" sz="2800" u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/>
          </a:p>
        </p:txBody>
      </p:sp>
      <p:sp>
        <p:nvSpPr>
          <p:cNvPr id="1340" name="Google Shape;1340;p81"/>
          <p:cNvSpPr txBox="1"/>
          <p:nvPr/>
        </p:nvSpPr>
        <p:spPr>
          <a:xfrm>
            <a:off x="5194300" y="1770062"/>
            <a:ext cx="363537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46075" lIns="92150" spcFirstLastPara="1" rIns="92150" wrap="square" tIns="460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2800"/>
              <a:buFont typeface="Times New Roman"/>
              <a:buNone/>
            </a:pPr>
            <a:r>
              <a:rPr b="0" i="0" lang="en-US" sz="2800" u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/>
          </a:p>
        </p:txBody>
      </p:sp>
      <p:sp>
        <p:nvSpPr>
          <p:cNvPr id="1341" name="Google Shape;1341;p81"/>
          <p:cNvSpPr txBox="1"/>
          <p:nvPr/>
        </p:nvSpPr>
        <p:spPr>
          <a:xfrm>
            <a:off x="4019550" y="2085975"/>
            <a:ext cx="2135187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6075" lIns="92150" spcFirstLastPara="1" rIns="92150" wrap="square" tIns="460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2000"/>
              <a:buFont typeface="Times New Roman"/>
              <a:buNone/>
            </a:pPr>
            <a:r>
              <a:rPr b="0" i="0" lang="en-US" sz="2000" u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Edited by</a:t>
            </a:r>
            <a:endParaRPr/>
          </a:p>
        </p:txBody>
      </p:sp>
      <p:sp>
        <p:nvSpPr>
          <p:cNvPr id="1342" name="Google Shape;1342;p81"/>
          <p:cNvSpPr txBox="1"/>
          <p:nvPr/>
        </p:nvSpPr>
        <p:spPr>
          <a:xfrm>
            <a:off x="5194300" y="1631950"/>
            <a:ext cx="690562" cy="898525"/>
          </a:xfrm>
          <a:prstGeom prst="rect">
            <a:avLst/>
          </a:prstGeom>
          <a:noFill/>
          <a:ln cap="sq" cmpd="sng" w="381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2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2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2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49" name="Shape 1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0" name="Google Shape;1350;p82"/>
          <p:cNvSpPr txBox="1"/>
          <p:nvPr/>
        </p:nvSpPr>
        <p:spPr>
          <a:xfrm>
            <a:off x="701675" y="-96837"/>
            <a:ext cx="7902575" cy="114141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400" lIns="100800" spcFirstLastPara="1" rIns="100800" wrap="square" tIns="50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Types of Class Relationships</a:t>
            </a:r>
            <a:endParaRPr/>
          </a:p>
        </p:txBody>
      </p:sp>
      <p:grpSp>
        <p:nvGrpSpPr>
          <p:cNvPr id="1351" name="Google Shape;1351;p82"/>
          <p:cNvGrpSpPr/>
          <p:nvPr/>
        </p:nvGrpSpPr>
        <p:grpSpPr>
          <a:xfrm>
            <a:off x="334174" y="923950"/>
            <a:ext cx="8720126" cy="5751512"/>
            <a:chOff x="224" y="549"/>
            <a:chExt cx="5493" cy="3623"/>
          </a:xfrm>
        </p:grpSpPr>
        <p:sp>
          <p:nvSpPr>
            <p:cNvPr id="1352" name="Google Shape;1352;p82"/>
            <p:cNvSpPr txBox="1"/>
            <p:nvPr/>
          </p:nvSpPr>
          <p:spPr>
            <a:xfrm>
              <a:off x="2449" y="549"/>
              <a:ext cx="1200" cy="300"/>
            </a:xfrm>
            <a:prstGeom prst="rect">
              <a:avLst/>
            </a:prstGeom>
            <a:solidFill>
              <a:srgbClr val="FFFF00"/>
            </a:solidFill>
            <a:ln cap="sq" cmpd="sng" w="2555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50400" lIns="100800" spcFirstLastPara="1" rIns="100800" wrap="square" tIns="504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Times New Roman"/>
                <a:buNone/>
              </a:pPr>
              <a:r>
                <a:rPr b="0" i="0" lang="en-US" sz="30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Relation</a:t>
              </a:r>
              <a:endParaRPr/>
            </a:p>
          </p:txBody>
        </p:sp>
        <p:sp>
          <p:nvSpPr>
            <p:cNvPr id="1353" name="Google Shape;1353;p82"/>
            <p:cNvSpPr txBox="1"/>
            <p:nvPr/>
          </p:nvSpPr>
          <p:spPr>
            <a:xfrm>
              <a:off x="2226" y="1423"/>
              <a:ext cx="1500" cy="300"/>
            </a:xfrm>
            <a:prstGeom prst="rect">
              <a:avLst/>
            </a:prstGeom>
            <a:solidFill>
              <a:srgbClr val="FFFF00"/>
            </a:solidFill>
            <a:ln cap="sq" cmpd="sng" w="2555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50400" lIns="100800" spcFirstLastPara="1" rIns="100800" wrap="square" tIns="504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Times New Roman"/>
                <a:buNone/>
              </a:pPr>
              <a:r>
                <a:rPr b="0" i="0" lang="en-US" sz="30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Association</a:t>
              </a:r>
              <a:endParaRPr/>
            </a:p>
          </p:txBody>
        </p:sp>
        <p:sp>
          <p:nvSpPr>
            <p:cNvPr id="1354" name="Google Shape;1354;p82"/>
            <p:cNvSpPr txBox="1"/>
            <p:nvPr/>
          </p:nvSpPr>
          <p:spPr>
            <a:xfrm>
              <a:off x="224" y="1413"/>
              <a:ext cx="1800" cy="300"/>
            </a:xfrm>
            <a:prstGeom prst="rect">
              <a:avLst/>
            </a:prstGeom>
            <a:solidFill>
              <a:srgbClr val="FFFF00"/>
            </a:solidFill>
            <a:ln cap="sq" cmpd="sng" w="2555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50400" lIns="100800" spcFirstLastPara="1" rIns="100800" wrap="square" tIns="504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Times New Roman"/>
                <a:buNone/>
              </a:pPr>
              <a:r>
                <a:rPr b="0" i="0" lang="en-US" sz="30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Generalization</a:t>
              </a:r>
              <a:endParaRPr/>
            </a:p>
          </p:txBody>
        </p:sp>
        <p:sp>
          <p:nvSpPr>
            <p:cNvPr id="1355" name="Google Shape;1355;p82"/>
            <p:cNvSpPr txBox="1"/>
            <p:nvPr/>
          </p:nvSpPr>
          <p:spPr>
            <a:xfrm>
              <a:off x="4096" y="1423"/>
              <a:ext cx="1500" cy="300"/>
            </a:xfrm>
            <a:prstGeom prst="rect">
              <a:avLst/>
            </a:prstGeom>
            <a:solidFill>
              <a:srgbClr val="FFFF00"/>
            </a:solidFill>
            <a:ln cap="sq" cmpd="sng" w="2555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50400" lIns="100800" spcFirstLastPara="1" rIns="100800" wrap="square" tIns="504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Times New Roman"/>
                <a:buNone/>
              </a:pPr>
              <a:r>
                <a:rPr b="0" i="0" lang="en-US" sz="30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Dependency</a:t>
              </a:r>
              <a:endParaRPr/>
            </a:p>
          </p:txBody>
        </p:sp>
        <p:sp>
          <p:nvSpPr>
            <p:cNvPr id="1356" name="Google Shape;1356;p82"/>
            <p:cNvSpPr txBox="1"/>
            <p:nvPr/>
          </p:nvSpPr>
          <p:spPr>
            <a:xfrm>
              <a:off x="1620" y="3123"/>
              <a:ext cx="1500" cy="300"/>
            </a:xfrm>
            <a:prstGeom prst="rect">
              <a:avLst/>
            </a:prstGeom>
            <a:solidFill>
              <a:srgbClr val="FFFF00"/>
            </a:solidFill>
            <a:ln cap="sq" cmpd="sng" w="2555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50400" lIns="100800" spcFirstLastPara="1" rIns="100800" wrap="square" tIns="504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Times New Roman"/>
                <a:buNone/>
              </a:pPr>
              <a:r>
                <a:rPr b="0" i="0" lang="en-US" sz="30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Aggregation</a:t>
              </a:r>
              <a:endParaRPr/>
            </a:p>
          </p:txBody>
        </p:sp>
        <p:sp>
          <p:nvSpPr>
            <p:cNvPr id="1357" name="Google Shape;1357;p82"/>
            <p:cNvSpPr txBox="1"/>
            <p:nvPr/>
          </p:nvSpPr>
          <p:spPr>
            <a:xfrm>
              <a:off x="1255" y="2309"/>
              <a:ext cx="2100" cy="300"/>
            </a:xfrm>
            <a:prstGeom prst="rect">
              <a:avLst/>
            </a:prstGeom>
            <a:solidFill>
              <a:srgbClr val="FFFF00"/>
            </a:solidFill>
            <a:ln cap="sq" cmpd="sng" w="2555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50400" lIns="100800" spcFirstLastPara="1" rIns="100800" wrap="square" tIns="504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Times New Roman"/>
                <a:buNone/>
              </a:pPr>
              <a:r>
                <a:rPr b="0" i="0" lang="en-US" sz="30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Binary Association</a:t>
              </a:r>
              <a:endParaRPr/>
            </a:p>
          </p:txBody>
        </p:sp>
        <p:sp>
          <p:nvSpPr>
            <p:cNvPr id="1358" name="Google Shape;1358;p82"/>
            <p:cNvSpPr txBox="1"/>
            <p:nvPr/>
          </p:nvSpPr>
          <p:spPr>
            <a:xfrm>
              <a:off x="3617" y="2309"/>
              <a:ext cx="2100" cy="300"/>
            </a:xfrm>
            <a:prstGeom prst="rect">
              <a:avLst/>
            </a:prstGeom>
            <a:solidFill>
              <a:srgbClr val="FFFF00"/>
            </a:solidFill>
            <a:ln cap="sq" cmpd="sng" w="2555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50400" lIns="100800" spcFirstLastPara="1" rIns="100800" wrap="square" tIns="504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Times New Roman"/>
                <a:buNone/>
              </a:pPr>
              <a:r>
                <a:rPr b="0" i="0" lang="en-US" sz="30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N-ary Association</a:t>
              </a:r>
              <a:endParaRPr/>
            </a:p>
          </p:txBody>
        </p:sp>
        <p:sp>
          <p:nvSpPr>
            <p:cNvPr id="1359" name="Google Shape;1359;p82"/>
            <p:cNvSpPr/>
            <p:nvPr/>
          </p:nvSpPr>
          <p:spPr>
            <a:xfrm>
              <a:off x="2811" y="899"/>
              <a:ext cx="240" cy="214"/>
            </a:xfrm>
            <a:prstGeom prst="triangle">
              <a:avLst>
                <a:gd fmla="val 50000" name="adj"/>
              </a:avLst>
            </a:prstGeom>
            <a:solidFill>
              <a:srgbClr val="FFFFFF"/>
            </a:solidFill>
            <a:ln cap="sq" cmpd="sng" w="2555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60" name="Google Shape;1360;p82"/>
            <p:cNvSpPr/>
            <p:nvPr/>
          </p:nvSpPr>
          <p:spPr>
            <a:xfrm>
              <a:off x="2770" y="1767"/>
              <a:ext cx="240" cy="215"/>
            </a:xfrm>
            <a:prstGeom prst="triangle">
              <a:avLst>
                <a:gd fmla="val 50000" name="adj"/>
              </a:avLst>
            </a:prstGeom>
            <a:solidFill>
              <a:srgbClr val="FFFFFF"/>
            </a:solidFill>
            <a:ln cap="sq" cmpd="sng" w="2555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61" name="Google Shape;1361;p82"/>
            <p:cNvSpPr/>
            <p:nvPr/>
          </p:nvSpPr>
          <p:spPr>
            <a:xfrm>
              <a:off x="2226" y="2690"/>
              <a:ext cx="239" cy="215"/>
            </a:xfrm>
            <a:prstGeom prst="triangle">
              <a:avLst>
                <a:gd fmla="val 50000" name="adj"/>
              </a:avLst>
            </a:prstGeom>
            <a:solidFill>
              <a:srgbClr val="FFFFFF"/>
            </a:solidFill>
            <a:ln cap="sq" cmpd="sng" w="2555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1362" name="Google Shape;1362;p82"/>
            <p:cNvCxnSpPr/>
            <p:nvPr/>
          </p:nvCxnSpPr>
          <p:spPr>
            <a:xfrm>
              <a:off x="2346" y="2906"/>
              <a:ext cx="0" cy="215"/>
            </a:xfrm>
            <a:prstGeom prst="straightConnector1">
              <a:avLst/>
            </a:prstGeom>
            <a:noFill/>
            <a:ln cap="sq" cmpd="sng" w="25550">
              <a:solidFill>
                <a:srgbClr val="000000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1363" name="Google Shape;1363;p82"/>
            <p:cNvCxnSpPr/>
            <p:nvPr/>
          </p:nvCxnSpPr>
          <p:spPr>
            <a:xfrm>
              <a:off x="2891" y="1984"/>
              <a:ext cx="0" cy="214"/>
            </a:xfrm>
            <a:prstGeom prst="straightConnector1">
              <a:avLst/>
            </a:prstGeom>
            <a:noFill/>
            <a:ln cap="sq" cmpd="sng" w="25550">
              <a:solidFill>
                <a:srgbClr val="000000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1364" name="Google Shape;1364;p82"/>
            <p:cNvCxnSpPr/>
            <p:nvPr/>
          </p:nvCxnSpPr>
          <p:spPr>
            <a:xfrm>
              <a:off x="2346" y="2200"/>
              <a:ext cx="0" cy="107"/>
            </a:xfrm>
            <a:prstGeom prst="straightConnector1">
              <a:avLst/>
            </a:prstGeom>
            <a:noFill/>
            <a:ln cap="sq" cmpd="sng" w="25550">
              <a:solidFill>
                <a:srgbClr val="000000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1365" name="Google Shape;1365;p82"/>
            <p:cNvCxnSpPr/>
            <p:nvPr/>
          </p:nvCxnSpPr>
          <p:spPr>
            <a:xfrm>
              <a:off x="4584" y="2200"/>
              <a:ext cx="0" cy="107"/>
            </a:xfrm>
            <a:prstGeom prst="straightConnector1">
              <a:avLst/>
            </a:prstGeom>
            <a:noFill/>
            <a:ln cap="sq" cmpd="sng" w="25550">
              <a:solidFill>
                <a:srgbClr val="000000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1366" name="Google Shape;1366;p82"/>
            <p:cNvCxnSpPr/>
            <p:nvPr/>
          </p:nvCxnSpPr>
          <p:spPr>
            <a:xfrm>
              <a:off x="2932" y="1115"/>
              <a:ext cx="0" cy="270"/>
            </a:xfrm>
            <a:prstGeom prst="straightConnector1">
              <a:avLst/>
            </a:prstGeom>
            <a:noFill/>
            <a:ln cap="sq" cmpd="sng" w="25550">
              <a:solidFill>
                <a:srgbClr val="000000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1367" name="Google Shape;1367;p82"/>
            <p:cNvCxnSpPr/>
            <p:nvPr/>
          </p:nvCxnSpPr>
          <p:spPr>
            <a:xfrm>
              <a:off x="4989" y="1278"/>
              <a:ext cx="0" cy="107"/>
            </a:xfrm>
            <a:prstGeom prst="straightConnector1">
              <a:avLst/>
            </a:prstGeom>
            <a:noFill/>
            <a:ln cap="sq" cmpd="sng" w="25550">
              <a:solidFill>
                <a:srgbClr val="000000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1368" name="Google Shape;1368;p82"/>
            <p:cNvCxnSpPr/>
            <p:nvPr/>
          </p:nvCxnSpPr>
          <p:spPr>
            <a:xfrm>
              <a:off x="1119" y="1278"/>
              <a:ext cx="0" cy="107"/>
            </a:xfrm>
            <a:prstGeom prst="straightConnector1">
              <a:avLst/>
            </a:prstGeom>
            <a:noFill/>
            <a:ln cap="sq" cmpd="sng" w="25550">
              <a:solidFill>
                <a:srgbClr val="000000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1369" name="Google Shape;1369;p82"/>
            <p:cNvCxnSpPr/>
            <p:nvPr/>
          </p:nvCxnSpPr>
          <p:spPr>
            <a:xfrm>
              <a:off x="1119" y="1278"/>
              <a:ext cx="3867" cy="0"/>
            </a:xfrm>
            <a:prstGeom prst="straightConnector1">
              <a:avLst/>
            </a:prstGeom>
            <a:noFill/>
            <a:ln cap="sq" cmpd="sng" w="25550">
              <a:solidFill>
                <a:srgbClr val="000000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1370" name="Google Shape;1370;p82"/>
            <p:cNvCxnSpPr/>
            <p:nvPr/>
          </p:nvCxnSpPr>
          <p:spPr>
            <a:xfrm>
              <a:off x="2346" y="2200"/>
              <a:ext cx="2235" cy="0"/>
            </a:xfrm>
            <a:prstGeom prst="straightConnector1">
              <a:avLst/>
            </a:prstGeom>
            <a:noFill/>
            <a:ln cap="sq" cmpd="sng" w="25550">
              <a:solidFill>
                <a:srgbClr val="000000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sp>
          <p:nvSpPr>
            <p:cNvPr id="1371" name="Google Shape;1371;p82"/>
            <p:cNvSpPr txBox="1"/>
            <p:nvPr/>
          </p:nvSpPr>
          <p:spPr>
            <a:xfrm>
              <a:off x="1620" y="3872"/>
              <a:ext cx="1500" cy="300"/>
            </a:xfrm>
            <a:prstGeom prst="rect">
              <a:avLst/>
            </a:prstGeom>
            <a:solidFill>
              <a:srgbClr val="FFFF00"/>
            </a:solidFill>
            <a:ln cap="sq" cmpd="sng" w="2555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50400" lIns="100800" spcFirstLastPara="1" rIns="100800" wrap="square" tIns="504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Times New Roman"/>
                <a:buNone/>
              </a:pPr>
              <a:r>
                <a:rPr b="0" i="0" lang="en-US" sz="30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Composition</a:t>
              </a:r>
              <a:endParaRPr/>
            </a:p>
          </p:txBody>
        </p:sp>
        <p:sp>
          <p:nvSpPr>
            <p:cNvPr id="1372" name="Google Shape;1372;p82"/>
            <p:cNvSpPr/>
            <p:nvPr/>
          </p:nvSpPr>
          <p:spPr>
            <a:xfrm>
              <a:off x="2227" y="3469"/>
              <a:ext cx="239" cy="214"/>
            </a:xfrm>
            <a:prstGeom prst="triangle">
              <a:avLst>
                <a:gd fmla="val 50000" name="adj"/>
              </a:avLst>
            </a:prstGeom>
            <a:solidFill>
              <a:srgbClr val="FFFFFF"/>
            </a:solidFill>
            <a:ln cap="sq" cmpd="sng" w="2555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1373" name="Google Shape;1373;p82"/>
            <p:cNvCxnSpPr/>
            <p:nvPr/>
          </p:nvCxnSpPr>
          <p:spPr>
            <a:xfrm>
              <a:off x="2347" y="3685"/>
              <a:ext cx="0" cy="215"/>
            </a:xfrm>
            <a:prstGeom prst="straightConnector1">
              <a:avLst/>
            </a:prstGeom>
            <a:noFill/>
            <a:ln cap="sq" cmpd="sng" w="25550">
              <a:solidFill>
                <a:srgbClr val="000000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79" name="Shape 1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0" name="Google Shape;1380;p83"/>
          <p:cNvSpPr txBox="1"/>
          <p:nvPr/>
        </p:nvSpPr>
        <p:spPr>
          <a:xfrm>
            <a:off x="701675" y="0"/>
            <a:ext cx="7797800" cy="1139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1" i="0" lang="en-US" sz="4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Overdoing Associations</a:t>
            </a:r>
            <a:endParaRPr/>
          </a:p>
        </p:txBody>
      </p:sp>
      <p:sp>
        <p:nvSpPr>
          <p:cNvPr id="1381" name="Google Shape;1381;p83"/>
          <p:cNvSpPr txBox="1"/>
          <p:nvPr/>
        </p:nvSpPr>
        <p:spPr>
          <a:xfrm>
            <a:off x="631825" y="1423987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39725" lvl="0" marL="339725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•"/>
            </a:pPr>
            <a:r>
              <a:rPr b="1" i="0" lang="en-US" sz="36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Avoid unnecessary Associations </a:t>
            </a:r>
            <a:endParaRPr/>
          </a:p>
        </p:txBody>
      </p:sp>
      <p:sp>
        <p:nvSpPr>
          <p:cNvPr id="1382" name="Google Shape;1382;p83"/>
          <p:cNvSpPr txBox="1"/>
          <p:nvPr/>
        </p:nvSpPr>
        <p:spPr>
          <a:xfrm>
            <a:off x="3465512" y="3332162"/>
            <a:ext cx="261937" cy="573087"/>
          </a:xfrm>
          <a:prstGeom prst="rect">
            <a:avLst/>
          </a:prstGeom>
          <a:noFill/>
          <a:ln>
            <a:noFill/>
          </a:ln>
        </p:spPr>
        <p:txBody>
          <a:bodyPr anchorCtr="0" anchor="t" bIns="50400" lIns="100800" spcFirstLastPara="1" rIns="100800" wrap="square" tIns="504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3100"/>
              <a:buFont typeface="Times New Roman"/>
              <a:buNone/>
            </a:pPr>
            <a:r>
              <a:rPr b="0" i="0" lang="en-US" sz="3100" u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/>
          </a:p>
        </p:txBody>
      </p:sp>
      <p:sp>
        <p:nvSpPr>
          <p:cNvPr id="1383" name="Google Shape;1383;p83"/>
          <p:cNvSpPr txBox="1"/>
          <p:nvPr/>
        </p:nvSpPr>
        <p:spPr>
          <a:xfrm>
            <a:off x="428625" y="3167062"/>
            <a:ext cx="2090737" cy="1373187"/>
          </a:xfrm>
          <a:prstGeom prst="rect">
            <a:avLst/>
          </a:prstGeom>
          <a:solidFill>
            <a:srgbClr val="FFFF00"/>
          </a:solidFill>
          <a:ln cap="sq" cmpd="sng" w="2555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Person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Times New Roman"/>
              <a:buNone/>
            </a:pPr>
            <a:r>
              <a:t/>
            </a:r>
            <a:endParaRPr b="0" i="0" sz="26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Times New Roman"/>
              <a:buNone/>
            </a:pPr>
            <a:r>
              <a:rPr b="0" i="0" lang="en-US" sz="26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Name</a:t>
            </a:r>
            <a:endParaRPr/>
          </a:p>
        </p:txBody>
      </p:sp>
      <p:cxnSp>
        <p:nvCxnSpPr>
          <p:cNvPr id="1384" name="Google Shape;1384;p83"/>
          <p:cNvCxnSpPr/>
          <p:nvPr/>
        </p:nvCxnSpPr>
        <p:spPr>
          <a:xfrm flipH="1" rot="10800000">
            <a:off x="428625" y="3673475"/>
            <a:ext cx="2090737" cy="7937"/>
          </a:xfrm>
          <a:prstGeom prst="straightConnector1">
            <a:avLst/>
          </a:prstGeom>
          <a:noFill/>
          <a:ln cap="sq" cmpd="sng" w="9525">
            <a:solidFill>
              <a:srgbClr val="000000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1385" name="Google Shape;1385;p83"/>
          <p:cNvSpPr txBox="1"/>
          <p:nvPr/>
        </p:nvSpPr>
        <p:spPr>
          <a:xfrm>
            <a:off x="3827462" y="2895600"/>
            <a:ext cx="1887537" cy="2105025"/>
          </a:xfrm>
          <a:prstGeom prst="rect">
            <a:avLst/>
          </a:prstGeom>
          <a:solidFill>
            <a:srgbClr val="FFFF00"/>
          </a:solidFill>
          <a:ln cap="sq" cmpd="sng" w="2555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None/>
            </a:pPr>
            <a:r>
              <a:rPr b="0" i="0" lang="en-US" sz="2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PersonInfo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Times New Roman"/>
              <a:buNone/>
            </a:pPr>
            <a:r>
              <a:t/>
            </a:r>
            <a:endParaRPr b="0" i="0" sz="26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Times New Roman"/>
              <a:buNone/>
            </a:pPr>
            <a:r>
              <a:rPr b="0" i="0" lang="en-US" sz="26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Address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Times New Roman"/>
              <a:buNone/>
            </a:pPr>
            <a:r>
              <a:rPr b="0" i="0" lang="en-US" sz="26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E-Mail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Times New Roman"/>
              <a:buNone/>
            </a:pPr>
            <a:r>
              <a:rPr b="0" i="0" lang="en-US" sz="26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Birthday</a:t>
            </a:r>
            <a:endParaRPr/>
          </a:p>
        </p:txBody>
      </p:sp>
      <p:cxnSp>
        <p:nvCxnSpPr>
          <p:cNvPr id="1386" name="Google Shape;1386;p83"/>
          <p:cNvCxnSpPr/>
          <p:nvPr/>
        </p:nvCxnSpPr>
        <p:spPr>
          <a:xfrm>
            <a:off x="3827462" y="3352800"/>
            <a:ext cx="1851025" cy="7937"/>
          </a:xfrm>
          <a:prstGeom prst="straightConnector1">
            <a:avLst/>
          </a:prstGeom>
          <a:noFill/>
          <a:ln cap="sq" cmpd="sng" w="9525">
            <a:solidFill>
              <a:srgbClr val="000000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1387" name="Google Shape;1387;p83"/>
          <p:cNvSpPr txBox="1"/>
          <p:nvPr/>
        </p:nvSpPr>
        <p:spPr>
          <a:xfrm>
            <a:off x="6965950" y="2895600"/>
            <a:ext cx="1963737" cy="2470150"/>
          </a:xfrm>
          <a:prstGeom prst="rect">
            <a:avLst/>
          </a:prstGeom>
          <a:solidFill>
            <a:srgbClr val="FFFF00"/>
          </a:solidFill>
          <a:ln cap="sq" cmpd="sng" w="2555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Times New Roman"/>
              <a:buNone/>
            </a:pPr>
            <a:r>
              <a:rPr b="0" i="0" lang="en-US" sz="26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PersonInfo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Times New Roman"/>
              <a:buNone/>
            </a:pPr>
            <a:r>
              <a:t/>
            </a:r>
            <a:endParaRPr b="0" i="0" sz="26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Times New Roman"/>
              <a:buNone/>
            </a:pPr>
            <a:r>
              <a:rPr b="0" i="0" lang="en-US" sz="26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Name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Times New Roman"/>
              <a:buNone/>
            </a:pPr>
            <a:r>
              <a:rPr b="0" i="0" lang="en-US" sz="26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Address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Times New Roman"/>
              <a:buNone/>
            </a:pPr>
            <a:r>
              <a:rPr b="0" i="0" lang="en-US" sz="26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E-Mail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Times New Roman"/>
              <a:buNone/>
            </a:pPr>
            <a:r>
              <a:rPr b="0" i="0" lang="en-US" sz="26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Birthday</a:t>
            </a:r>
            <a:endParaRPr/>
          </a:p>
        </p:txBody>
      </p:sp>
      <p:cxnSp>
        <p:nvCxnSpPr>
          <p:cNvPr id="1388" name="Google Shape;1388;p83"/>
          <p:cNvCxnSpPr/>
          <p:nvPr/>
        </p:nvCxnSpPr>
        <p:spPr>
          <a:xfrm>
            <a:off x="6965950" y="3429000"/>
            <a:ext cx="1960562" cy="1587"/>
          </a:xfrm>
          <a:prstGeom prst="straightConnector1">
            <a:avLst/>
          </a:prstGeom>
          <a:noFill/>
          <a:ln cap="sq" cmpd="sng" w="9525">
            <a:solidFill>
              <a:srgbClr val="000000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389" name="Google Shape;1389;p83"/>
          <p:cNvCxnSpPr/>
          <p:nvPr/>
        </p:nvCxnSpPr>
        <p:spPr>
          <a:xfrm flipH="1" rot="10800000">
            <a:off x="2519362" y="3671887"/>
            <a:ext cx="1308100" cy="7937"/>
          </a:xfrm>
          <a:prstGeom prst="straightConnector1">
            <a:avLst/>
          </a:prstGeom>
          <a:noFill/>
          <a:ln cap="sq" cmpd="sng" w="9525">
            <a:solidFill>
              <a:srgbClr val="000000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1390" name="Google Shape;1390;p83"/>
          <p:cNvSpPr txBox="1"/>
          <p:nvPr/>
        </p:nvSpPr>
        <p:spPr>
          <a:xfrm>
            <a:off x="2519362" y="3327400"/>
            <a:ext cx="261937" cy="490537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2600"/>
              <a:buFont typeface="Times New Roman"/>
              <a:buNone/>
            </a:pPr>
            <a:r>
              <a:rPr b="0" i="0" lang="en-US" sz="2600" u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/>
          </a:p>
        </p:txBody>
      </p:sp>
      <p:sp>
        <p:nvSpPr>
          <p:cNvPr id="1391" name="Google Shape;1391;p83"/>
          <p:cNvSpPr txBox="1"/>
          <p:nvPr/>
        </p:nvSpPr>
        <p:spPr>
          <a:xfrm>
            <a:off x="785812" y="5143500"/>
            <a:ext cx="3448050" cy="703262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4000"/>
              <a:buFont typeface="Times New Roman"/>
              <a:buNone/>
            </a:pPr>
            <a:r>
              <a:rPr b="0" i="0" lang="en-US" sz="4000" u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Avoid This </a:t>
            </a:r>
            <a:endParaRPr/>
          </a:p>
        </p:txBody>
      </p:sp>
      <p:sp>
        <p:nvSpPr>
          <p:cNvPr id="1392" name="Google Shape;1392;p83"/>
          <p:cNvSpPr txBox="1"/>
          <p:nvPr/>
        </p:nvSpPr>
        <p:spPr>
          <a:xfrm>
            <a:off x="6877050" y="5334000"/>
            <a:ext cx="2266950" cy="627062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3500"/>
              <a:buFont typeface="Times New Roman"/>
              <a:buNone/>
            </a:pPr>
            <a:r>
              <a:rPr b="0" i="0" lang="en-US" sz="3500" u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Do This </a:t>
            </a:r>
            <a:endParaRPr/>
          </a:p>
        </p:txBody>
      </p:sp>
      <p:cxnSp>
        <p:nvCxnSpPr>
          <p:cNvPr id="1393" name="Google Shape;1393;p83"/>
          <p:cNvCxnSpPr/>
          <p:nvPr/>
        </p:nvCxnSpPr>
        <p:spPr>
          <a:xfrm flipH="1" rot="10800000">
            <a:off x="5788025" y="7954962"/>
            <a:ext cx="1587" cy="2803525"/>
          </a:xfrm>
          <a:prstGeom prst="straightConnector1">
            <a:avLst/>
          </a:prstGeom>
          <a:noFill/>
          <a:ln cap="sq" cmpd="sng" w="9525">
            <a:solidFill>
              <a:srgbClr val="00CC98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394" name="Google Shape;1394;p83"/>
          <p:cNvCxnSpPr/>
          <p:nvPr/>
        </p:nvCxnSpPr>
        <p:spPr>
          <a:xfrm flipH="1">
            <a:off x="6210300" y="2428875"/>
            <a:ext cx="9525" cy="3643312"/>
          </a:xfrm>
          <a:prstGeom prst="straightConnector1">
            <a:avLst/>
          </a:prstGeom>
          <a:noFill/>
          <a:ln cap="sq" cmpd="sng" w="9525">
            <a:solidFill>
              <a:srgbClr val="00CC98"/>
            </a:solidFill>
            <a:prstDash val="solid"/>
            <a:miter lim="800000"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01" name="Shape 1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" name="Google Shape;1402;p84"/>
          <p:cNvSpPr txBox="1"/>
          <p:nvPr/>
        </p:nvSpPr>
        <p:spPr>
          <a:xfrm>
            <a:off x="2360612" y="5218112"/>
            <a:ext cx="1149350" cy="436562"/>
          </a:xfrm>
          <a:prstGeom prst="rect">
            <a:avLst/>
          </a:prstGeom>
          <a:noFill/>
          <a:ln cap="sq" cmpd="sng" w="28425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50400" lIns="100800" spcFirstLastPara="1" rIns="100800" wrap="square" tIns="504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</a:pPr>
            <a:r>
              <a:rPr b="0" i="0" lang="en-US" sz="2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employs</a:t>
            </a:r>
            <a:endParaRPr/>
          </a:p>
        </p:txBody>
      </p:sp>
      <p:sp>
        <p:nvSpPr>
          <p:cNvPr id="1403" name="Google Shape;1403;p84"/>
          <p:cNvSpPr txBox="1"/>
          <p:nvPr/>
        </p:nvSpPr>
        <p:spPr>
          <a:xfrm>
            <a:off x="6051550" y="5218112"/>
            <a:ext cx="1409700" cy="436562"/>
          </a:xfrm>
          <a:prstGeom prst="rect">
            <a:avLst/>
          </a:prstGeom>
          <a:noFill/>
          <a:ln cap="sq" cmpd="sng" w="28425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50400" lIns="100800" spcFirstLastPara="1" rIns="100800" wrap="square" tIns="504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</a:pPr>
            <a:r>
              <a:rPr b="0" i="0" lang="en-US" sz="2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memberOf</a:t>
            </a:r>
            <a:endParaRPr/>
          </a:p>
        </p:txBody>
      </p:sp>
      <p:sp>
        <p:nvSpPr>
          <p:cNvPr id="1404" name="Google Shape;1404;p84"/>
          <p:cNvSpPr txBox="1"/>
          <p:nvPr/>
        </p:nvSpPr>
        <p:spPr>
          <a:xfrm>
            <a:off x="217487" y="-165100"/>
            <a:ext cx="8710612" cy="1497012"/>
          </a:xfrm>
          <a:prstGeom prst="rect">
            <a:avLst/>
          </a:prstGeom>
          <a:noFill/>
          <a:ln>
            <a:noFill/>
          </a:ln>
        </p:spPr>
        <p:txBody>
          <a:bodyPr anchorCtr="0" anchor="ctr" bIns="51475" lIns="19800" spcFirstLastPara="1" rIns="19800" wrap="square" tIns="51475">
            <a:noAutofit/>
          </a:bodyPr>
          <a:lstStyle/>
          <a:p>
            <a:pPr indent="0" lvl="0" marL="0" marR="0" rtl="0"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1" i="0" lang="en-US" sz="5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Aggregation Relationship</a:t>
            </a:r>
            <a:endParaRPr/>
          </a:p>
        </p:txBody>
      </p:sp>
      <p:grpSp>
        <p:nvGrpSpPr>
          <p:cNvPr id="1405" name="Google Shape;1405;p84"/>
          <p:cNvGrpSpPr/>
          <p:nvPr/>
        </p:nvGrpSpPr>
        <p:grpSpPr>
          <a:xfrm>
            <a:off x="355600" y="871537"/>
            <a:ext cx="8361362" cy="2208212"/>
            <a:chOff x="224" y="549"/>
            <a:chExt cx="5267" cy="1391"/>
          </a:xfrm>
        </p:grpSpPr>
        <p:sp>
          <p:nvSpPr>
            <p:cNvPr id="1406" name="Google Shape;1406;p84"/>
            <p:cNvSpPr txBox="1"/>
            <p:nvPr/>
          </p:nvSpPr>
          <p:spPr>
            <a:xfrm>
              <a:off x="224" y="999"/>
              <a:ext cx="1023" cy="890"/>
            </a:xfrm>
            <a:prstGeom prst="rect">
              <a:avLst/>
            </a:prstGeom>
            <a:solidFill>
              <a:srgbClr val="FFFF00"/>
            </a:solidFill>
            <a:ln cap="sq" cmpd="sng" w="3815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50400" lIns="100800" spcFirstLastPara="1" rIns="100800" wrap="square" tIns="50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CC"/>
                </a:buClr>
                <a:buSzPts val="2800"/>
                <a:buFont typeface="Times New Roman"/>
                <a:buNone/>
              </a:pPr>
              <a:r>
                <a:rPr b="0" i="0" lang="en-US" sz="2800" u="none">
                  <a:solidFill>
                    <a:srgbClr val="0000CC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Document</a:t>
              </a:r>
              <a:endParaRPr/>
            </a:p>
          </p:txBody>
        </p:sp>
        <p:sp>
          <p:nvSpPr>
            <p:cNvPr id="1407" name="Google Shape;1407;p84"/>
            <p:cNvSpPr txBox="1"/>
            <p:nvPr/>
          </p:nvSpPr>
          <p:spPr>
            <a:xfrm>
              <a:off x="4904" y="999"/>
              <a:ext cx="587" cy="890"/>
            </a:xfrm>
            <a:prstGeom prst="rect">
              <a:avLst/>
            </a:prstGeom>
            <a:solidFill>
              <a:srgbClr val="FFFF00"/>
            </a:solidFill>
            <a:ln cap="sq" cmpd="sng" w="3815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50400" lIns="100800" spcFirstLastPara="1" rIns="100800" wrap="square" tIns="50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CC"/>
                </a:buClr>
                <a:buSzPts val="2800"/>
                <a:buFont typeface="Times New Roman"/>
                <a:buNone/>
              </a:pPr>
              <a:r>
                <a:rPr b="0" i="0" lang="en-US" sz="2800" u="none">
                  <a:solidFill>
                    <a:srgbClr val="0000CC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Line</a:t>
              </a:r>
              <a:endParaRPr/>
            </a:p>
          </p:txBody>
        </p:sp>
        <p:sp>
          <p:nvSpPr>
            <p:cNvPr id="1408" name="Google Shape;1408;p84"/>
            <p:cNvSpPr txBox="1"/>
            <p:nvPr/>
          </p:nvSpPr>
          <p:spPr>
            <a:xfrm>
              <a:off x="1538" y="549"/>
              <a:ext cx="84" cy="100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100"/>
                <a:buFont typeface="Times New Roman"/>
                <a:buNone/>
              </a:pPr>
              <a:r>
                <a:t/>
              </a:r>
              <a:endParaRPr b="0" i="0" sz="2100" u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100"/>
                <a:buFont typeface="Times New Roman"/>
                <a:buNone/>
              </a:pPr>
              <a:r>
                <a:t/>
              </a:r>
              <a:endParaRPr b="0" i="0" sz="2100" u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100"/>
                <a:buFont typeface="Times New Roman"/>
                <a:buNone/>
              </a:pPr>
              <a:r>
                <a:t/>
              </a:r>
              <a:endParaRPr b="0" i="0" sz="2100" u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100"/>
                <a:buFont typeface="Times New Roman"/>
                <a:buNone/>
              </a:pPr>
              <a:r>
                <a:t/>
              </a:r>
              <a:endParaRPr b="0" i="0" sz="2100" u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CC"/>
                </a:buClr>
                <a:buSzPts val="2100"/>
                <a:buFont typeface="Times New Roman"/>
                <a:buNone/>
              </a:pPr>
              <a:r>
                <a:rPr b="0" i="0" lang="en-US" sz="2100" u="none">
                  <a:solidFill>
                    <a:srgbClr val="0000CC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</a:t>
              </a:r>
              <a:endParaRPr/>
            </a:p>
          </p:txBody>
        </p:sp>
        <p:sp>
          <p:nvSpPr>
            <p:cNvPr id="1409" name="Google Shape;1409;p84"/>
            <p:cNvSpPr txBox="1"/>
            <p:nvPr/>
          </p:nvSpPr>
          <p:spPr>
            <a:xfrm>
              <a:off x="2251" y="864"/>
              <a:ext cx="184" cy="88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4600"/>
                <a:buFont typeface="Times New Roman"/>
                <a:buNone/>
              </a:pPr>
              <a:r>
                <a:t/>
              </a:r>
              <a:endParaRPr b="0" i="0" sz="4600" u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CC"/>
                </a:buClr>
                <a:buSzPts val="4600"/>
                <a:buFont typeface="Times New Roman"/>
                <a:buNone/>
              </a:pPr>
              <a:r>
                <a:rPr b="0" i="0" lang="en-US" sz="4600" u="none">
                  <a:solidFill>
                    <a:srgbClr val="0000CC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*</a:t>
              </a:r>
              <a:endParaRPr/>
            </a:p>
          </p:txBody>
        </p:sp>
        <p:sp>
          <p:nvSpPr>
            <p:cNvPr id="1410" name="Google Shape;1410;p84"/>
            <p:cNvSpPr txBox="1"/>
            <p:nvPr/>
          </p:nvSpPr>
          <p:spPr>
            <a:xfrm>
              <a:off x="2435" y="1049"/>
              <a:ext cx="1052" cy="891"/>
            </a:xfrm>
            <a:prstGeom prst="rect">
              <a:avLst/>
            </a:prstGeom>
            <a:solidFill>
              <a:srgbClr val="FFFF00"/>
            </a:solidFill>
            <a:ln cap="sq" cmpd="sng" w="3815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50400" lIns="100800" spcFirstLastPara="1" rIns="100800" wrap="square" tIns="50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CC"/>
                </a:buClr>
                <a:buSzPts val="2800"/>
                <a:buFont typeface="Times New Roman"/>
                <a:buNone/>
              </a:pPr>
              <a:r>
                <a:rPr b="0" i="0" lang="en-US" sz="2800" u="none">
                  <a:solidFill>
                    <a:srgbClr val="0000CC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Paragraph</a:t>
              </a:r>
              <a:endParaRPr/>
            </a:p>
          </p:txBody>
        </p:sp>
        <p:sp>
          <p:nvSpPr>
            <p:cNvPr id="1411" name="Google Shape;1411;p84"/>
            <p:cNvSpPr/>
            <p:nvPr/>
          </p:nvSpPr>
          <p:spPr>
            <a:xfrm>
              <a:off x="1249" y="1374"/>
              <a:ext cx="149" cy="276"/>
            </a:xfrm>
            <a:prstGeom prst="flowChartDecision">
              <a:avLst/>
            </a:prstGeom>
            <a:noFill/>
            <a:ln cap="sq" cmpd="sng" w="3815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12" name="Google Shape;1412;p84"/>
            <p:cNvSpPr/>
            <p:nvPr/>
          </p:nvSpPr>
          <p:spPr>
            <a:xfrm>
              <a:off x="3503" y="1374"/>
              <a:ext cx="153" cy="276"/>
            </a:xfrm>
            <a:prstGeom prst="flowChartDecision">
              <a:avLst/>
            </a:prstGeom>
            <a:noFill/>
            <a:ln cap="sq" cmpd="sng" w="3815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1413" name="Google Shape;1413;p84"/>
            <p:cNvCxnSpPr/>
            <p:nvPr/>
          </p:nvCxnSpPr>
          <p:spPr>
            <a:xfrm flipH="1" rot="10800000">
              <a:off x="1400" y="1508"/>
              <a:ext cx="1033" cy="7"/>
            </a:xfrm>
            <a:prstGeom prst="straightConnector1">
              <a:avLst/>
            </a:prstGeom>
            <a:noFill/>
            <a:ln cap="sq" cmpd="sng" w="38150">
              <a:solidFill>
                <a:srgbClr val="000000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1414" name="Google Shape;1414;p84"/>
            <p:cNvCxnSpPr/>
            <p:nvPr/>
          </p:nvCxnSpPr>
          <p:spPr>
            <a:xfrm flipH="1" rot="10800000">
              <a:off x="3659" y="1489"/>
              <a:ext cx="1244" cy="26"/>
            </a:xfrm>
            <a:prstGeom prst="straightConnector1">
              <a:avLst/>
            </a:prstGeom>
            <a:noFill/>
            <a:ln cap="sq" cmpd="sng" w="38150">
              <a:solidFill>
                <a:srgbClr val="000000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sp>
          <p:nvSpPr>
            <p:cNvPr id="1415" name="Google Shape;1415;p84"/>
            <p:cNvSpPr txBox="1"/>
            <p:nvPr/>
          </p:nvSpPr>
          <p:spPr>
            <a:xfrm>
              <a:off x="3779" y="897"/>
              <a:ext cx="99" cy="71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500"/>
                <a:buFont typeface="Times New Roman"/>
                <a:buNone/>
              </a:pPr>
              <a:r>
                <a:t/>
              </a:r>
              <a:endParaRPr b="0" i="0" sz="2500" u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500"/>
                <a:buFont typeface="Times New Roman"/>
                <a:buNone/>
              </a:pPr>
              <a:r>
                <a:t/>
              </a:r>
              <a:endParaRPr b="0" i="0" sz="2500" u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CC"/>
                </a:buClr>
                <a:buSzPts val="2500"/>
                <a:buFont typeface="Times New Roman"/>
                <a:buNone/>
              </a:pPr>
              <a:r>
                <a:rPr b="0" i="0" lang="en-US" sz="2500" u="none">
                  <a:solidFill>
                    <a:srgbClr val="0000CC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</a:t>
              </a:r>
              <a:endParaRPr/>
            </a:p>
          </p:txBody>
        </p:sp>
        <p:sp>
          <p:nvSpPr>
            <p:cNvPr id="1416" name="Google Shape;1416;p84"/>
            <p:cNvSpPr txBox="1"/>
            <p:nvPr/>
          </p:nvSpPr>
          <p:spPr>
            <a:xfrm>
              <a:off x="4665" y="772"/>
              <a:ext cx="224" cy="10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5600"/>
                <a:buFont typeface="Times New Roman"/>
                <a:buNone/>
              </a:pPr>
              <a:r>
                <a:t/>
              </a:r>
              <a:endParaRPr b="0" i="0" sz="5600" u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CC"/>
                </a:buClr>
                <a:buSzPts val="5600"/>
                <a:buFont typeface="Times New Roman"/>
                <a:buNone/>
              </a:pPr>
              <a:r>
                <a:rPr b="0" i="0" lang="en-US" sz="5600" u="none">
                  <a:solidFill>
                    <a:srgbClr val="0000CC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*</a:t>
              </a:r>
              <a:endParaRPr/>
            </a:p>
          </p:txBody>
        </p:sp>
      </p:grpSp>
      <p:sp>
        <p:nvSpPr>
          <p:cNvPr id="1417" name="Google Shape;1417;p84"/>
          <p:cNvSpPr txBox="1"/>
          <p:nvPr/>
        </p:nvSpPr>
        <p:spPr>
          <a:xfrm>
            <a:off x="355600" y="4383087"/>
            <a:ext cx="1627187" cy="1517650"/>
          </a:xfrm>
          <a:prstGeom prst="rect">
            <a:avLst/>
          </a:prstGeom>
          <a:solidFill>
            <a:srgbClr val="FFFF00"/>
          </a:solidFill>
          <a:ln cap="sq" cmpd="sng" w="3815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50400" lIns="100800" spcFirstLastPara="1" rIns="100800" wrap="square" tIns="50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2800"/>
              <a:buFont typeface="Times New Roman"/>
              <a:buNone/>
            </a:pPr>
            <a:r>
              <a:rPr b="0" i="0" lang="en-US" sz="2800" u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Company</a:t>
            </a:r>
            <a:endParaRPr/>
          </a:p>
        </p:txBody>
      </p:sp>
      <p:sp>
        <p:nvSpPr>
          <p:cNvPr id="1418" name="Google Shape;1418;p84"/>
          <p:cNvSpPr txBox="1"/>
          <p:nvPr/>
        </p:nvSpPr>
        <p:spPr>
          <a:xfrm>
            <a:off x="7785100" y="4383087"/>
            <a:ext cx="935037" cy="1517650"/>
          </a:xfrm>
          <a:prstGeom prst="rect">
            <a:avLst/>
          </a:prstGeom>
          <a:solidFill>
            <a:srgbClr val="FFFF00"/>
          </a:solidFill>
          <a:ln cap="sq" cmpd="sng" w="3815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50400" lIns="100800" spcFirstLastPara="1" rIns="100800" wrap="square" tIns="50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2800"/>
              <a:buFont typeface="Times New Roman"/>
              <a:buNone/>
            </a:pPr>
            <a:r>
              <a:rPr b="0" i="0" lang="en-US" sz="2800" u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Club</a:t>
            </a:r>
            <a:endParaRPr/>
          </a:p>
        </p:txBody>
      </p:sp>
      <p:sp>
        <p:nvSpPr>
          <p:cNvPr id="1419" name="Google Shape;1419;p84"/>
          <p:cNvSpPr txBox="1"/>
          <p:nvPr/>
        </p:nvSpPr>
        <p:spPr>
          <a:xfrm>
            <a:off x="2441575" y="3617912"/>
            <a:ext cx="1349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Times New Roman"/>
              <a:buNone/>
            </a:pPr>
            <a:r>
              <a:t/>
            </a:r>
            <a:endParaRPr b="0" i="0" sz="2100" u="none">
              <a:solidFill>
                <a:srgbClr val="0000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Times New Roman"/>
              <a:buNone/>
            </a:pPr>
            <a:r>
              <a:t/>
            </a:r>
            <a:endParaRPr b="0" i="0" sz="2100" u="none">
              <a:solidFill>
                <a:srgbClr val="0000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Times New Roman"/>
              <a:buNone/>
            </a:pPr>
            <a:r>
              <a:t/>
            </a:r>
            <a:endParaRPr b="0" i="0" sz="2100" u="none">
              <a:solidFill>
                <a:srgbClr val="0000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Times New Roman"/>
              <a:buNone/>
            </a:pPr>
            <a:r>
              <a:t/>
            </a:r>
            <a:endParaRPr b="0" i="0" sz="2100" u="none">
              <a:solidFill>
                <a:srgbClr val="0000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2100"/>
              <a:buFont typeface="Times New Roman"/>
              <a:buNone/>
            </a:pPr>
            <a:r>
              <a:rPr b="0" i="0" lang="en-US" sz="2100" u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/>
          </a:p>
        </p:txBody>
      </p:sp>
      <p:sp>
        <p:nvSpPr>
          <p:cNvPr id="1420" name="Google Shape;1420;p84"/>
          <p:cNvSpPr txBox="1"/>
          <p:nvPr/>
        </p:nvSpPr>
        <p:spPr>
          <a:xfrm>
            <a:off x="3573462" y="4154487"/>
            <a:ext cx="293687" cy="14017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Times New Roman"/>
              <a:buNone/>
            </a:pPr>
            <a:r>
              <a:t/>
            </a:r>
            <a:endParaRPr b="0" i="0" sz="4600" u="none">
              <a:solidFill>
                <a:srgbClr val="0000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4600"/>
              <a:buFont typeface="Times New Roman"/>
              <a:buNone/>
            </a:pPr>
            <a:r>
              <a:rPr b="0" i="0" lang="en-US" sz="4600" u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/>
          </a:p>
        </p:txBody>
      </p:sp>
      <p:sp>
        <p:nvSpPr>
          <p:cNvPr id="1421" name="Google Shape;1421;p84"/>
          <p:cNvSpPr txBox="1"/>
          <p:nvPr/>
        </p:nvSpPr>
        <p:spPr>
          <a:xfrm>
            <a:off x="3865562" y="4468812"/>
            <a:ext cx="1673225" cy="1517650"/>
          </a:xfrm>
          <a:prstGeom prst="rect">
            <a:avLst/>
          </a:prstGeom>
          <a:solidFill>
            <a:srgbClr val="FFFF00"/>
          </a:solidFill>
          <a:ln cap="sq" cmpd="sng" w="3815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50400" lIns="100800" spcFirstLastPara="1" rIns="100800" wrap="square" tIns="50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2800"/>
              <a:buFont typeface="Times New Roman"/>
              <a:buNone/>
            </a:pPr>
            <a:r>
              <a:rPr b="0" i="0" lang="en-US" sz="2800" u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3300" u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Person</a:t>
            </a:r>
            <a:endParaRPr/>
          </a:p>
        </p:txBody>
      </p:sp>
      <p:sp>
        <p:nvSpPr>
          <p:cNvPr id="1422" name="Google Shape;1422;p84"/>
          <p:cNvSpPr/>
          <p:nvPr/>
        </p:nvSpPr>
        <p:spPr>
          <a:xfrm>
            <a:off x="1982787" y="5019675"/>
            <a:ext cx="239712" cy="473075"/>
          </a:xfrm>
          <a:prstGeom prst="flowChartDecision">
            <a:avLst/>
          </a:prstGeom>
          <a:noFill/>
          <a:ln cap="sq" cmpd="sng" w="3815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423" name="Google Shape;1423;p84"/>
          <p:cNvCxnSpPr/>
          <p:nvPr/>
        </p:nvCxnSpPr>
        <p:spPr>
          <a:xfrm flipH="1" rot="10800000">
            <a:off x="2222500" y="5249862"/>
            <a:ext cx="1643062" cy="14287"/>
          </a:xfrm>
          <a:prstGeom prst="straightConnector1">
            <a:avLst/>
          </a:prstGeom>
          <a:noFill/>
          <a:ln cap="sq" cmpd="sng" w="38150">
            <a:solidFill>
              <a:srgbClr val="000000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424" name="Google Shape;1424;p84"/>
          <p:cNvCxnSpPr/>
          <p:nvPr/>
        </p:nvCxnSpPr>
        <p:spPr>
          <a:xfrm flipH="1" rot="10800000">
            <a:off x="5540375" y="5216525"/>
            <a:ext cx="2244725" cy="12700"/>
          </a:xfrm>
          <a:prstGeom prst="straightConnector1">
            <a:avLst/>
          </a:prstGeom>
          <a:noFill/>
          <a:ln cap="sq" cmpd="sng" w="38150">
            <a:solidFill>
              <a:srgbClr val="000000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1425" name="Google Shape;1425;p84"/>
          <p:cNvSpPr txBox="1"/>
          <p:nvPr/>
        </p:nvSpPr>
        <p:spPr>
          <a:xfrm>
            <a:off x="7543800" y="4119562"/>
            <a:ext cx="15875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Times New Roman"/>
              <a:buNone/>
            </a:pPr>
            <a:r>
              <a:t/>
            </a:r>
            <a:endParaRPr b="0" i="0" sz="2500" u="none">
              <a:solidFill>
                <a:srgbClr val="0000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Times New Roman"/>
              <a:buNone/>
            </a:pPr>
            <a:r>
              <a:t/>
            </a:r>
            <a:endParaRPr b="0" i="0" sz="2500" u="none">
              <a:solidFill>
                <a:srgbClr val="0000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2500"/>
              <a:buFont typeface="Times New Roman"/>
              <a:buNone/>
            </a:pPr>
            <a:r>
              <a:rPr b="0" i="0" lang="en-US" sz="2500" u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/>
          </a:p>
        </p:txBody>
      </p:sp>
      <p:sp>
        <p:nvSpPr>
          <p:cNvPr id="1426" name="Google Shape;1426;p84"/>
          <p:cNvSpPr txBox="1"/>
          <p:nvPr/>
        </p:nvSpPr>
        <p:spPr>
          <a:xfrm>
            <a:off x="5613400" y="4021137"/>
            <a:ext cx="357187" cy="170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Font typeface="Times New Roman"/>
              <a:buNone/>
            </a:pPr>
            <a:r>
              <a:t/>
            </a:r>
            <a:endParaRPr b="0" i="0" sz="5600" u="none">
              <a:solidFill>
                <a:srgbClr val="0000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5600"/>
              <a:buFont typeface="Times New Roman"/>
              <a:buNone/>
            </a:pPr>
            <a:r>
              <a:rPr b="0" i="0" lang="en-US" sz="5600" u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/>
          </a:p>
        </p:txBody>
      </p:sp>
      <p:sp>
        <p:nvSpPr>
          <p:cNvPr id="1427" name="Google Shape;1427;p84"/>
          <p:cNvSpPr/>
          <p:nvPr/>
        </p:nvSpPr>
        <p:spPr>
          <a:xfrm rot="5400000">
            <a:off x="6756400" y="4845050"/>
            <a:ext cx="149225" cy="225425"/>
          </a:xfrm>
          <a:prstGeom prst="triangle">
            <a:avLst>
              <a:gd fmla="val 50000" name="adj"/>
            </a:avLst>
          </a:prstGeom>
          <a:solidFill>
            <a:srgbClr val="000000"/>
          </a:solidFill>
          <a:ln cap="sq" cmpd="sng" w="2555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34" name="Shape 1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5" name="Google Shape;1435;p85"/>
          <p:cNvSpPr txBox="1"/>
          <p:nvPr/>
        </p:nvSpPr>
        <p:spPr>
          <a:xfrm>
            <a:off x="217487" y="1216025"/>
            <a:ext cx="8570912" cy="4687887"/>
          </a:xfrm>
          <a:prstGeom prst="rect">
            <a:avLst/>
          </a:prstGeom>
          <a:noFill/>
          <a:ln>
            <a:noFill/>
          </a:ln>
        </p:spPr>
        <p:txBody>
          <a:bodyPr anchorCtr="0" anchor="t" bIns="51475" lIns="19800" spcFirstLastPara="1" rIns="19800" wrap="square" tIns="51475">
            <a:noAutofit/>
          </a:bodyPr>
          <a:lstStyle/>
          <a:p>
            <a:pPr indent="-309562" lvl="0" marL="334962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60"/>
              <a:buFont typeface="Noto Sans Symbols"/>
              <a:buChar char="●"/>
            </a:pPr>
            <a:r>
              <a:rPr b="1" i="0" lang="en-US" sz="4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 aggregate object contains other objects.</a:t>
            </a:r>
            <a:endParaRPr sz="1000"/>
          </a:p>
          <a:p>
            <a:pPr indent="-334962" lvl="0" marL="334962" marR="0" rtl="0" algn="l">
              <a:lnSpc>
                <a:spcPct val="115000"/>
              </a:lnSpc>
              <a:spcBef>
                <a:spcPts val="230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Noto Sans Symbols"/>
              <a:buChar char="●"/>
            </a:pPr>
            <a:r>
              <a:rPr b="1" i="0" lang="en-US" sz="4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Aggregation limited to </a:t>
            </a:r>
            <a:r>
              <a:rPr b="1" i="0" lang="en-US" sz="5000" u="none">
                <a:solidFill>
                  <a:srgbClr val="4C38E2"/>
                </a:solidFill>
                <a:latin typeface="Arial"/>
                <a:ea typeface="Arial"/>
                <a:cs typeface="Arial"/>
                <a:sym typeface="Arial"/>
              </a:rPr>
              <a:t>tree hierarchy</a:t>
            </a:r>
            <a:r>
              <a:rPr b="1" i="0" lang="en-US" sz="4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000"/>
          </a:p>
          <a:p>
            <a:pPr indent="-252412" lvl="1" marL="735012" marR="0" rtl="0" algn="l">
              <a:lnSpc>
                <a:spcPct val="115000"/>
              </a:lnSpc>
              <a:spcBef>
                <a:spcPts val="230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Noto Sans Symbols"/>
              <a:buChar char="−"/>
            </a:pPr>
            <a:r>
              <a:rPr b="1" i="0" lang="en-US" sz="4000" u="none" cap="none" strike="noStrik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No circular inclusion relation.</a:t>
            </a:r>
            <a:endParaRPr sz="1000"/>
          </a:p>
        </p:txBody>
      </p:sp>
      <p:sp>
        <p:nvSpPr>
          <p:cNvPr id="1436" name="Google Shape;1436;p85"/>
          <p:cNvSpPr txBox="1"/>
          <p:nvPr/>
        </p:nvSpPr>
        <p:spPr>
          <a:xfrm>
            <a:off x="147637" y="-165100"/>
            <a:ext cx="8996362" cy="1339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475" lIns="19800" spcFirstLastPara="1" rIns="19800" wrap="square" tIns="51475">
            <a:noAutofit/>
          </a:bodyPr>
          <a:lstStyle/>
          <a:p>
            <a:pPr indent="0" lvl="0" marL="0" marR="0" rtl="0"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Arial"/>
              <a:buNone/>
            </a:pPr>
            <a:r>
              <a:rPr b="1" i="0" lang="en-US" sz="55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Aggregation</a:t>
            </a:r>
            <a:br>
              <a:rPr b="1" i="0" lang="en-US" sz="41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41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                     </a:t>
            </a:r>
            <a:r>
              <a:rPr b="1" i="0" lang="en-US" sz="20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cont…</a:t>
            </a:r>
            <a:r>
              <a:rPr b="1" i="0" lang="en-US" sz="40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42" name="Shape 1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" name="Google Shape;1443;p86"/>
          <p:cNvSpPr txBox="1"/>
          <p:nvPr/>
        </p:nvSpPr>
        <p:spPr>
          <a:xfrm>
            <a:off x="701675" y="0"/>
            <a:ext cx="7797800" cy="80168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1" i="0" lang="en-US" sz="4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Composition</a:t>
            </a:r>
            <a:endParaRPr/>
          </a:p>
        </p:txBody>
      </p:sp>
      <p:sp>
        <p:nvSpPr>
          <p:cNvPr id="1444" name="Google Shape;1444;p86"/>
          <p:cNvSpPr txBox="1"/>
          <p:nvPr/>
        </p:nvSpPr>
        <p:spPr>
          <a:xfrm>
            <a:off x="0" y="733425"/>
            <a:ext cx="9144000" cy="379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20675" lvl="0" marL="339725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Char char="•"/>
            </a:pPr>
            <a:r>
              <a:rPr b="1" i="0" lang="en-US" sz="37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stronger form of aggregation</a:t>
            </a:r>
            <a:endParaRPr sz="1100"/>
          </a:p>
          <a:p>
            <a:pPr indent="-263525" lvl="1" marL="739775" marR="0" rtl="0" algn="l">
              <a:lnSpc>
                <a:spcPct val="110000"/>
              </a:lnSpc>
              <a:spcBef>
                <a:spcPts val="1300"/>
              </a:spcBef>
              <a:spcAft>
                <a:spcPts val="0"/>
              </a:spcAft>
              <a:buClr>
                <a:srgbClr val="0000CC"/>
              </a:buClr>
              <a:buSzPts val="3300"/>
              <a:buFont typeface="Arial"/>
              <a:buChar char="•"/>
            </a:pPr>
            <a:r>
              <a:rPr b="1" i="0" lang="en-US" sz="3300" u="none" cap="none" strike="noStrik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The whole is the sole owner of its part.</a:t>
            </a:r>
            <a:endParaRPr sz="1100"/>
          </a:p>
          <a:p>
            <a:pPr indent="-209550" lvl="2" marL="1143000" marR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6699"/>
              </a:buClr>
              <a:buSzPts val="2900"/>
              <a:buFont typeface="Arial"/>
              <a:buChar char="•"/>
            </a:pPr>
            <a:r>
              <a:rPr b="1" i="0" lang="en-US" sz="2900" u="none" cap="none" strike="noStrik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A component can belong to only one whole</a:t>
            </a:r>
            <a:endParaRPr sz="1100"/>
          </a:p>
          <a:p>
            <a:pPr indent="-263525" lvl="1" marL="739775" marR="0" rtl="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rgbClr val="0000CC"/>
              </a:buClr>
              <a:buSzPts val="3300"/>
              <a:buFont typeface="Arial"/>
              <a:buChar char="•"/>
            </a:pPr>
            <a:r>
              <a:rPr b="1" i="0" lang="en-US" sz="3300" u="none" cap="none" strike="noStrik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The life time of the part is dependent upon the whole. </a:t>
            </a:r>
            <a:endParaRPr sz="1100"/>
          </a:p>
          <a:p>
            <a:pPr indent="-209550" lvl="2" marL="1143000" marR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CC"/>
              </a:buClr>
              <a:buSzPts val="2900"/>
              <a:buFont typeface="Arial"/>
              <a:buChar char="•"/>
            </a:pPr>
            <a:r>
              <a:rPr b="1" i="0" lang="en-US" sz="2900" u="none" cap="none" strike="noStrik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The composite must manage the creation and destruction of its parts.</a:t>
            </a:r>
            <a:endParaRPr sz="1100"/>
          </a:p>
        </p:txBody>
      </p:sp>
      <p:grpSp>
        <p:nvGrpSpPr>
          <p:cNvPr id="1445" name="Google Shape;1445;p86"/>
          <p:cNvGrpSpPr/>
          <p:nvPr/>
        </p:nvGrpSpPr>
        <p:grpSpPr>
          <a:xfrm>
            <a:off x="914400" y="5210175"/>
            <a:ext cx="4416425" cy="1255712"/>
            <a:chOff x="576" y="3282"/>
            <a:chExt cx="2782" cy="791"/>
          </a:xfrm>
        </p:grpSpPr>
        <p:sp>
          <p:nvSpPr>
            <p:cNvPr id="1446" name="Google Shape;1446;p86"/>
            <p:cNvSpPr txBox="1"/>
            <p:nvPr/>
          </p:nvSpPr>
          <p:spPr>
            <a:xfrm>
              <a:off x="576" y="3355"/>
              <a:ext cx="910" cy="286"/>
            </a:xfrm>
            <a:prstGeom prst="rect">
              <a:avLst/>
            </a:prstGeom>
            <a:solidFill>
              <a:srgbClr val="FFFF00"/>
            </a:solidFill>
            <a:ln cap="sq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50400" lIns="100800" spcFirstLastPara="1" rIns="100800" wrap="square" tIns="504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600"/>
                <a:buFont typeface="Times New Roman"/>
                <a:buNone/>
              </a:pPr>
              <a:r>
                <a:rPr b="0" i="0" lang="en-US" sz="26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Circle</a:t>
              </a:r>
              <a:endParaRPr/>
            </a:p>
          </p:txBody>
        </p:sp>
        <p:sp>
          <p:nvSpPr>
            <p:cNvPr id="1447" name="Google Shape;1447;p86"/>
            <p:cNvSpPr txBox="1"/>
            <p:nvPr/>
          </p:nvSpPr>
          <p:spPr>
            <a:xfrm>
              <a:off x="2592" y="3355"/>
              <a:ext cx="766" cy="286"/>
            </a:xfrm>
            <a:prstGeom prst="rect">
              <a:avLst/>
            </a:prstGeom>
            <a:solidFill>
              <a:srgbClr val="FFFF00"/>
            </a:solidFill>
            <a:ln cap="sq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50400" lIns="100800" spcFirstLastPara="1" rIns="100800" wrap="square" tIns="504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600"/>
                <a:buFont typeface="Times New Roman"/>
                <a:buNone/>
              </a:pPr>
              <a:r>
                <a:rPr b="0" i="0" lang="en-US" sz="26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Point</a:t>
              </a:r>
              <a:endParaRPr/>
            </a:p>
          </p:txBody>
        </p:sp>
        <p:cxnSp>
          <p:nvCxnSpPr>
            <p:cNvPr id="1448" name="Google Shape;1448;p86"/>
            <p:cNvCxnSpPr/>
            <p:nvPr/>
          </p:nvCxnSpPr>
          <p:spPr>
            <a:xfrm>
              <a:off x="1632" y="3499"/>
              <a:ext cx="958" cy="0"/>
            </a:xfrm>
            <a:prstGeom prst="straightConnector1">
              <a:avLst/>
            </a:prstGeom>
            <a:noFill/>
            <a:ln cap="sq" cmpd="sng" w="9525">
              <a:solidFill>
                <a:srgbClr val="000000"/>
              </a:solidFill>
              <a:prstDash val="solid"/>
              <a:miter lim="800000"/>
              <a:headEnd len="med" w="med" type="none"/>
              <a:tailEnd len="med" w="med" type="triangle"/>
            </a:ln>
          </p:spPr>
        </p:cxnSp>
        <p:sp>
          <p:nvSpPr>
            <p:cNvPr id="1449" name="Google Shape;1449;p86"/>
            <p:cNvSpPr/>
            <p:nvPr/>
          </p:nvSpPr>
          <p:spPr>
            <a:xfrm>
              <a:off x="1488" y="3427"/>
              <a:ext cx="142" cy="142"/>
            </a:xfrm>
            <a:prstGeom prst="diamond">
              <a:avLst/>
            </a:prstGeom>
            <a:solidFill>
              <a:srgbClr val="000000"/>
            </a:solidFill>
            <a:ln cap="sq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50" name="Google Shape;1450;p86"/>
            <p:cNvSpPr txBox="1"/>
            <p:nvPr/>
          </p:nvSpPr>
          <p:spPr>
            <a:xfrm>
              <a:off x="2640" y="3712"/>
              <a:ext cx="414" cy="29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0400" lIns="100800" spcFirstLastPara="1" rIns="100800" wrap="square" tIns="504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Times New Roman"/>
                <a:buNone/>
              </a:pPr>
              <a:r>
                <a:rPr b="0" i="0" lang="en-US" sz="24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3..*</a:t>
              </a:r>
              <a:endParaRPr/>
            </a:p>
          </p:txBody>
        </p:sp>
        <p:sp>
          <p:nvSpPr>
            <p:cNvPr id="1451" name="Google Shape;1451;p86"/>
            <p:cNvSpPr txBox="1"/>
            <p:nvPr/>
          </p:nvSpPr>
          <p:spPr>
            <a:xfrm>
              <a:off x="2304" y="3282"/>
              <a:ext cx="222" cy="29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0400" lIns="100800" spcFirstLastPara="1" rIns="100800" wrap="square" tIns="504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Times New Roman"/>
                <a:buNone/>
              </a:pPr>
              <a:r>
                <a:rPr b="0" i="0" lang="en-US" sz="24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</a:t>
              </a:r>
              <a:endParaRPr/>
            </a:p>
          </p:txBody>
        </p:sp>
        <p:sp>
          <p:nvSpPr>
            <p:cNvPr id="1452" name="Google Shape;1452;p86"/>
            <p:cNvSpPr txBox="1"/>
            <p:nvPr/>
          </p:nvSpPr>
          <p:spPr>
            <a:xfrm>
              <a:off x="576" y="3787"/>
              <a:ext cx="910" cy="286"/>
            </a:xfrm>
            <a:prstGeom prst="rect">
              <a:avLst/>
            </a:prstGeom>
            <a:solidFill>
              <a:srgbClr val="FFFF00"/>
            </a:solidFill>
            <a:ln cap="sq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50400" lIns="100800" spcFirstLastPara="1" rIns="100800" wrap="square" tIns="504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600"/>
                <a:buFont typeface="Times New Roman"/>
                <a:buNone/>
              </a:pPr>
              <a:r>
                <a:rPr b="0" i="0" lang="en-US" sz="26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Polygon</a:t>
              </a:r>
              <a:endParaRPr/>
            </a:p>
          </p:txBody>
        </p:sp>
        <p:sp>
          <p:nvSpPr>
            <p:cNvPr id="1453" name="Google Shape;1453;p86"/>
            <p:cNvSpPr/>
            <p:nvPr/>
          </p:nvSpPr>
          <p:spPr>
            <a:xfrm>
              <a:off x="1488" y="3859"/>
              <a:ext cx="142" cy="142"/>
            </a:xfrm>
            <a:prstGeom prst="diamond">
              <a:avLst/>
            </a:prstGeom>
            <a:solidFill>
              <a:srgbClr val="000000"/>
            </a:solidFill>
            <a:ln cap="sq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1454" name="Google Shape;1454;p86"/>
            <p:cNvCxnSpPr/>
            <p:nvPr/>
          </p:nvCxnSpPr>
          <p:spPr>
            <a:xfrm flipH="1" rot="10800000">
              <a:off x="1631" y="3642"/>
              <a:ext cx="1344" cy="289"/>
            </a:xfrm>
            <a:prstGeom prst="bentConnector2">
              <a:avLst/>
            </a:prstGeom>
            <a:noFill/>
            <a:ln cap="sq" cmpd="sng" w="9525">
              <a:solidFill>
                <a:srgbClr val="000000"/>
              </a:solidFill>
              <a:prstDash val="solid"/>
              <a:miter lim="800000"/>
              <a:headEnd len="med" w="med" type="none"/>
              <a:tailEnd len="med" w="med" type="triangle"/>
            </a:ln>
          </p:spPr>
        </p:cxnSp>
      </p:grpSp>
      <p:grpSp>
        <p:nvGrpSpPr>
          <p:cNvPr id="1455" name="Google Shape;1455;p86"/>
          <p:cNvGrpSpPr/>
          <p:nvPr/>
        </p:nvGrpSpPr>
        <p:grpSpPr>
          <a:xfrm>
            <a:off x="6324600" y="5241925"/>
            <a:ext cx="1657349" cy="1147762"/>
            <a:chOff x="3984" y="3302"/>
            <a:chExt cx="1044" cy="723"/>
          </a:xfrm>
        </p:grpSpPr>
        <p:sp>
          <p:nvSpPr>
            <p:cNvPr id="1456" name="Google Shape;1456;p86"/>
            <p:cNvSpPr txBox="1"/>
            <p:nvPr/>
          </p:nvSpPr>
          <p:spPr>
            <a:xfrm>
              <a:off x="3984" y="3355"/>
              <a:ext cx="957" cy="670"/>
            </a:xfrm>
            <a:prstGeom prst="rect">
              <a:avLst/>
            </a:prstGeom>
            <a:solidFill>
              <a:srgbClr val="FFFF00"/>
            </a:solidFill>
            <a:ln cap="sq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57" name="Google Shape;1457;p86"/>
            <p:cNvSpPr txBox="1"/>
            <p:nvPr/>
          </p:nvSpPr>
          <p:spPr>
            <a:xfrm>
              <a:off x="4080" y="3643"/>
              <a:ext cx="765" cy="286"/>
            </a:xfrm>
            <a:prstGeom prst="rect">
              <a:avLst/>
            </a:prstGeom>
            <a:solidFill>
              <a:srgbClr val="CCFFCC"/>
            </a:solidFill>
            <a:ln cap="sq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50400" lIns="100800" spcFirstLastPara="1" rIns="100800" wrap="square" tIns="504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600"/>
                <a:buFont typeface="Times New Roman"/>
                <a:buNone/>
              </a:pPr>
              <a:r>
                <a:rPr b="0" i="0" lang="en-US" sz="26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Point</a:t>
              </a:r>
              <a:endParaRPr/>
            </a:p>
          </p:txBody>
        </p:sp>
        <p:sp>
          <p:nvSpPr>
            <p:cNvPr id="1458" name="Google Shape;1458;p86"/>
            <p:cNvSpPr txBox="1"/>
            <p:nvPr/>
          </p:nvSpPr>
          <p:spPr>
            <a:xfrm>
              <a:off x="4128" y="3302"/>
              <a:ext cx="9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0400" lIns="100800" spcFirstLastPara="1" rIns="100800" wrap="square" tIns="504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Times New Roman"/>
                <a:buNone/>
              </a:pPr>
              <a:r>
                <a:rPr b="0" i="0" lang="en-US" sz="28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Circle</a:t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4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4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4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4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4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65" name="Shape 1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6" name="Google Shape;1466;p87"/>
          <p:cNvSpPr txBox="1"/>
          <p:nvPr/>
        </p:nvSpPr>
        <p:spPr>
          <a:xfrm>
            <a:off x="381000" y="152400"/>
            <a:ext cx="7769225" cy="1139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51475" lIns="19800" spcFirstLastPara="1" rIns="19800" wrap="square" tIns="51475">
            <a:noAutofit/>
          </a:bodyPr>
          <a:lstStyle/>
          <a:p>
            <a:pPr indent="0" lvl="0" marL="0" marR="0" rtl="0"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1" i="0" lang="en-US" sz="5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Composition Relationship</a:t>
            </a:r>
            <a:endParaRPr/>
          </a:p>
        </p:txBody>
      </p:sp>
      <p:grpSp>
        <p:nvGrpSpPr>
          <p:cNvPr id="1467" name="Google Shape;1467;p87"/>
          <p:cNvGrpSpPr/>
          <p:nvPr/>
        </p:nvGrpSpPr>
        <p:grpSpPr>
          <a:xfrm>
            <a:off x="631825" y="2736850"/>
            <a:ext cx="7392987" cy="1655762"/>
            <a:chOff x="398" y="1724"/>
            <a:chExt cx="4657" cy="1043"/>
          </a:xfrm>
        </p:grpSpPr>
        <p:sp>
          <p:nvSpPr>
            <p:cNvPr id="1468" name="Google Shape;1468;p87"/>
            <p:cNvSpPr txBox="1"/>
            <p:nvPr/>
          </p:nvSpPr>
          <p:spPr>
            <a:xfrm>
              <a:off x="398" y="1724"/>
              <a:ext cx="1133" cy="1000"/>
            </a:xfrm>
            <a:prstGeom prst="rect">
              <a:avLst/>
            </a:prstGeom>
            <a:solidFill>
              <a:srgbClr val="FFFF00"/>
            </a:solidFill>
            <a:ln cap="sq" cmpd="sng" w="284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50400" lIns="100800" spcFirstLastPara="1" rIns="100800" wrap="square" tIns="50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CC"/>
                </a:buClr>
                <a:buSzPts val="4400"/>
                <a:buFont typeface="Times New Roman"/>
                <a:buNone/>
              </a:pPr>
              <a:r>
                <a:rPr b="0" i="0" lang="en-US" sz="4400" u="none">
                  <a:solidFill>
                    <a:srgbClr val="0000CC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Order</a:t>
              </a:r>
              <a:endParaRPr/>
            </a:p>
          </p:txBody>
        </p:sp>
        <p:sp>
          <p:nvSpPr>
            <p:cNvPr id="1469" name="Google Shape;1469;p87"/>
            <p:cNvSpPr txBox="1"/>
            <p:nvPr/>
          </p:nvSpPr>
          <p:spPr>
            <a:xfrm>
              <a:off x="2081" y="1779"/>
              <a:ext cx="147" cy="3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CC"/>
                </a:buClr>
                <a:buSzPts val="3700"/>
                <a:buFont typeface="Times New Roman"/>
                <a:buNone/>
              </a:pPr>
              <a:r>
                <a:rPr b="0" i="0" lang="en-US" sz="3700" u="none">
                  <a:solidFill>
                    <a:srgbClr val="0000CC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</a:t>
              </a:r>
              <a:endParaRPr/>
            </a:p>
          </p:txBody>
        </p:sp>
        <p:sp>
          <p:nvSpPr>
            <p:cNvPr id="1470" name="Google Shape;1470;p87"/>
            <p:cNvSpPr txBox="1"/>
            <p:nvPr/>
          </p:nvSpPr>
          <p:spPr>
            <a:xfrm>
              <a:off x="3684" y="1743"/>
              <a:ext cx="200" cy="47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CC"/>
                </a:buClr>
                <a:buSzPts val="5000"/>
                <a:buFont typeface="Times New Roman"/>
                <a:buNone/>
              </a:pPr>
              <a:r>
                <a:rPr b="0" i="0" lang="en-US" sz="5000" u="none">
                  <a:solidFill>
                    <a:srgbClr val="0000CC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*</a:t>
              </a:r>
              <a:endParaRPr/>
            </a:p>
          </p:txBody>
        </p:sp>
        <p:sp>
          <p:nvSpPr>
            <p:cNvPr id="1471" name="Google Shape;1471;p87"/>
            <p:cNvSpPr txBox="1"/>
            <p:nvPr/>
          </p:nvSpPr>
          <p:spPr>
            <a:xfrm>
              <a:off x="4148" y="1767"/>
              <a:ext cx="907" cy="1000"/>
            </a:xfrm>
            <a:prstGeom prst="rect">
              <a:avLst/>
            </a:prstGeom>
            <a:solidFill>
              <a:srgbClr val="FFFF00"/>
            </a:solidFill>
            <a:ln cap="sq" cmpd="sng" w="284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50400" lIns="100800" spcFirstLastPara="1" rIns="100800" wrap="square" tIns="50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CC"/>
                </a:buClr>
                <a:buSzPts val="4400"/>
                <a:buFont typeface="Times New Roman"/>
                <a:buNone/>
              </a:pPr>
              <a:r>
                <a:rPr b="0" i="0" lang="en-US" sz="4400" u="none">
                  <a:solidFill>
                    <a:srgbClr val="0000CC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Item</a:t>
              </a:r>
              <a:endParaRPr/>
            </a:p>
          </p:txBody>
        </p:sp>
        <p:sp>
          <p:nvSpPr>
            <p:cNvPr id="1472" name="Google Shape;1472;p87"/>
            <p:cNvSpPr/>
            <p:nvPr/>
          </p:nvSpPr>
          <p:spPr>
            <a:xfrm>
              <a:off x="1533" y="2123"/>
              <a:ext cx="364" cy="288"/>
            </a:xfrm>
            <a:prstGeom prst="flowChartDecision">
              <a:avLst/>
            </a:prstGeom>
            <a:solidFill>
              <a:srgbClr val="000000"/>
            </a:solidFill>
            <a:ln cap="sq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1473" name="Google Shape;1473;p87"/>
            <p:cNvCxnSpPr/>
            <p:nvPr/>
          </p:nvCxnSpPr>
          <p:spPr>
            <a:xfrm>
              <a:off x="1872" y="2279"/>
              <a:ext cx="2262" cy="0"/>
            </a:xfrm>
            <a:prstGeom prst="straightConnector1">
              <a:avLst/>
            </a:prstGeom>
            <a:noFill/>
            <a:ln cap="sq" cmpd="sng" w="28425">
              <a:solidFill>
                <a:srgbClr val="000000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</p:grpSp>
      <p:sp>
        <p:nvSpPr>
          <p:cNvPr id="1474" name="Google Shape;1474;p87"/>
          <p:cNvSpPr txBox="1"/>
          <p:nvPr/>
        </p:nvSpPr>
        <p:spPr>
          <a:xfrm>
            <a:off x="685800" y="1600200"/>
            <a:ext cx="7770812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51475" lIns="19800" spcFirstLastPara="1" rIns="19800" wrap="square" tIns="51475">
            <a:noAutofit/>
          </a:bodyPr>
          <a:lstStyle/>
          <a:p>
            <a:pPr indent="-334962" lvl="0" marL="334962" marR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●"/>
            </a:pPr>
            <a:r>
              <a:rPr b="1" i="0" lang="en-US" sz="40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Life of item is same as the order</a:t>
            </a:r>
            <a:endParaRPr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80" name="Shape 1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1" name="Google Shape;1481;p88"/>
          <p:cNvSpPr txBox="1"/>
          <p:nvPr/>
        </p:nvSpPr>
        <p:spPr>
          <a:xfrm>
            <a:off x="701675" y="0"/>
            <a:ext cx="7797800" cy="6635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1" i="0" lang="en-US" sz="5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Composition</a:t>
            </a:r>
            <a:endParaRPr/>
          </a:p>
        </p:txBody>
      </p:sp>
      <p:sp>
        <p:nvSpPr>
          <p:cNvPr id="1482" name="Google Shape;1482;p88"/>
          <p:cNvSpPr txBox="1"/>
          <p:nvPr/>
        </p:nvSpPr>
        <p:spPr>
          <a:xfrm>
            <a:off x="287337" y="766762"/>
            <a:ext cx="8640762" cy="2335212"/>
          </a:xfrm>
          <a:prstGeom prst="rect">
            <a:avLst/>
          </a:prstGeom>
          <a:noFill/>
          <a:ln>
            <a:noFill/>
          </a:ln>
        </p:spPr>
        <p:txBody>
          <a:bodyPr anchorCtr="0" anchor="t" bIns="50400" lIns="100800" spcFirstLastPara="1" rIns="100800" wrap="square" tIns="50400">
            <a:spAutoFit/>
          </a:bodyPr>
          <a:lstStyle/>
          <a:p>
            <a:pPr indent="-21590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omic Sans MS"/>
              <a:buChar char="•"/>
            </a:pPr>
            <a:r>
              <a:rPr b="0" i="0" lang="en-US" sz="3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 object may be a part of ONLY one composite at a time.</a:t>
            </a:r>
            <a:endParaRPr/>
          </a:p>
          <a:p>
            <a:pPr indent="-190500" lvl="1" marL="500062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Noto Sans Symbols"/>
              <a:buChar char="▪"/>
            </a:pPr>
            <a:r>
              <a:rPr b="0" i="0" lang="en-US" sz="3000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Whole is responsible for the disposition of its parts.</a:t>
            </a:r>
            <a:endParaRPr/>
          </a:p>
        </p:txBody>
      </p:sp>
      <p:sp>
        <p:nvSpPr>
          <p:cNvPr id="1483" name="Google Shape;1483;p88"/>
          <p:cNvSpPr txBox="1"/>
          <p:nvPr/>
        </p:nvSpPr>
        <p:spPr>
          <a:xfrm>
            <a:off x="2590800" y="2709862"/>
            <a:ext cx="2946400" cy="900112"/>
          </a:xfrm>
          <a:prstGeom prst="rect">
            <a:avLst/>
          </a:prstGeom>
          <a:solidFill>
            <a:srgbClr val="FFFF00"/>
          </a:solidFill>
          <a:ln cap="sq" cmpd="sng" w="284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84" name="Google Shape;1484;p88"/>
          <p:cNvSpPr txBox="1"/>
          <p:nvPr/>
        </p:nvSpPr>
        <p:spPr>
          <a:xfrm>
            <a:off x="2590800" y="5973762"/>
            <a:ext cx="2946400" cy="676275"/>
          </a:xfrm>
          <a:prstGeom prst="rect">
            <a:avLst/>
          </a:prstGeom>
          <a:solidFill>
            <a:srgbClr val="FFFF00"/>
          </a:solidFill>
          <a:ln cap="sq" cmpd="sng" w="284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85" name="Google Shape;1485;p88"/>
          <p:cNvSpPr/>
          <p:nvPr/>
        </p:nvSpPr>
        <p:spPr>
          <a:xfrm>
            <a:off x="3941762" y="3609975"/>
            <a:ext cx="490537" cy="450850"/>
          </a:xfrm>
          <a:prstGeom prst="diamond">
            <a:avLst/>
          </a:prstGeom>
          <a:solidFill>
            <a:srgbClr val="000000"/>
          </a:solidFill>
          <a:ln cap="sq" cmpd="sng" w="284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486" name="Google Shape;1486;p88"/>
          <p:cNvCxnSpPr/>
          <p:nvPr/>
        </p:nvCxnSpPr>
        <p:spPr>
          <a:xfrm>
            <a:off x="4186237" y="4060825"/>
            <a:ext cx="1587" cy="1912937"/>
          </a:xfrm>
          <a:prstGeom prst="straightConnector1">
            <a:avLst/>
          </a:prstGeom>
          <a:noFill/>
          <a:ln cap="sq" cmpd="sng" w="28425">
            <a:solidFill>
              <a:srgbClr val="000000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1487" name="Google Shape;1487;p88"/>
          <p:cNvSpPr txBox="1"/>
          <p:nvPr/>
        </p:nvSpPr>
        <p:spPr>
          <a:xfrm>
            <a:off x="3205162" y="2701925"/>
            <a:ext cx="1847850" cy="681037"/>
          </a:xfrm>
          <a:prstGeom prst="rect">
            <a:avLst/>
          </a:prstGeom>
          <a:noFill/>
          <a:ln>
            <a:noFill/>
          </a:ln>
        </p:spPr>
        <p:txBody>
          <a:bodyPr anchorCtr="0" anchor="t" bIns="50400" lIns="100800" spcFirstLastPara="1" rIns="100800" wrap="square" tIns="504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Times New Roman"/>
              <a:buNone/>
            </a:pPr>
            <a:r>
              <a:rPr b="0" i="0" lang="en-US" sz="3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Window</a:t>
            </a:r>
            <a:endParaRPr/>
          </a:p>
        </p:txBody>
      </p:sp>
      <p:sp>
        <p:nvSpPr>
          <p:cNvPr id="1488" name="Google Shape;1488;p88"/>
          <p:cNvSpPr txBox="1"/>
          <p:nvPr/>
        </p:nvSpPr>
        <p:spPr>
          <a:xfrm>
            <a:off x="3573462" y="5849937"/>
            <a:ext cx="1438275" cy="681037"/>
          </a:xfrm>
          <a:prstGeom prst="rect">
            <a:avLst/>
          </a:prstGeom>
          <a:noFill/>
          <a:ln>
            <a:noFill/>
          </a:ln>
        </p:spPr>
        <p:txBody>
          <a:bodyPr anchorCtr="0" anchor="t" bIns="50400" lIns="100800" spcFirstLastPara="1" rIns="100800" wrap="square" tIns="504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Times New Roman"/>
              <a:buNone/>
            </a:pPr>
            <a:r>
              <a:rPr b="0" i="0" lang="en-US" sz="3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Frame</a:t>
            </a:r>
            <a:endParaRPr/>
          </a:p>
        </p:txBody>
      </p:sp>
      <p:sp>
        <p:nvSpPr>
          <p:cNvPr id="1489" name="Google Shape;1489;p88"/>
          <p:cNvSpPr txBox="1"/>
          <p:nvPr/>
        </p:nvSpPr>
        <p:spPr>
          <a:xfrm>
            <a:off x="3546475" y="5437187"/>
            <a:ext cx="444500" cy="681037"/>
          </a:xfrm>
          <a:prstGeom prst="rect">
            <a:avLst/>
          </a:prstGeom>
          <a:noFill/>
          <a:ln>
            <a:noFill/>
          </a:ln>
        </p:spPr>
        <p:txBody>
          <a:bodyPr anchorCtr="0" anchor="t" bIns="50400" lIns="100800" spcFirstLastPara="1" rIns="100800" wrap="square" tIns="504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Times New Roman"/>
              <a:buNone/>
            </a:pPr>
            <a:r>
              <a:rPr b="0" i="0" lang="en-US" sz="3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/>
          </a:p>
        </p:txBody>
      </p:sp>
      <p:sp>
        <p:nvSpPr>
          <p:cNvPr id="1490" name="Google Shape;1490;p88"/>
          <p:cNvSpPr txBox="1"/>
          <p:nvPr/>
        </p:nvSpPr>
        <p:spPr>
          <a:xfrm>
            <a:off x="3432175" y="3711575"/>
            <a:ext cx="444500" cy="681037"/>
          </a:xfrm>
          <a:prstGeom prst="rect">
            <a:avLst/>
          </a:prstGeom>
          <a:noFill/>
          <a:ln>
            <a:noFill/>
          </a:ln>
        </p:spPr>
        <p:txBody>
          <a:bodyPr anchorCtr="0" anchor="t" bIns="50400" lIns="100800" spcFirstLastPara="1" rIns="100800" wrap="square" tIns="504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Times New Roman"/>
              <a:buNone/>
            </a:pPr>
            <a:r>
              <a:rPr b="0" i="0" lang="en-US" sz="3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/>
          </a:p>
        </p:txBody>
      </p:sp>
      <p:sp>
        <p:nvSpPr>
          <p:cNvPr id="1491" name="Google Shape;1491;p88"/>
          <p:cNvSpPr txBox="1"/>
          <p:nvPr/>
        </p:nvSpPr>
        <p:spPr>
          <a:xfrm>
            <a:off x="6003925" y="2536825"/>
            <a:ext cx="1384300" cy="681037"/>
          </a:xfrm>
          <a:prstGeom prst="rect">
            <a:avLst/>
          </a:prstGeom>
          <a:noFill/>
          <a:ln>
            <a:noFill/>
          </a:ln>
        </p:spPr>
        <p:txBody>
          <a:bodyPr anchorCtr="0" anchor="t" bIns="50400" lIns="100800" spcFirstLastPara="1" rIns="100800" wrap="square" tIns="504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Times New Roman"/>
              <a:buNone/>
            </a:pPr>
            <a:r>
              <a:rPr b="0" i="0" lang="en-US" sz="3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whole</a:t>
            </a:r>
            <a:endParaRPr/>
          </a:p>
        </p:txBody>
      </p:sp>
      <p:sp>
        <p:nvSpPr>
          <p:cNvPr id="1492" name="Google Shape;1492;p88"/>
          <p:cNvSpPr txBox="1"/>
          <p:nvPr/>
        </p:nvSpPr>
        <p:spPr>
          <a:xfrm>
            <a:off x="6003925" y="5800725"/>
            <a:ext cx="955675" cy="681037"/>
          </a:xfrm>
          <a:prstGeom prst="rect">
            <a:avLst/>
          </a:prstGeom>
          <a:noFill/>
          <a:ln>
            <a:noFill/>
          </a:ln>
        </p:spPr>
        <p:txBody>
          <a:bodyPr anchorCtr="0" anchor="t" bIns="50400" lIns="100800" spcFirstLastPara="1" rIns="100800" wrap="square" tIns="504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Times New Roman"/>
              <a:buNone/>
            </a:pPr>
            <a:r>
              <a:rPr b="0" i="0" lang="en-US" sz="3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part</a:t>
            </a:r>
            <a:endParaRPr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99" name="Shape 1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0" name="Google Shape;1500;p89"/>
          <p:cNvSpPr txBox="1"/>
          <p:nvPr/>
        </p:nvSpPr>
        <p:spPr>
          <a:xfrm>
            <a:off x="355600" y="-234950"/>
            <a:ext cx="8432800" cy="1247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1" i="0" lang="en-US" sz="46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Aggregation vs. Composition</a:t>
            </a:r>
            <a:endParaRPr sz="1200"/>
          </a:p>
        </p:txBody>
      </p:sp>
      <p:sp>
        <p:nvSpPr>
          <p:cNvPr id="1501" name="Google Shape;1501;p89"/>
          <p:cNvSpPr txBox="1"/>
          <p:nvPr/>
        </p:nvSpPr>
        <p:spPr>
          <a:xfrm>
            <a:off x="217487" y="871537"/>
            <a:ext cx="8778875" cy="5621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01625" lvl="0" marL="3397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Char char="•"/>
            </a:pPr>
            <a:r>
              <a:rPr b="1" i="0" lang="en-US" sz="3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Composition:</a:t>
            </a:r>
            <a:endParaRPr sz="800"/>
          </a:p>
          <a:p>
            <a:pPr indent="-244475" lvl="1" marL="739775" marR="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rgbClr val="0000CC"/>
              </a:buClr>
              <a:buSzPts val="3000"/>
              <a:buFont typeface="Arial"/>
              <a:buChar char="•"/>
            </a:pPr>
            <a:r>
              <a:rPr b="1" i="0" lang="en-US" sz="3000" u="none" cap="none" strike="noStrik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Composite and components have the same life.</a:t>
            </a:r>
            <a:endParaRPr sz="800"/>
          </a:p>
          <a:p>
            <a:pPr indent="-301625" lvl="0" marL="339725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Char char="•"/>
            </a:pPr>
            <a:r>
              <a:rPr b="1" i="0" lang="en-US" sz="3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Aggregation:</a:t>
            </a:r>
            <a:endParaRPr sz="800"/>
          </a:p>
          <a:p>
            <a:pPr indent="-244475" lvl="1" marL="739775" marR="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rgbClr val="0000CC"/>
              </a:buClr>
              <a:buSzPts val="3000"/>
              <a:buFont typeface="Arial"/>
              <a:buChar char="•"/>
            </a:pPr>
            <a:r>
              <a:rPr b="1" i="0" lang="en-US" sz="3000" u="none" cap="none" strike="noStrik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Lifelines are different.</a:t>
            </a:r>
            <a:endParaRPr sz="800"/>
          </a:p>
          <a:p>
            <a:pPr indent="-301625" lvl="0" marL="339725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Char char="•"/>
            </a:pPr>
            <a:r>
              <a:rPr b="1" i="0" lang="en-US" sz="3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Consider an </a:t>
            </a:r>
            <a:r>
              <a:rPr b="1" i="0" lang="en-US" sz="3400" u="none">
                <a:solidFill>
                  <a:srgbClr val="3333CC"/>
                </a:solidFill>
                <a:latin typeface="Arial"/>
                <a:ea typeface="Arial"/>
                <a:cs typeface="Arial"/>
                <a:sym typeface="Arial"/>
              </a:rPr>
              <a:t>order</a:t>
            </a:r>
            <a:r>
              <a:rPr b="1" i="0" lang="en-US" sz="3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object:</a:t>
            </a:r>
            <a:endParaRPr sz="800"/>
          </a:p>
          <a:p>
            <a:pPr indent="-244475" lvl="1" marL="739775" marR="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rgbClr val="3333CC"/>
              </a:buClr>
              <a:buSzPts val="3000"/>
              <a:buFont typeface="Arial"/>
              <a:buChar char="•"/>
            </a:pPr>
            <a:r>
              <a:rPr b="1" i="0" lang="en-US" sz="3000" u="none" cap="none" strike="noStrike">
                <a:solidFill>
                  <a:srgbClr val="3333CC"/>
                </a:solidFill>
                <a:latin typeface="Arial"/>
                <a:ea typeface="Arial"/>
                <a:cs typeface="Arial"/>
                <a:sym typeface="Arial"/>
              </a:rPr>
              <a:t>Aggregation:</a:t>
            </a:r>
            <a:r>
              <a:rPr b="1" i="0" lang="en-US" sz="3000" u="none" cap="none" strike="noStrik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 If order items can be changed or deleted after placing the order.</a:t>
            </a:r>
            <a:endParaRPr sz="800"/>
          </a:p>
          <a:p>
            <a:pPr indent="-244475" lvl="1" marL="739775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3333CC"/>
              </a:buClr>
              <a:buSzPts val="3000"/>
              <a:buFont typeface="Arial"/>
              <a:buChar char="•"/>
            </a:pPr>
            <a:r>
              <a:rPr b="1" i="0" lang="en-US" sz="3000" u="none" cap="none" strike="noStrike">
                <a:solidFill>
                  <a:srgbClr val="3333CC"/>
                </a:solidFill>
                <a:latin typeface="Arial"/>
                <a:ea typeface="Arial"/>
                <a:cs typeface="Arial"/>
                <a:sym typeface="Arial"/>
              </a:rPr>
              <a:t>Composition:</a:t>
            </a:r>
            <a:r>
              <a:rPr b="1" i="0" lang="en-US" sz="3000" u="none" cap="none" strike="noStrik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 Otherwise.</a:t>
            </a:r>
            <a:endParaRPr sz="800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07" name="Shape 1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8" name="Google Shape;1508;p90"/>
          <p:cNvSpPr txBox="1"/>
          <p:nvPr/>
        </p:nvSpPr>
        <p:spPr>
          <a:xfrm>
            <a:off x="701675" y="-234950"/>
            <a:ext cx="7797800" cy="1139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Implementing Composition</a:t>
            </a:r>
            <a:endParaRPr/>
          </a:p>
        </p:txBody>
      </p:sp>
      <p:sp>
        <p:nvSpPr>
          <p:cNvPr id="1509" name="Google Shape;1509;p90"/>
          <p:cNvSpPr txBox="1"/>
          <p:nvPr/>
        </p:nvSpPr>
        <p:spPr>
          <a:xfrm>
            <a:off x="147637" y="801687"/>
            <a:ext cx="8778875" cy="5916612"/>
          </a:xfrm>
          <a:prstGeom prst="rect">
            <a:avLst/>
          </a:prstGeom>
          <a:solidFill>
            <a:srgbClr val="FFFFCC"/>
          </a:solidFill>
          <a:ln cap="sq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14325" lvl="0" marL="422275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4000"/>
              <a:buFont typeface="Arial"/>
              <a:buNone/>
            </a:pPr>
            <a:r>
              <a:rPr b="1" i="0" lang="en-US" sz="4000" u="non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public class Car{</a:t>
            </a:r>
            <a:br>
              <a:rPr b="1" i="0" lang="en-US" sz="4000" u="non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4000" u="non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private Wheel wheels[4];</a:t>
            </a:r>
            <a:br>
              <a:rPr b="1" i="0" lang="en-US" sz="4000" u="non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4000" u="non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public Car (){</a:t>
            </a:r>
            <a:br>
              <a:rPr b="1" i="0" lang="en-US" sz="4000" u="non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4000" u="non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	       wheels[0] = new Wheel();</a:t>
            </a:r>
            <a:br>
              <a:rPr b="1" i="0" lang="en-US" sz="4000" u="non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4000" u="non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	       wheels[1] = new Wheel();;</a:t>
            </a:r>
            <a:br>
              <a:rPr b="1" i="0" lang="en-US" sz="4000" u="non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4000" u="non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				 wheels[2] = new Wheel();;</a:t>
            </a:r>
            <a:br>
              <a:rPr b="1" i="0" lang="en-US" sz="4000" u="non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4000" u="non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	       wheels[3] = new Wheel();;</a:t>
            </a:r>
            <a:br>
              <a:rPr b="1" i="0" lang="en-US" sz="4000" u="non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4000" u="non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     }</a:t>
            </a:r>
            <a:br>
              <a:rPr b="1" i="0" lang="en-US" sz="4000" u="non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4000" u="non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} </a:t>
            </a:r>
            <a:endParaRPr/>
          </a:p>
        </p:txBody>
      </p:sp>
      <p:grpSp>
        <p:nvGrpSpPr>
          <p:cNvPr id="1510" name="Google Shape;1510;p90"/>
          <p:cNvGrpSpPr/>
          <p:nvPr/>
        </p:nvGrpSpPr>
        <p:grpSpPr>
          <a:xfrm>
            <a:off x="4641850" y="2046287"/>
            <a:ext cx="4143375" cy="723900"/>
            <a:chOff x="2924" y="1289"/>
            <a:chExt cx="2610" cy="456"/>
          </a:xfrm>
        </p:grpSpPr>
        <p:sp>
          <p:nvSpPr>
            <p:cNvPr id="1511" name="Google Shape;1511;p90"/>
            <p:cNvSpPr txBox="1"/>
            <p:nvPr/>
          </p:nvSpPr>
          <p:spPr>
            <a:xfrm>
              <a:off x="2924" y="1402"/>
              <a:ext cx="880" cy="343"/>
            </a:xfrm>
            <a:prstGeom prst="rect">
              <a:avLst/>
            </a:prstGeom>
            <a:solidFill>
              <a:srgbClr val="00CC99"/>
            </a:solidFill>
            <a:ln cap="sq" cmpd="sng" w="9525">
              <a:solidFill>
                <a:srgbClr val="66006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6800" lIns="90000" spcFirstLastPara="1" rIns="90000" wrap="square" tIns="46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00"/>
                </a:buClr>
                <a:buSzPts val="2400"/>
                <a:buFont typeface="Times New Roman"/>
                <a:buNone/>
              </a:pPr>
              <a:r>
                <a:rPr b="0" i="0" lang="en-US" sz="2400" u="none">
                  <a:solidFill>
                    <a:srgbClr val="FFFF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Car</a:t>
              </a:r>
              <a:endParaRPr/>
            </a:p>
          </p:txBody>
        </p:sp>
        <p:sp>
          <p:nvSpPr>
            <p:cNvPr id="1512" name="Google Shape;1512;p90"/>
            <p:cNvSpPr txBox="1"/>
            <p:nvPr/>
          </p:nvSpPr>
          <p:spPr>
            <a:xfrm>
              <a:off x="4654" y="1386"/>
              <a:ext cx="880" cy="343"/>
            </a:xfrm>
            <a:prstGeom prst="rect">
              <a:avLst/>
            </a:prstGeom>
            <a:solidFill>
              <a:srgbClr val="00CC99"/>
            </a:solidFill>
            <a:ln cap="sq" cmpd="sng" w="9525">
              <a:solidFill>
                <a:srgbClr val="66006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6800" lIns="90000" spcFirstLastPara="1" rIns="90000" wrap="square" tIns="46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00"/>
                </a:buClr>
                <a:buSzPts val="2800"/>
                <a:buFont typeface="Times New Roman"/>
                <a:buNone/>
              </a:pPr>
              <a:r>
                <a:rPr b="0" i="0" lang="en-US" sz="2800" u="none">
                  <a:solidFill>
                    <a:srgbClr val="FFFF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Wheel</a:t>
              </a:r>
              <a:endParaRPr/>
            </a:p>
          </p:txBody>
        </p:sp>
        <p:sp>
          <p:nvSpPr>
            <p:cNvPr id="1513" name="Google Shape;1513;p90"/>
            <p:cNvSpPr/>
            <p:nvPr/>
          </p:nvSpPr>
          <p:spPr>
            <a:xfrm>
              <a:off x="3797" y="1495"/>
              <a:ext cx="217" cy="106"/>
            </a:xfrm>
            <a:prstGeom prst="diamond">
              <a:avLst/>
            </a:prstGeom>
            <a:solidFill>
              <a:srgbClr val="000000"/>
            </a:solidFill>
            <a:ln cap="sq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1514" name="Google Shape;1514;p90"/>
            <p:cNvCxnSpPr/>
            <p:nvPr/>
          </p:nvCxnSpPr>
          <p:spPr>
            <a:xfrm>
              <a:off x="4008" y="1554"/>
              <a:ext cx="653" cy="0"/>
            </a:xfrm>
            <a:prstGeom prst="straightConnector1">
              <a:avLst/>
            </a:prstGeom>
            <a:noFill/>
            <a:ln cap="sq" cmpd="sng" w="28425">
              <a:solidFill>
                <a:srgbClr val="000000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sp>
          <p:nvSpPr>
            <p:cNvPr id="1515" name="Google Shape;1515;p90"/>
            <p:cNvSpPr txBox="1"/>
            <p:nvPr/>
          </p:nvSpPr>
          <p:spPr>
            <a:xfrm>
              <a:off x="3927" y="1289"/>
              <a:ext cx="248" cy="3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800" lIns="90000" spcFirstLastPara="1" rIns="90000" wrap="square" tIns="468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ts val="3200"/>
                <a:buFont typeface="Times New Roman"/>
                <a:buNone/>
              </a:pPr>
              <a:r>
                <a:rPr b="0" i="0" lang="en-US" sz="3200" u="none">
                  <a:solidFill>
                    <a:srgbClr val="0000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</a:t>
              </a:r>
              <a:endParaRPr/>
            </a:p>
          </p:txBody>
        </p:sp>
        <p:sp>
          <p:nvSpPr>
            <p:cNvPr id="1516" name="Google Shape;1516;p90"/>
            <p:cNvSpPr txBox="1"/>
            <p:nvPr/>
          </p:nvSpPr>
          <p:spPr>
            <a:xfrm>
              <a:off x="4344" y="1289"/>
              <a:ext cx="249" cy="3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800" lIns="90000" spcFirstLastPara="1" rIns="90000" wrap="square" tIns="468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ts val="3200"/>
                <a:buFont typeface="Times New Roman"/>
                <a:buNone/>
              </a:pPr>
              <a:r>
                <a:rPr b="0" i="0" lang="en-US" sz="3200" u="none">
                  <a:solidFill>
                    <a:srgbClr val="0000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4</a:t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0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22" name="Shape 1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3" name="Google Shape;1523;p91"/>
          <p:cNvSpPr txBox="1"/>
          <p:nvPr/>
        </p:nvSpPr>
        <p:spPr>
          <a:xfrm>
            <a:off x="304800" y="152400"/>
            <a:ext cx="86106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b" bIns="46075" lIns="92150" spcFirstLastPara="1" rIns="92150" wrap="square" tIns="460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Summary</a:t>
            </a:r>
            <a:endParaRPr/>
          </a:p>
        </p:txBody>
      </p:sp>
      <p:sp>
        <p:nvSpPr>
          <p:cNvPr id="1524" name="Google Shape;1524;p91"/>
          <p:cNvSpPr txBox="1"/>
          <p:nvPr/>
        </p:nvSpPr>
        <p:spPr>
          <a:xfrm>
            <a:off x="304800" y="1143000"/>
            <a:ext cx="8610600" cy="53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75" lIns="92150" spcFirstLastPara="1" rIns="92150" wrap="square" tIns="46075">
            <a:noAutofit/>
          </a:bodyPr>
          <a:lstStyle/>
          <a:p>
            <a:pPr indent="-339725" lvl="0" marL="339725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1" i="0" lang="en-US" sz="2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Focus: </a:t>
            </a:r>
            <a:r>
              <a:rPr b="1" i="0" lang="en-US" sz="2800" u="none">
                <a:solidFill>
                  <a:srgbClr val="FF3300"/>
                </a:solidFill>
                <a:latin typeface="Arial"/>
                <a:ea typeface="Arial"/>
                <a:cs typeface="Arial"/>
                <a:sym typeface="Arial"/>
              </a:rPr>
              <a:t>Class diagrams</a:t>
            </a:r>
            <a:endParaRPr/>
          </a:p>
          <a:p>
            <a:pPr indent="-282575" lvl="1" marL="739775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CC"/>
              </a:buClr>
              <a:buSzPts val="2400"/>
              <a:buFont typeface="Arial"/>
              <a:buChar char="•"/>
            </a:pPr>
            <a:r>
              <a:rPr b="1" i="0" lang="en-US" sz="2400" u="none" cap="none" strike="noStrik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Contents of a class</a:t>
            </a:r>
            <a:endParaRPr/>
          </a:p>
          <a:p>
            <a:pPr indent="-282575" lvl="1" marL="739775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CC"/>
              </a:buClr>
              <a:buSzPts val="2400"/>
              <a:buFont typeface="Arial"/>
              <a:buChar char="•"/>
            </a:pPr>
            <a:r>
              <a:rPr b="1" i="0" lang="en-US" sz="2400" u="none" cap="none" strike="noStrik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Relationship between classes</a:t>
            </a:r>
            <a:endParaRPr/>
          </a:p>
          <a:p>
            <a:pPr indent="-339725" lvl="0" marL="339725" marR="0" rtl="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1" i="0" lang="en-US" sz="2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You should be able to</a:t>
            </a:r>
            <a:endParaRPr/>
          </a:p>
          <a:p>
            <a:pPr indent="-282575" lvl="1" marL="739775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CC"/>
              </a:buClr>
              <a:buSzPts val="2400"/>
              <a:buFont typeface="Arial"/>
              <a:buChar char="•"/>
            </a:pPr>
            <a:r>
              <a:rPr b="1" i="0" lang="en-US" sz="2400" u="none" cap="none" strike="noStrik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Draw UML class diagram given code</a:t>
            </a:r>
            <a:endParaRPr/>
          </a:p>
          <a:p>
            <a:pPr indent="-282575" lvl="1" marL="739775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CC"/>
              </a:buClr>
              <a:buSzPts val="2400"/>
              <a:buFont typeface="Arial"/>
              <a:buChar char="•"/>
            </a:pPr>
            <a:r>
              <a:rPr b="1" i="0" lang="en-US" sz="2400" u="none" cap="none" strike="noStrik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Write  code given UML class diagram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1_Office Theme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1999-08-01T20:47:26Z</dcterms:created>
  <dc:creator>Chau-Wen Tseng, updated by Dr. Spiegel</dc:creator>
</cp:coreProperties>
</file>